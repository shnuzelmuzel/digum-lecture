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7df499aded414a" /><Relationship Type="http://schemas.openxmlformats.org/officeDocument/2006/relationships/extended-properties" Target="/docProps/app.xml" Id="Rf275ec23a9984aec" /><Relationship Type="http://schemas.openxmlformats.org/officeDocument/2006/relationships/officeDocument" Target="/ppt/presentation.xml" Id="Rba9b9f9f2f4246c6" /></Relationships>
</file>

<file path=ppt/presentation.xml><?xml version="1.0" encoding="utf-8"?>
<p:presentation xmlns:p="http://schemas.openxmlformats.org/presentationml/2006/main">
  <p:sldMasterIdLst>
    <p:sldMasterId xmlns:r="http://schemas.openxmlformats.org/officeDocument/2006/relationships" id="2147483648" r:id="R5a824fd85ef849b6"/>
  </p:sldMasterIdLst>
  <p:notesMasterIdLst>
    <p:notesMasterId xmlns:r="http://schemas.openxmlformats.org/officeDocument/2006/relationships" r:id="Raa3dd2fb440d4bec"/>
  </p:notesMasterIdLst>
  <p:sldIdLst>
    <p:sldId xmlns:r="http://schemas.openxmlformats.org/officeDocument/2006/relationships" id="256" r:id="R90f0c836e1254fbe"/>
    <p:sldId xmlns:r="http://schemas.openxmlformats.org/officeDocument/2006/relationships" id="257" r:id="R80eb297e5e45420f"/>
    <p:sldId xmlns:r="http://schemas.openxmlformats.org/officeDocument/2006/relationships" id="258" r:id="R597d8c3196f04436"/>
    <p:sldId xmlns:r="http://schemas.openxmlformats.org/officeDocument/2006/relationships" id="259" r:id="Re2e3efd07ae14289"/>
    <p:sldId xmlns:r="http://schemas.openxmlformats.org/officeDocument/2006/relationships" id="260" r:id="R01a49ab1165744d3"/>
    <p:sldId xmlns:r="http://schemas.openxmlformats.org/officeDocument/2006/relationships" id="261" r:id="Rce6d004ec9dc4f91"/>
    <p:sldId xmlns:r="http://schemas.openxmlformats.org/officeDocument/2006/relationships" id="262" r:id="R2432c586b4574ffe"/>
    <p:sldId xmlns:r="http://schemas.openxmlformats.org/officeDocument/2006/relationships" id="263" r:id="Rb568cc66cf854e0c"/>
    <p:sldId xmlns:r="http://schemas.openxmlformats.org/officeDocument/2006/relationships" id="264" r:id="R8b9981684b2d458d"/>
    <p:sldId xmlns:r="http://schemas.openxmlformats.org/officeDocument/2006/relationships" id="265" r:id="R9a43eb78181c40ca"/>
    <p:sldId xmlns:r="http://schemas.openxmlformats.org/officeDocument/2006/relationships" id="266" r:id="Re9545e9fd74b4b60"/>
    <p:sldId xmlns:r="http://schemas.openxmlformats.org/officeDocument/2006/relationships" id="267" r:id="R212996c083f84cb5"/>
    <p:sldId xmlns:r="http://schemas.openxmlformats.org/officeDocument/2006/relationships" id="268" r:id="Rd4630b6929ee4a4e"/>
    <p:sldId xmlns:r="http://schemas.openxmlformats.org/officeDocument/2006/relationships" id="269" r:id="R476484ca62ab4c8d"/>
    <p:sldId xmlns:r="http://schemas.openxmlformats.org/officeDocument/2006/relationships" id="270" r:id="R5e1d28357ac6440b"/>
    <p:sldId xmlns:r="http://schemas.openxmlformats.org/officeDocument/2006/relationships" id="271" r:id="R4e4a6b9ac06a418c"/>
    <p:sldId xmlns:r="http://schemas.openxmlformats.org/officeDocument/2006/relationships" id="272" r:id="Rf8d3607319e14185"/>
    <p:sldId xmlns:r="http://schemas.openxmlformats.org/officeDocument/2006/relationships" id="273" r:id="R108c8e87feda4698"/>
    <p:sldId xmlns:r="http://schemas.openxmlformats.org/officeDocument/2006/relationships" id="274" r:id="Ra4acec24265d4076"/>
    <p:sldId xmlns:r="http://schemas.openxmlformats.org/officeDocument/2006/relationships" id="275" r:id="Rbab440b0645249c0"/>
    <p:sldId xmlns:r="http://schemas.openxmlformats.org/officeDocument/2006/relationships" id="276" r:id="Ra923792fa3574aaf"/>
    <p:sldId xmlns:r="http://schemas.openxmlformats.org/officeDocument/2006/relationships" id="277" r:id="Re0bec60784aa48aa"/>
    <p:sldId xmlns:r="http://schemas.openxmlformats.org/officeDocument/2006/relationships" id="278" r:id="R4822398e26204dd4"/>
    <p:sldId xmlns:r="http://schemas.openxmlformats.org/officeDocument/2006/relationships" id="279" r:id="R1792c0504f4646d2"/>
    <p:sldId xmlns:r="http://schemas.openxmlformats.org/officeDocument/2006/relationships" id="280" r:id="Ra5848a73a2e2405f"/>
    <p:sldId xmlns:r="http://schemas.openxmlformats.org/officeDocument/2006/relationships" id="281" r:id="Ra82fe64e25504b3a"/>
    <p:sldId xmlns:r="http://schemas.openxmlformats.org/officeDocument/2006/relationships" id="282" r:id="R99a6c4b48329436c"/>
    <p:sldId xmlns:r="http://schemas.openxmlformats.org/officeDocument/2006/relationships" id="283" r:id="Rd1d27f8d2ed84853"/>
    <p:sldId xmlns:r="http://schemas.openxmlformats.org/officeDocument/2006/relationships" id="284" r:id="Rbed3d60a46a240bf"/>
    <p:sldId xmlns:r="http://schemas.openxmlformats.org/officeDocument/2006/relationships" id="285" r:id="R61e5bb88ff394e79"/>
    <p:sldId xmlns:r="http://schemas.openxmlformats.org/officeDocument/2006/relationships" id="286" r:id="Rf14707581d2c41ea"/>
    <p:sldId xmlns:r="http://schemas.openxmlformats.org/officeDocument/2006/relationships" id="287" r:id="R452dd03885a74599"/>
    <p:sldId xmlns:r="http://schemas.openxmlformats.org/officeDocument/2006/relationships" id="288" r:id="Rd1fe6784281841d1"/>
    <p:sldId xmlns:r="http://schemas.openxmlformats.org/officeDocument/2006/relationships" id="289" r:id="R03d3c5039894441b"/>
    <p:sldId xmlns:r="http://schemas.openxmlformats.org/officeDocument/2006/relationships" id="290" r:id="R3bec6a610ec24c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4910dfec354afe" /><Relationship Type="http://schemas.openxmlformats.org/officeDocument/2006/relationships/slideMaster" Target="/ppt/slideMasters/slideMaster1.xml" Id="R5a824fd85ef849b6" /><Relationship Type="http://schemas.openxmlformats.org/officeDocument/2006/relationships/notesMaster" Target="/ppt/notesMasters/notesMaster1.xml" Id="Raa3dd2fb440d4bec" /><Relationship Type="http://schemas.openxmlformats.org/officeDocument/2006/relationships/presProps" Target="/ppt/presProps.xml" Id="R5b82822cec68400e" /><Relationship Type="http://schemas.openxmlformats.org/officeDocument/2006/relationships/tableStyles" Target="/ppt/tableStyles.xml" Id="R5585eb16dd1948aa" /><Relationship Type="http://schemas.openxmlformats.org/officeDocument/2006/relationships/slide" Target="/ppt/slides/slide1.xml" Id="R90f0c836e1254fbe" /><Relationship Type="http://schemas.openxmlformats.org/officeDocument/2006/relationships/slide" Target="/ppt/slides/slide2.xml" Id="R80eb297e5e45420f" /><Relationship Type="http://schemas.openxmlformats.org/officeDocument/2006/relationships/slide" Target="/ppt/slides/slide3.xml" Id="R597d8c3196f04436" /><Relationship Type="http://schemas.openxmlformats.org/officeDocument/2006/relationships/slide" Target="/ppt/slides/slide4.xml" Id="Re2e3efd07ae14289" /><Relationship Type="http://schemas.openxmlformats.org/officeDocument/2006/relationships/slide" Target="/ppt/slides/slide5.xml" Id="R01a49ab1165744d3" /><Relationship Type="http://schemas.openxmlformats.org/officeDocument/2006/relationships/slide" Target="/ppt/slides/slide6.xml" Id="Rce6d004ec9dc4f91" /><Relationship Type="http://schemas.openxmlformats.org/officeDocument/2006/relationships/slide" Target="/ppt/slides/slide7.xml" Id="R2432c586b4574ffe" /><Relationship Type="http://schemas.openxmlformats.org/officeDocument/2006/relationships/slide" Target="/ppt/slides/slide8.xml" Id="Rb568cc66cf854e0c" /><Relationship Type="http://schemas.openxmlformats.org/officeDocument/2006/relationships/slide" Target="/ppt/slides/slide9.xml" Id="R8b9981684b2d458d" /><Relationship Type="http://schemas.openxmlformats.org/officeDocument/2006/relationships/slide" Target="/ppt/slides/slide10.xml" Id="R9a43eb78181c40ca" /><Relationship Type="http://schemas.openxmlformats.org/officeDocument/2006/relationships/slide" Target="/ppt/slides/slide11.xml" Id="Re9545e9fd74b4b60" /><Relationship Type="http://schemas.openxmlformats.org/officeDocument/2006/relationships/slide" Target="/ppt/slides/slide12.xml" Id="R212996c083f84cb5" /><Relationship Type="http://schemas.openxmlformats.org/officeDocument/2006/relationships/slide" Target="/ppt/slides/slide13.xml" Id="Rd4630b6929ee4a4e" /><Relationship Type="http://schemas.openxmlformats.org/officeDocument/2006/relationships/slide" Target="/ppt/slides/slide14.xml" Id="R476484ca62ab4c8d" /><Relationship Type="http://schemas.openxmlformats.org/officeDocument/2006/relationships/slide" Target="/ppt/slides/slide15.xml" Id="R5e1d28357ac6440b" /><Relationship Type="http://schemas.openxmlformats.org/officeDocument/2006/relationships/slide" Target="/ppt/slides/slide16.xml" Id="R4e4a6b9ac06a418c" /><Relationship Type="http://schemas.openxmlformats.org/officeDocument/2006/relationships/slide" Target="/ppt/slides/slide17.xml" Id="Rf8d3607319e14185" /><Relationship Type="http://schemas.openxmlformats.org/officeDocument/2006/relationships/slide" Target="/ppt/slides/slide18.xml" Id="R108c8e87feda4698" /><Relationship Type="http://schemas.openxmlformats.org/officeDocument/2006/relationships/slide" Target="/ppt/slides/slide19.xml" Id="Ra4acec24265d4076" /><Relationship Type="http://schemas.openxmlformats.org/officeDocument/2006/relationships/slide" Target="/ppt/slides/slide20.xml" Id="Rbab440b0645249c0" /><Relationship Type="http://schemas.openxmlformats.org/officeDocument/2006/relationships/slide" Target="/ppt/slides/slide21.xml" Id="Ra923792fa3574aaf" /><Relationship Type="http://schemas.openxmlformats.org/officeDocument/2006/relationships/slide" Target="/ppt/slides/slide22.xml" Id="Re0bec60784aa48aa" /><Relationship Type="http://schemas.openxmlformats.org/officeDocument/2006/relationships/slide" Target="/ppt/slides/slide23.xml" Id="R4822398e26204dd4" /><Relationship Type="http://schemas.openxmlformats.org/officeDocument/2006/relationships/slide" Target="/ppt/slides/slide24.xml" Id="R1792c0504f4646d2" /><Relationship Type="http://schemas.openxmlformats.org/officeDocument/2006/relationships/slide" Target="/ppt/slides/slide25.xml" Id="Ra5848a73a2e2405f" /><Relationship Type="http://schemas.openxmlformats.org/officeDocument/2006/relationships/slide" Target="/ppt/slides/slide26.xml" Id="Ra82fe64e25504b3a" /><Relationship Type="http://schemas.openxmlformats.org/officeDocument/2006/relationships/slide" Target="/ppt/slides/slide27.xml" Id="R99a6c4b48329436c" /><Relationship Type="http://schemas.openxmlformats.org/officeDocument/2006/relationships/slide" Target="/ppt/slides/slide28.xml" Id="Rd1d27f8d2ed84853" /><Relationship Type="http://schemas.openxmlformats.org/officeDocument/2006/relationships/slide" Target="/ppt/slides/slide29.xml" Id="Rbed3d60a46a240bf" /><Relationship Type="http://schemas.openxmlformats.org/officeDocument/2006/relationships/slide" Target="/ppt/slides/slide30.xml" Id="R61e5bb88ff394e79" /><Relationship Type="http://schemas.openxmlformats.org/officeDocument/2006/relationships/slide" Target="/ppt/slides/slide31.xml" Id="Rf14707581d2c41ea" /><Relationship Type="http://schemas.openxmlformats.org/officeDocument/2006/relationships/slide" Target="/ppt/slides/slide32.xml" Id="R452dd03885a74599" /><Relationship Type="http://schemas.openxmlformats.org/officeDocument/2006/relationships/slide" Target="/ppt/slides/slide33.xml" Id="Rd1fe6784281841d1" /><Relationship Type="http://schemas.openxmlformats.org/officeDocument/2006/relationships/slide" Target="/ppt/slides/slide34.xml" Id="R03d3c5039894441b" /><Relationship Type="http://schemas.openxmlformats.org/officeDocument/2006/relationships/slide" Target="/ppt/slides/slide35.xml" Id="R3bec6a610ec24c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6411442ea64e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0fadc5aaa94e8f" /><Relationship Type="http://schemas.openxmlformats.org/officeDocument/2006/relationships/notesMaster" Target="/ppt/notesMasters/notesMaster1.xml" Id="R79ec79f785ec46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d7e859c988466d" /><Relationship Type="http://schemas.openxmlformats.org/officeDocument/2006/relationships/notesMaster" Target="/ppt/notesMasters/notesMaster1.xml" Id="Rf5a00c8de2fa4e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eb4b726b41427d" /><Relationship Type="http://schemas.openxmlformats.org/officeDocument/2006/relationships/notesMaster" Target="/ppt/notesMasters/notesMaster1.xml" Id="Reae213669a2b41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643e2b0afb44dd" /><Relationship Type="http://schemas.openxmlformats.org/officeDocument/2006/relationships/notesMaster" Target="/ppt/notesMasters/notesMaster1.xml" Id="Rc19a839cd45c4c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181168337c41d0" /><Relationship Type="http://schemas.openxmlformats.org/officeDocument/2006/relationships/notesMaster" Target="/ppt/notesMasters/notesMaster1.xml" Id="R7204b27da7eb44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334ceca8c544ac" /><Relationship Type="http://schemas.openxmlformats.org/officeDocument/2006/relationships/notesMaster" Target="/ppt/notesMasters/notesMaster1.xml" Id="R699d7927754e46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59412ced5041dd" /><Relationship Type="http://schemas.openxmlformats.org/officeDocument/2006/relationships/notesMaster" Target="/ppt/notesMasters/notesMaster1.xml" Id="Re42df1fb4be645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fb931b2b954c15" /><Relationship Type="http://schemas.openxmlformats.org/officeDocument/2006/relationships/notesMaster" Target="/ppt/notesMasters/notesMaster1.xml" Id="R7d10cc12f9b643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33bbc1bced4f13" /><Relationship Type="http://schemas.openxmlformats.org/officeDocument/2006/relationships/notesMaster" Target="/ppt/notesMasters/notesMaster1.xml" Id="R144890d2aaa94e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c8b7508b8c4237" /><Relationship Type="http://schemas.openxmlformats.org/officeDocument/2006/relationships/notesMaster" Target="/ppt/notesMasters/notesMaster1.xml" Id="Rddc00be821dd48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be7f2e9eff4aad" /><Relationship Type="http://schemas.openxmlformats.org/officeDocument/2006/relationships/notesMaster" Target="/ppt/notesMasters/notesMaster1.xml" Id="R14cf8304d43647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4e548826ec43f0" /><Relationship Type="http://schemas.openxmlformats.org/officeDocument/2006/relationships/notesMaster" Target="/ppt/notesMasters/notesMaster1.xml" Id="R5b152badb08049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009510256a4c0b" /><Relationship Type="http://schemas.openxmlformats.org/officeDocument/2006/relationships/notesMaster" Target="/ppt/notesMasters/notesMaster1.xml" Id="Rf70dc6bac2844e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7171fc867546cd" /><Relationship Type="http://schemas.openxmlformats.org/officeDocument/2006/relationships/notesMaster" Target="/ppt/notesMasters/notesMaster1.xml" Id="Re7e7d0c3fb4c47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11f3caa10144c3" /><Relationship Type="http://schemas.openxmlformats.org/officeDocument/2006/relationships/notesMaster" Target="/ppt/notesMasters/notesMaster1.xml" Id="Raf339f09d05348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ffe2ac6cdc4e77" /><Relationship Type="http://schemas.openxmlformats.org/officeDocument/2006/relationships/notesMaster" Target="/ppt/notesMasters/notesMaster1.xml" Id="R4fad64aa64d743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7bebf00cf04c5a" /><Relationship Type="http://schemas.openxmlformats.org/officeDocument/2006/relationships/notesMaster" Target="/ppt/notesMasters/notesMaster1.xml" Id="Rb85a2eebc1d947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7e2c8ed47d43d5" /><Relationship Type="http://schemas.openxmlformats.org/officeDocument/2006/relationships/notesMaster" Target="/ppt/notesMasters/notesMaster1.xml" Id="Rbe45969a987446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5ba096dd4b4326" /><Relationship Type="http://schemas.openxmlformats.org/officeDocument/2006/relationships/notesMaster" Target="/ppt/notesMasters/notesMaster1.xml" Id="R4dbd72e03e7f4a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6e1dc23ef54abc" /><Relationship Type="http://schemas.openxmlformats.org/officeDocument/2006/relationships/notesMaster" Target="/ppt/notesMasters/notesMaster1.xml" Id="R674846b4b0e14c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bf9183301564be7" /><Relationship Type="http://schemas.openxmlformats.org/officeDocument/2006/relationships/notesMaster" Target="/ppt/notesMasters/notesMaster1.xml" Id="R8bc0b2a9973548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cd1f8e4ab3418a" /><Relationship Type="http://schemas.openxmlformats.org/officeDocument/2006/relationships/notesMaster" Target="/ppt/notesMasters/notesMaster1.xml" Id="R5067872225ef497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706f118285444d6" /><Relationship Type="http://schemas.openxmlformats.org/officeDocument/2006/relationships/notesMaster" Target="/ppt/notesMasters/notesMaster1.xml" Id="Rf3875a5c4797419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d7902f99c94c57" /><Relationship Type="http://schemas.openxmlformats.org/officeDocument/2006/relationships/notesMaster" Target="/ppt/notesMasters/notesMaster1.xml" Id="Rcc4f9fc9205e49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216c3f8147449d1" /><Relationship Type="http://schemas.openxmlformats.org/officeDocument/2006/relationships/notesMaster" Target="/ppt/notesMasters/notesMaster1.xml" Id="R572885ca0ec74e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c9fcd18e15487e" /><Relationship Type="http://schemas.openxmlformats.org/officeDocument/2006/relationships/notesMaster" Target="/ppt/notesMasters/notesMaster1.xml" Id="R0bc96180eb1a4c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ea3a99521e4fb7" /><Relationship Type="http://schemas.openxmlformats.org/officeDocument/2006/relationships/notesMaster" Target="/ppt/notesMasters/notesMaster1.xml" Id="R0f3d799b1c20401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d74245ddfa4f7c" /><Relationship Type="http://schemas.openxmlformats.org/officeDocument/2006/relationships/notesMaster" Target="/ppt/notesMasters/notesMaster1.xml" Id="R99971f0993ac45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58b7ca97f68438f" /><Relationship Type="http://schemas.openxmlformats.org/officeDocument/2006/relationships/notesMaster" Target="/ppt/notesMasters/notesMaster1.xml" Id="R1dae4c75b5804f4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2463fc5eafb4198" /><Relationship Type="http://schemas.openxmlformats.org/officeDocument/2006/relationships/notesMaster" Target="/ppt/notesMasters/notesMaster1.xml" Id="Rc420577aad0341b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7f2abac3a94e95" /><Relationship Type="http://schemas.openxmlformats.org/officeDocument/2006/relationships/notesMaster" Target="/ppt/notesMasters/notesMaster1.xml" Id="R4234e53063f0400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f9b578fa6db47c5" /><Relationship Type="http://schemas.openxmlformats.org/officeDocument/2006/relationships/notesMaster" Target="/ppt/notesMasters/notesMaster1.xml" Id="R07fbd07f350543a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69f6f0b25142fd" /><Relationship Type="http://schemas.openxmlformats.org/officeDocument/2006/relationships/notesMaster" Target="/ppt/notesMasters/notesMaster1.xml" Id="R408c31b19aec40a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5d895a5aaab4b45" /><Relationship Type="http://schemas.openxmlformats.org/officeDocument/2006/relationships/notesMaster" Target="/ppt/notesMasters/notesMaster1.xml" Id="R807ee19079ea495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3ad06fd27434eda" /><Relationship Type="http://schemas.openxmlformats.org/officeDocument/2006/relationships/notesMaster" Target="/ppt/notesMasters/notesMaster1.xml" Id="R2090f5600f034a2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 כללי הדיגום בצה״ל</a:t>
            </a:r>
          </a:p>
          <a:p>
            <a:pPr rtl="1" algn="r"/>
            <a:r>
              <a:t>זמן: 00:00 עד 00:30</a:t>
            </a:r>
          </a:p>
          <a:p>
            <a:r>
              <a:t/>
            </a:r>
          </a:p>
          <a:p>
            <a:pPr rtl="1" algn="r"/>
            <a:r>
              <a:t>טקסט מלא להקראה:</a:t>
            </a:r>
          </a:p>
          <a:p>
            <a:pPr rtl="1" algn="r"/>
            <a:r>
              <a:t>שלום לכולם. בחצי השעה הקרובה נעבור על כללי ההופעה והלבוש של נשים וגברים בצה״ל. נתחיל בכללים המשותפים, נמשיך בשיער, זקן, תכשיטים ולק, ונראה אילו הבדלים קיימים בין חובה, קבע ומילואים. בסוף נתרגל כמה מצבים יומיומיים. כל ההסברים והתשובות מופיעים במצגת, כך שאפשר לעקוב אחרי החומר לפי הסדר.</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 מה נבדוק בהופעה הצבאית</a:t>
            </a:r>
          </a:p>
          <a:p>
            <a:pPr rtl="1" algn="r"/>
            <a:r>
              <a:t>זמן: 00:30 עד 01:15</a:t>
            </a:r>
          </a:p>
          <a:p>
            <a:r>
              <a:t/>
            </a:r>
          </a:p>
          <a:p>
            <a:pPr rtl="1" algn="r"/>
            <a:r>
              <a:t>טקסט מלא להקראה:</a:t>
            </a:r>
          </a:p>
          <a:p>
            <a:pPr rtl="1" algn="r"/>
            <a:r>
              <a:t>דיגום כולל את סוג המדים, אופן הלבישה, הנעליים, הכומתה, הסמלים וההופעה האישית. גם פרט קטן עשוי להיות כפוף לכלל נפרד.</a:t>
            </a:r>
          </a:p>
          <a:p>
            <a:r>
              <a:t/>
            </a:r>
          </a:p>
          <a:p>
            <a:pPr rtl="1" algn="r"/>
            <a:r>
              <a:t>לפני שקובעים אם הופעה תקינה, מבררים את סוג השירות, סוג המדים והמסגרת: שגרה, תנועה, פעילות או טקס.</a:t>
            </a:r>
          </a:p>
          <a:p>
            <a:r>
              <a:t/>
            </a:r>
          </a:p>
          <a:p>
            <a:pPr rtl="1" algn="r"/>
            <a:r>
              <a:t>מטרת ההדרכה היא לזהות את הכלל המתאים למקרה. נקרא את ההוראות, נשווה בין אוכלוסיות ונפתור דוגמאות עם תשובות מלאות.</a:t>
            </a:r>
          </a:p>
          <a:p>
            <a:r>
              <a:t/>
            </a:r>
          </a:p>
          <a:p>
            <a:pPr rtl="1" algn="r"/>
            <a:r>
              <a:t>חשבו על שני אנשים העומדים זה לצד זה: חיילת חובה ומשרתת קבע. ייתכן שהן נועלות נעליים שונות או עונדות מספר אחר של עגילים, ושתי ההופעות תקינות. לכן הבדיקה מתחילה בזכאות ובסוג השירות.</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 המקורות והתוקף של ההדרכה</a:t>
            </a:r>
          </a:p>
          <a:p>
            <a:pPr rtl="1" algn="r"/>
            <a:r>
              <a:t>זמן: 01:15 עד 02:00</a:t>
            </a:r>
          </a:p>
          <a:p>
            <a:r>
              <a:t/>
            </a:r>
          </a:p>
          <a:p>
            <a:pPr rtl="1" algn="r"/>
            <a:r>
              <a:t>טקסט מלא להקראה:</a:t>
            </a:r>
          </a:p>
          <a:p>
            <a:pPr rtl="1" algn="r"/>
            <a:r>
              <a:t>הבסיס הוא פ״מ 33.0501 והק״א 33-05-01. במקרה של סתירה, נוסח הפקודה העדכני קובע.</a:t>
            </a:r>
          </a:p>
          <a:p>
            <a:r>
              <a:t/>
            </a:r>
          </a:p>
          <a:p>
            <a:pPr rtl="1" algn="r"/>
            <a:r>
              <a:t>בדיקת המקורות: 29.10.2026. העדכון הרוחבי הפומבי האחרון שאותר פורסם באתר צה״ל ב־09.04.2025. כללי בסיס נוספים נלקחו מאיגרות רשמיות משנים 2023 ו־2024.</a:t>
            </a:r>
          </a:p>
          <a:p>
            <a:r>
              <a:t/>
            </a:r>
          </a:p>
          <a:p>
            <a:pPr rtl="1" algn="r"/>
            <a:r>
              <a:t>כללים שתלויים בהוראת שעה או באישור מסומנים בהמשך. לפני שימוש בהדרכה לצורך אכיפה, רס״ר היחידה צריך לאמת את נוסח ההק״א והעדכונים שבתוקף.</a:t>
            </a:r>
          </a:p>
          <a:p>
            <a:r>
              <a:t/>
            </a:r>
          </a:p>
          <a:p>
            <a:pPr rtl="1" algn="r"/>
            <a:r>
              <a:t>זוהי דרך העבודה גם כאשר שני דפי אינטרנט רשמיים מציגים נוסחים שונים. בודקים תאריך, אוכלוסייה והוראה מאוחרת יותר. המצגת מרכזת את כללי היום־יום שנבדקו, ומפנה למקורות לצורך פרטים ייעודיים של חיל או תפקיד.</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4: מדים נקיים, שלמים ומתאימים</a:t>
            </a:r>
          </a:p>
          <a:p>
            <a:pPr rtl="1" algn="r"/>
            <a:r>
              <a:t>זמן: 02:00 עד 03:15</a:t>
            </a:r>
          </a:p>
          <a:p>
            <a:r>
              <a:t/>
            </a:r>
          </a:p>
          <a:p>
            <a:pPr rtl="1" algn="r"/>
            <a:r>
              <a:t>טקסט מלא להקראה:</a:t>
            </a:r>
          </a:p>
          <a:p>
            <a:pPr rtl="1" algn="r"/>
            <a:r>
              <a:t>במסגרת הצבאית ובמילוי תפקיד לובשים את המדים המותרים לאותה מסגרת, אלא אם קיים היתר מתאים ללבוש אחר.</a:t>
            </a:r>
          </a:p>
          <a:p>
            <a:r>
              <a:t/>
            </a:r>
          </a:p>
          <a:p>
            <a:pPr rtl="1" algn="r"/>
            <a:r>
              <a:t>המדים צריכים להיות נקיים ומסודרים, ובמדי השירות גם מגוהצים. הנעליים יהיו נקיות ומצוחצחות. מחליפים פריט קרוע, שחוק או דהוי.</a:t>
            </a:r>
          </a:p>
          <a:p>
            <a:r>
              <a:t/>
            </a:r>
          </a:p>
          <a:p>
            <a:pPr rtl="1" algn="r"/>
            <a:r>
              <a:t>אין לערבב חלקי מדים מסוגים שונים או לשלב פריט אזרחי גלוי שלא הותר. משתמשים בפריטים שהונפקו או אושרו בהתאם לזכאות.</a:t>
            </a:r>
          </a:p>
          <a:p>
            <a:r>
              <a:t/>
            </a:r>
          </a:p>
          <a:p>
            <a:pPr rtl="1" algn="r"/>
            <a:r>
              <a:t>התאמת מידה נעשית במסגרת המותר. אין לשנות גזרה או להנמיך את קו המותניים. חגורה תקנית עוברת בכל לולאות המכנסיים.</a:t>
            </a:r>
          </a:p>
          <a:p>
            <a:r>
              <a:t/>
            </a:r>
          </a:p>
          <a:p>
            <a:pPr rtl="1" algn="r"/>
            <a:r>
              <a:t>נעבור בראש על יציאה רגילה מהבית: בוחרים מערכת מדים מלאה, בודקים שאין כתם או קרע, מוודאים שהחגורה והנעליים מתאימות ומסתכלים על ההופעה כולה. רכישה של פריט שנראה צבאי אינה מוכיחה שהוא מאושר. כך גם תיקון אצל תופר צריך לשמור על הגזרה המותרת. לפני החלפת דגם או שינוי במדים, מבררים את הזכאות מול גורמי הלוגיסטיקה והמשמעת.</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5: חולצה, שרוולים ומכנסיים</a:t>
            </a:r>
          </a:p>
          <a:p>
            <a:pPr rtl="1" algn="r"/>
            <a:r>
              <a:t>זמן: 03:15 עד 04:00</a:t>
            </a:r>
          </a:p>
          <a:p>
            <a:r>
              <a:t/>
            </a:r>
          </a:p>
          <a:p>
            <a:pPr rtl="1" algn="r"/>
            <a:r>
              <a:t>טקסט מלא להקראה:</a:t>
            </a:r>
          </a:p>
          <a:p>
            <a:pPr rtl="1" algn="r"/>
            <a:r>
              <a:t>בחולצת המדים מכפתרים את הכפתורים פרט לעליון. מכניסים את שוליה למכנסיים או לחצאית. ירכית נלבשת מעליהם לפי הוראות הדגם.</a:t>
            </a:r>
          </a:p>
          <a:p>
            <a:r>
              <a:t/>
            </a:r>
          </a:p>
          <a:p>
            <a:pPr rtl="1" algn="r"/>
            <a:r>
              <a:t>כשמותר לקפל שרוולים, הקיפול יהיה מעל המרפק. בטקס השרוולים ארוכים, מורדים ומכופתרים.</a:t>
            </a:r>
          </a:p>
          <a:p>
            <a:r>
              <a:t/>
            </a:r>
          </a:p>
          <a:p>
            <a:pPr rtl="1" algn="r"/>
            <a:r>
              <a:t>בנעליים גבוהות מהדקים את המכנסיים מעל הנעל בגומיות המוסתרות בצד הפנימי, ומכניסים פנימה את קצות השרוכים.</a:t>
            </a:r>
          </a:p>
          <a:p>
            <a:r>
              <a:t/>
            </a:r>
          </a:p>
          <a:p>
            <a:pPr rtl="1" algn="r"/>
            <a:r>
              <a:t>במכנסיים שאינם מעל נעל גבוהה, המכפלת לא תהיה מעל פיקת הקרסול ולא מתחת לעקב הנעל.</a:t>
            </a:r>
          </a:p>
          <a:p>
            <a:r>
              <a:t/>
            </a:r>
          </a:p>
          <a:p>
            <a:pPr rtl="1" algn="r"/>
            <a:r>
              <a:t>חשוב להבחין בין קיפול מסודר מעל המרפק לבין שרוול המונח באמצע האמה. גם סוג החולצה משנה את אופן הלבישה: ירכית מיועדת להישאר מעל המכנסיים. בתרגול נבדוק גם את קצות השרוכים, שנוטים להישאר בחוץ.</a:t>
            </a:r>
          </a:p>
          <a:p>
            <a:r>
              <a:t/>
            </a:r>
          </a:p>
          <a:p>
            <a:pPr rtl="1" algn="r"/>
            <a:r>
              <a:t>מקורות:</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6: כומתה, דרגות וסמלים</a:t>
            </a:r>
          </a:p>
          <a:p>
            <a:pPr rtl="1" algn="r"/>
            <a:r>
              <a:t>זמן: 04:00 עד 04:45</a:t>
            </a:r>
          </a:p>
          <a:p>
            <a:r>
              <a:t/>
            </a:r>
          </a:p>
          <a:p>
            <a:pPr rtl="1" algn="r"/>
            <a:r>
              <a:t>טקסט מלא להקראה:</a:t>
            </a:r>
          </a:p>
          <a:p>
            <a:pPr rtl="1" algn="r"/>
            <a:r>
              <a:t>נושאים כומתה לפי הזכאות מתחת לכותפת שמאל של הבגד העליון המתאים. בחבישה, הסמל מעל עין שמאל והכומתה משוכה ימינה.</a:t>
            </a:r>
          </a:p>
          <a:p>
            <a:r>
              <a:t/>
            </a:r>
          </a:p>
          <a:p>
            <a:pPr rtl="1" algn="r"/>
            <a:r>
              <a:t>הכומתה תהיה שלמה ותקינה, ללא קישוטים ושינויים. הכומתה, תג היחידה והדרגות צריכים להתאים לזכאות ולבגד.</a:t>
            </a:r>
          </a:p>
          <a:p>
            <a:r>
              <a:t/>
            </a:r>
          </a:p>
          <a:p>
            <a:pPr rtl="1" algn="r"/>
            <a:r>
              <a:t>עונדים סיכות ופאצ׳ים שאושרו בלבד, במיקום שנקבע. הכלל חל גם על סמלים שעל ציוד כגון קסדה.</a:t>
            </a:r>
          </a:p>
          <a:p>
            <a:r>
              <a:t/>
            </a:r>
          </a:p>
          <a:p>
            <a:pPr rtl="1" algn="r"/>
            <a:r>
              <a:t>לא מניחים שפאצ׳ שנמכר בחנות או נענד ביחידה אחרת מותר לכולם. סדר הסיכות נבדק לפי הזכאות, סוג החולצה וההוראה.</a:t>
            </a:r>
          </a:p>
          <a:p>
            <a:r>
              <a:t/>
            </a:r>
          </a:p>
          <a:p>
            <a:pPr rtl="1" algn="r"/>
            <a:r>
              <a:t>למשל, פאצ׳ עם מסר אישי עשוי להיראות מתאים למדים, אבל הבדיקה היא אם ועדת הסמלים אישרה אותו. כשעוברים ללבוש מעיל, צריך לבדוק גם את הדרגות והפריטים שחייבים להופיע על הבגד העליון. מיקום הסיכות משתנה בין סוגי חולצות, ולכן לא נעתיק מיקום באופן אוטומטי.</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7: החולצה שמתחת למדים</a:t>
            </a:r>
          </a:p>
          <a:p>
            <a:pPr rtl="1" algn="r"/>
            <a:r>
              <a:t>זמן: 04:45 עד 05:30</a:t>
            </a:r>
          </a:p>
          <a:p>
            <a:r>
              <a:t/>
            </a:r>
          </a:p>
          <a:p>
            <a:pPr rtl="1" algn="r"/>
            <a:r>
              <a:t>טקסט מלא להקראה:</a:t>
            </a:r>
          </a:p>
          <a:p>
            <a:pPr rtl="1" algn="r"/>
            <a:r>
              <a:t>בחובה: מתחת למדי א׳ ולמדי ב׳ מותרת חולצה או גופייה בצבע לבן או ירוק זית. מותר גם בלי חולצה תחתונה.</a:t>
            </a:r>
          </a:p>
          <a:p>
            <a:r>
              <a:t/>
            </a:r>
          </a:p>
          <a:p>
            <a:pPr rtl="1" algn="r"/>
            <a:r>
              <a:t>בקבע: מתחת למדי ב׳ ירוק זית. מתחת למדי א׳, לבן לזכאים למדי הקבע ולבן או ירוק זית למי שאינם זכאים להם.</a:t>
            </a:r>
          </a:p>
          <a:p>
            <a:r>
              <a:t/>
            </a:r>
          </a:p>
          <a:p>
            <a:pPr rtl="1" algn="r"/>
            <a:r>
              <a:t>שחור מותר לצורך פעילות מבצעית ובהתאם לאישור ולכללים, מתחת למדי ב׳ או לחימה. אין להסיק מכך היתר רגיל לשגרה.</a:t>
            </a:r>
          </a:p>
          <a:p>
            <a:r>
              <a:t/>
            </a:r>
          </a:p>
          <a:p>
            <a:pPr rtl="1" algn="r"/>
            <a:r>
              <a:t>בחלק הגלוי אין הדפס, ציור או כיתוב. אין צווארון גולף, ושולי החולצה התחתונה אינם בולטים מעבר לשרוולים או לצווארון.</a:t>
            </a:r>
          </a:p>
          <a:p>
            <a:r>
              <a:t/>
            </a:r>
          </a:p>
          <a:p>
            <a:pPr rtl="1" algn="r"/>
            <a:r>
              <a:t>צבע חולצה תחתונה נקבע גם לפי סוג השירות וגם לפי המדים. לכן השאלה ״איזה צבע מותר?״ אינה מספיקה לבדה. החולצה צריכה לעמוד גם בכללי הגזרה והחלק הגלוי. היתר לפעילות מבצעית אינו מועתק אוטומטית לנסיעה או ליום עבודה רגיל.</a:t>
            </a:r>
          </a:p>
          <a:p>
            <a:r>
              <a:t/>
            </a:r>
          </a:p>
          <a:p>
            <a:pPr rtl="1" algn="r"/>
            <a:r>
              <a:t>מקורות:</a:t>
            </a:r>
          </a:p>
          <a:p>
            <a:pPr rtl="1" algn="r"/>
            <a:r>
              <a:t>אתר צה״ל, הופעה ודיגום, שאלות ותשובות</a:t>
            </a:r>
          </a:p>
          <a:p>
            <a:pPr rtl="1" algn="r"/>
            <a:r>
              <a:t>https://m.www.idf.il/השירות-שלי/סוגי-השירות-בצה-ל/שירות-קבע/הופעה-ודיגום/</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8: נעליים וגרביים</a:t>
            </a:r>
          </a:p>
          <a:p>
            <a:pPr rtl="1" algn="r"/>
            <a:r>
              <a:t>זמן: 05:30 עד 06:30</a:t>
            </a:r>
          </a:p>
          <a:p>
            <a:r>
              <a:t/>
            </a:r>
          </a:p>
          <a:p>
            <a:pPr rtl="1" algn="r"/>
            <a:r>
              <a:t>טקסט מלא להקראה:</a:t>
            </a:r>
          </a:p>
          <a:p>
            <a:pPr rtl="1" algn="r"/>
            <a:r>
              <a:t>חיילות וחיילי חובה נועלים את הנעליים שהצבא מנפק לפי הזכאות, או נעליים שהותרו בפטור מתאים. אין היתר כללי לנעלי ספורט עם מדים.</a:t>
            </a:r>
          </a:p>
          <a:p>
            <a:r>
              <a:t/>
            </a:r>
          </a:p>
          <a:p>
            <a:pPr rtl="1" algn="r"/>
            <a:r>
              <a:t>בקבע קיימים דגמים אזרחיים מותרים לפי המפרט. עדכון 2025 מאפשר גם נעליים גבוהות במדי א׳ ומגפיים שחורים חלקים, בכפוף לכללי הלבוש.</a:t>
            </a:r>
          </a:p>
          <a:p>
            <a:r>
              <a:t/>
            </a:r>
          </a:p>
          <a:p>
            <a:pPr rtl="1" algn="r"/>
            <a:r>
              <a:t>גברים גורבים בדרך כלל אפור או שחור, ללא דוגמאות. נשים בנעליים גבוהות גורבות אפור או שחור. בנעליים חצאיות או שלושה רבעים מותר גם לבן.</a:t>
            </a:r>
          </a:p>
          <a:p>
            <a:r>
              <a:t/>
            </a:r>
          </a:p>
          <a:p>
            <a:pPr rtl="1" algn="r"/>
            <a:r>
              <a:t>הנעליים יהיו קשורות ורכוסות. התאמה רפואית דורשת פטור מתאים ובדיקה איזה דגם הותר בפועל.</a:t>
            </a:r>
          </a:p>
          <a:p>
            <a:r>
              <a:t/>
            </a:r>
          </a:p>
          <a:p>
            <a:pPr rtl="1" algn="r"/>
            <a:r>
              <a:t>לא כל נעל שחורה נחשבת נעל תקנית. הזכאות והדגם המותר חשובים לא פחות מהצבע. גם פטור רפואי עשוי לקבוע תנאים מוגדרים, ולכן קוראים את נוסחו. לחיל הים ולביגוד ייצוגי יש חריגים ייעודיים, למשל ביחס לנעליים ולגרביים לבנים.</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9: לבוש בחורף</a:t>
            </a:r>
          </a:p>
          <a:p>
            <a:pPr rtl="1" algn="r"/>
            <a:r>
              <a:t>זמן: 06:30 עד 07:15</a:t>
            </a:r>
          </a:p>
          <a:p>
            <a:r>
              <a:t/>
            </a:r>
          </a:p>
          <a:p>
            <a:pPr rtl="1" algn="r"/>
            <a:r>
              <a:t>טקסט מלא להקראה:</a:t>
            </a:r>
          </a:p>
          <a:p>
            <a:pPr rtl="1" algn="r"/>
            <a:r>
              <a:t>לובשים מעיל או פליז שמותרים לסוג המדים ולאוכלוסייה. לפי עדכון 2025, סופטשל א׳ יכול לשמש גם במדי ב׳. במערך הלוחם אושרו פליז או סופטשל על טקטי.</a:t>
            </a:r>
          </a:p>
          <a:p>
            <a:r>
              <a:t/>
            </a:r>
          </a:p>
          <a:p>
            <a:pPr rtl="1" algn="r"/>
            <a:r>
              <a:t>צעיף או מחמם צוואר יהיו שחורים חלקים או ירוק זית, עם מעיל מתאים ורכוס. קצות הצעיף מוכנסים למעיל. כחול כהה בחיל הים ובחיל האוויר כפוף לאישור.</a:t>
            </a:r>
          </a:p>
          <a:p>
            <a:r>
              <a:t/>
            </a:r>
          </a:p>
          <a:p>
            <a:pPr rtl="1" algn="r"/>
            <a:r>
              <a:t>כובע גרב מותר במדי ב׳ או לחימה עם פליז או סופטשל. צבעו שחור או ירוק זית, ללא כיתוב.</a:t>
            </a:r>
          </a:p>
          <a:p>
            <a:r>
              <a:t/>
            </a:r>
          </a:p>
          <a:p>
            <a:pPr rtl="1" algn="r"/>
            <a:r>
              <a:t>גם על המעיל בודקים דרגות, כומתה וסמלים לפי ההנחיות. קפוצ׳ון אזרחי גלוי אינו פריט חורף מאושר כשלעצמו.</a:t>
            </a:r>
          </a:p>
          <a:p>
            <a:r>
              <a:t/>
            </a:r>
          </a:p>
          <a:p>
            <a:pPr rtl="1" algn="r"/>
            <a:r>
              <a:t>מזג אוויר קר מחייב היערכות מראש. בודקים איזה מעיל מותר ואילו פריטים מצטרפים אליו. לא כל שילוב של פריטים צבאיים מותר: למשל, לכובע גרב ולצעיף יש תנאים משלהם. הקלות 2025 אינן מבטלות את הצורך בפריט תקני.</a:t>
            </a:r>
          </a:p>
          <a:p>
            <a:r>
              <a:t/>
            </a:r>
          </a:p>
          <a:p>
            <a:pPr rtl="1" algn="r"/>
            <a:r>
              <a:t>מקורות:</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10: שיער גברים</a:t>
            </a:r>
          </a:p>
          <a:p>
            <a:pPr rtl="1" algn="r"/>
            <a:r>
              <a:t>זמן: 07:15 עד 08:15</a:t>
            </a:r>
          </a:p>
          <a:p>
            <a:r>
              <a:t/>
            </a:r>
          </a:p>
          <a:p>
            <a:pPr rtl="1" algn="r"/>
            <a:r>
              <a:t>טקסט מלא להקראה:</a:t>
            </a:r>
          </a:p>
          <a:p>
            <a:pPr rtl="1" algn="r"/>
            <a:r>
              <a:t>השיער קצר, מסודר וייצוגי. מותר הבדל בין האורך בצדדים ובחלק העליון, כשהמעבר חלק ומדורג וללא מדרגה נראית.</a:t>
            </a:r>
          </a:p>
          <a:p>
            <a:r>
              <a:t/>
            </a:r>
          </a:p>
          <a:p>
            <a:pPr rtl="1" algn="r"/>
            <a:r>
              <a:t>אין תספורת עם ציורים מגולחים, חלקים מגולחים או ציציות ארוכות שחורגות מקו התספורת. אין לקלוע ראסטות.</a:t>
            </a:r>
          </a:p>
          <a:p>
            <a:r>
              <a:t/>
            </a:r>
          </a:p>
          <a:p>
            <a:pPr rtl="1" algn="r"/>
            <a:r>
              <a:t>צביעה מותרת בגוון אחיד, טבעי או קרוב לגוון הטבעי של החייל, על כל השיער.</a:t>
            </a:r>
          </a:p>
          <a:p>
            <a:r>
              <a:t/>
            </a:r>
          </a:p>
          <a:p>
            <a:pPr rtl="1" algn="r"/>
            <a:r>
              <a:t>פאות רגילות אינן עוברות את אמצע האוזן, והן ישרות וברוחב אחיד. קיימות התאמות לאורח חיים דתי. חריגה רפואית מחייבת אישור מתאים.</a:t>
            </a:r>
          </a:p>
          <a:p>
            <a:r>
              <a:t/>
            </a:r>
          </a:p>
          <a:p>
            <a:pPr rtl="1" algn="r"/>
            <a:r>
              <a:t>המונח ״דירוג״ גורם לבלבול. מעבר חלק בין אורכים יכול להיות תקין, בעוד שקו חד או מדרגה נראית אינם תקינים. לכן לא מסתפקים בשם התספורת שהספר משתמש בו. בודקים את התוצאה לפי הכללים. גם פטור רפואי מתספורת אינו היתר אוטומטי לכל עיצוב.</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11: גידול זקן: ההליך</a:t>
            </a:r>
          </a:p>
          <a:p>
            <a:pPr rtl="1" algn="r"/>
            <a:r>
              <a:t>זמן: 08:15 עד 09:15</a:t>
            </a:r>
          </a:p>
          <a:p>
            <a:r>
              <a:t/>
            </a:r>
          </a:p>
          <a:p>
            <a:pPr rtl="1" algn="r"/>
            <a:r>
              <a:t>טקסט מלא להקראה:</a:t>
            </a:r>
          </a:p>
          <a:p>
            <a:pPr rtl="1" algn="r"/>
            <a:r>
              <a:t>לפי עדכון 2025, ניתן לגדל זקן בהתאם לרצון המשרת ולזהותו, תוך עמידה בכללי ההופעה. אין צורך לבסס את הבקשה דווקא על סיבה דתית או רפואית.</a:t>
            </a:r>
          </a:p>
          <a:p>
            <a:r>
              <a:t/>
            </a:r>
          </a:p>
          <a:p>
            <a:pPr rtl="1" algn="r"/>
            <a:r>
              <a:t>ממלאים את טופס ההצהרה ומעדכנים את נגד היחידה ו/או מפקד היחידה בדרגת סא״ל, לפי הנוהל.</a:t>
            </a:r>
          </a:p>
          <a:p>
            <a:r>
              <a:t/>
            </a:r>
          </a:p>
          <a:p>
            <a:pPr rtl="1" algn="r"/>
            <a:r>
              <a:t>ניתן להסדיר את ההיתר בגיוס, בשבוע הראשון לטירונות או במהלך השירות לאחר הקליטה ביחידה. הוא תקף לאורך השירות כל עוד עומדים בתנאים.</a:t>
            </a:r>
          </a:p>
          <a:p>
            <a:r>
              <a:t/>
            </a:r>
          </a:p>
          <a:p>
            <a:pPr rtl="1" algn="r"/>
            <a:r>
              <a:t>הפרת כללי הזקן עשויה להביא לביטול ההיתר. קיימת זכות ערעור למפקד בדרגת אל״ם, ובהמשך לענף המשטר והמשמעת לפי הצורך.</a:t>
            </a:r>
          </a:p>
          <a:p>
            <a:r>
              <a:t/>
            </a:r>
          </a:p>
          <a:p>
            <a:pPr rtl="1" algn="r"/>
            <a:r>
              <a:t>השינוי הרחיב את האפשרות לגדל זקן, אך עדיין יש הליך הצהרה וכללי נראות. הדרך הנכונה היא למלא את הטופס המעודכן ולעדכן את הגורמים שנקבעו, ולא להסתמך על אמירה כללית ששמענו. הקישור לטופס הרשמי נמצא בנספח המקורות.</a:t>
            </a:r>
          </a:p>
          <a:p>
            <a:r>
              <a:t/>
            </a:r>
          </a:p>
          <a:p>
            <a:pPr rtl="1" algn="r"/>
            <a:r>
              <a:t>מקורות:</a:t>
            </a:r>
          </a:p>
          <a:p>
            <a:pPr rtl="1" algn="r"/>
            <a:r>
              <a:t>אתר צה״ל, עדכון דיגום, 09.04.2025</a:t>
            </a:r>
          </a:p>
          <a:p>
            <a:pPr rtl="1" algn="r"/>
            <a:r>
              <a:t>https://www.idf.il/אתרי-יחידות/אגף-כוח-האדם/כל-הכתבות/2025/הכירו-את-הנחיות-הדיגום-החדשות-בצה-ל-המדריך-המלא/</a:t>
            </a:r>
          </a:p>
          <a:p>
            <a:r>
              <a:t/>
            </a:r>
          </a:p>
          <a:p>
            <a:pPr rtl="1" algn="r"/>
            <a:r>
              <a:t>טופס צה״ל, הצהרה לגידול זקן או שפם</a:t>
            </a:r>
          </a:p>
          <a:p>
            <a:pPr rtl="1" algn="r"/>
            <a:r>
              <a:t>https://www.idf.il/media/3enbzhqg/הצהרה-לגידול-זקן-או-שפם-1.pdf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12: זקן ושפם: צורה ותחזוקה</a:t>
            </a:r>
          </a:p>
          <a:p>
            <a:pPr rtl="1" algn="r"/>
            <a:r>
              <a:t>זמן: 09:15 עד 10:15</a:t>
            </a:r>
          </a:p>
          <a:p>
            <a:r>
              <a:t/>
            </a:r>
          </a:p>
          <a:p>
            <a:pPr rtl="1" algn="r"/>
            <a:r>
              <a:t>טקסט מלא להקראה:</a:t>
            </a:r>
          </a:p>
          <a:p>
            <a:pPr rtl="1" algn="r"/>
            <a:r>
              <a:t>מותר זקן מלא מהפאות ועד הסנטר, כולל שפם, או זקן צרפתי מאמצע הפנים ועד הסנטר, כולל שפם. הטופס הרשמי כולל גם אפשרות לשפם.</a:t>
            </a:r>
          </a:p>
          <a:p>
            <a:r>
              <a:t/>
            </a:r>
          </a:p>
          <a:p>
            <a:pPr rtl="1" algn="r"/>
            <a:r>
              <a:t>הזקן והשפם צריכים להיות מסודרים והולמים. אין ליצור מדרגות במסגרת הזקן ואין לצבוע את שיער הזקן.</a:t>
            </a:r>
          </a:p>
          <a:p>
            <a:r>
              <a:t/>
            </a:r>
          </a:p>
          <a:p>
            <a:pPr rtl="1" algn="r"/>
            <a:r>
              <a:t>מותר לסדר את הזקן והשפם, אך אין לקצץ אותם עד כדי זיפים. זקן שעדיין אינו מלא מותר בתקופת תחילת הגידול.</a:t>
            </a:r>
          </a:p>
          <a:p>
            <a:r>
              <a:t/>
            </a:r>
          </a:p>
          <a:p>
            <a:pPr rtl="1" algn="r"/>
            <a:r>
              <a:t>מי שאינו מגדל זקן או שפם בהיתר מקפיד על חובת הגילוח החלה עליו. חריגים רפואיים או דתיים מטופלים במסלול המתאים.</a:t>
            </a:r>
          </a:p>
          <a:p>
            <a:r>
              <a:t/>
            </a:r>
          </a:p>
          <a:p>
            <a:pPr rtl="1" algn="r"/>
            <a:r>
              <a:t>ההבחנה העיקרית היא בין תחילת גידול לבין תחזוקה קבועה של מראה זיפים. בתקופת ההתחלה השיער יכול להיות לא מלא. בהמשך צריך לשמור על הצורה המותרת. המספר שעל מכונת התספורת אינו מחליף בדיקה של התוצאה ושל תנאי ההיתר.</a:t>
            </a:r>
          </a:p>
          <a:p>
            <a:r>
              <a:t/>
            </a:r>
          </a:p>
          <a:p>
            <a:pPr rtl="1" algn="r"/>
            <a:r>
              <a:t>מקורות:</a:t>
            </a:r>
          </a:p>
          <a:p>
            <a:pPr rtl="1" algn="r"/>
            <a:r>
              <a:t>טופס צה״ל, הצהרה לגידול זקן או שפם</a:t>
            </a:r>
          </a:p>
          <a:p>
            <a:pPr rtl="1" algn="r"/>
            <a:r>
              <a:t>https://www.idf.il/media/3enbzhqg/הצהרה-לגידול-זקן-או-שפם-1.pdf</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a:p>
            <a:r>
              <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13: שיער נשים</a:t>
            </a:r>
          </a:p>
          <a:p>
            <a:pPr rtl="1" algn="r"/>
            <a:r>
              <a:t>זמן: 10:15 עד 11:15</a:t>
            </a:r>
          </a:p>
          <a:p>
            <a:r>
              <a:t/>
            </a:r>
          </a:p>
          <a:p>
            <a:pPr rtl="1" algn="r"/>
            <a:r>
              <a:t>טקסט מלא להקראה:</a:t>
            </a:r>
          </a:p>
          <a:p>
            <a:pPr rtl="1" algn="r"/>
            <a:r>
              <a:t>בחובה אוספים את כל השיער אם הוא עובר את הקו העליון של צווארון החולצה. האיסוף על העורף או על הקודקוד.</a:t>
            </a:r>
          </a:p>
          <a:p>
            <a:r>
              <a:t/>
            </a:r>
          </a:p>
          <a:p>
            <a:pPr rtl="1" algn="r"/>
            <a:r>
              <a:t>בקבע חובת האיסוף מתחילה כשהשיער עובר את קו כותפות המדים או נשען עליו. גם כאן אוספים את השיער במלואו.</a:t>
            </a:r>
          </a:p>
          <a:p>
            <a:r>
              <a:t/>
            </a:r>
          </a:p>
          <a:p>
            <a:pPr rtl="1" algn="r"/>
            <a:r>
              <a:t>סיכה, גומייה או סיכת בננה יהיו שחורות או חומות וללא קישוטים. קליפס רגיל אסור בחובה. בקבע מותר קליפס שחור אחד, חלק, עד 8 ס״מ.</a:t>
            </a:r>
          </a:p>
          <a:p>
            <a:r>
              <a:t/>
            </a:r>
          </a:p>
          <a:p>
            <a:pPr rtl="1" algn="r"/>
            <a:r>
              <a:t>מותרות צמות כשהשיער אסוף כולו מאחור. ראסטות אסורות. צביעה עד שני גוונים טבעיים המשתלבים בכל השיער, ללא צביעת חלק בודד.</a:t>
            </a:r>
          </a:p>
          <a:p>
            <a:r>
              <a:t/>
            </a:r>
          </a:p>
          <a:p>
            <a:pPr rtl="1" algn="r"/>
            <a:r>
              <a:t>חצי קוקו אינו ממלא את חובת האיסוף כשיתר השיער עובר את הקו שנקבע. גם אביזר תקני צריך לאסוף את כל השיער. ההבדל בין קו הצווארון בחובה לבין קו הכותפות בקבע מסביר מדוע אותו אורך שיער יכול להיבדק אחרת.</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הופעה ודיגום, שאלות ותשובות</a:t>
            </a:r>
          </a:p>
          <a:p>
            <a:pPr rtl="1" algn="r"/>
            <a:r>
              <a:t>https://m.www.idf.il/השירות-שלי/סוגי-השירות-בצה-ל/שירות-קבע/הופעה-ודיגום/</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14: לק וציפורניים</a:t>
            </a:r>
          </a:p>
          <a:p>
            <a:pPr rtl="1" algn="r"/>
            <a:r>
              <a:t>זמן: 11:15 עד 12:15</a:t>
            </a:r>
          </a:p>
          <a:p>
            <a:r>
              <a:t/>
            </a:r>
          </a:p>
          <a:p>
            <a:pPr rtl="1" algn="r"/>
            <a:r>
              <a:t>טקסט מלא להקראה:</a:t>
            </a:r>
          </a:p>
          <a:p>
            <a:pPr rtl="1" algn="r"/>
            <a:r>
              <a:t>בחובה מותר לק שקוף, ורוד בהיר או לבן פנינה, וכן פרנץ׳ בגוונים המותרים. אין לק זוהר, זרחני או מנצנץ, קישוטים ודוגמאות.</a:t>
            </a:r>
          </a:p>
          <a:p>
            <a:r>
              <a:t/>
            </a:r>
          </a:p>
          <a:p>
            <a:pPr rtl="1" algn="r"/>
            <a:r>
              <a:t>הצבע אחיד בכל ציפורני הידיים ומכסה את הציפורן. גם צבעי ציפורני הרגליים כפופים לכללים. ניתן לבחור לידיים ולרגליים גוונים מותרים שונים.</a:t>
            </a:r>
          </a:p>
          <a:p>
            <a:r>
              <a:t/>
            </a:r>
          </a:p>
          <a:p>
            <a:pPr rtl="1" algn="r"/>
            <a:r>
              <a:t>בקבע, עדכון 2025 הרחיב את הצבעים לכל הגוונים, למעט מנצנצים, עם צבע אחיד בכל האצבעות וללא דוגמאות.</a:t>
            </a:r>
          </a:p>
          <a:p>
            <a:r>
              <a:t/>
            </a:r>
          </a:p>
          <a:p>
            <a:pPr rtl="1" algn="r"/>
            <a:r>
              <a:t>גברים במדים אינם צובעים ציפורניים. במשמר כבוד או תפקיד טקסי ייעודי עשויות לחול דרישות מחמירות יותר, כמפורט בהמשך.</a:t>
            </a:r>
          </a:p>
          <a:p>
            <a:r>
              <a:t/>
            </a:r>
          </a:p>
          <a:p>
            <a:pPr rtl="1" algn="r"/>
            <a:r>
              <a:t>יש להבחין בין לבן פנינה לבין לבן אטום בסגנון טיפקס, שאינו מופיע כצבע מותר לחובה. אישור של צבע מסוים בקבע אינו עובר לחובה. גם כשצבע הבסיס מותר, הוספת נצנצים או דוגמה על אצבע אחת עשויה להוציא את הלק מהכלל.</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15: תכשיטים של חיילות חובה</a:t>
            </a:r>
          </a:p>
          <a:p>
            <a:pPr rtl="1" algn="r"/>
            <a:r>
              <a:t>זמן: 12:15 עד 13:15</a:t>
            </a:r>
          </a:p>
          <a:p>
            <a:r>
              <a:t/>
            </a:r>
          </a:p>
          <a:p>
            <a:pPr rtl="1" algn="r"/>
            <a:r>
              <a:t>טקסט מלא להקראה:</a:t>
            </a:r>
          </a:p>
          <a:p>
            <a:pPr rtl="1" algn="r"/>
            <a:r>
              <a:t>עגילים: זוג אחד בלבד, עגיל בכל תנוך, צמוד ואינו בולט מעבר לתנוך. אין להעתיק לחובה את ההיתר לשני זוגות בקבע.</a:t>
            </a:r>
          </a:p>
          <a:p>
            <a:r>
              <a:t/>
            </a:r>
          </a:p>
          <a:p>
            <a:pPr rtl="1" algn="r"/>
            <a:r>
              <a:t>טבעות: עד שתיים, ברוחב של עד 1.5 ס״מ כל אחת. לחיילת נשואה מותרת גם טבעת נישואין. עונדים על אצבעות הידיים בלבד.</a:t>
            </a:r>
          </a:p>
          <a:p>
            <a:r>
              <a:t/>
            </a:r>
          </a:p>
          <a:p>
            <a:pPr rtl="1" algn="r"/>
            <a:r>
              <a:t>צמיד: צמיד מתכת אחד בלבד, על אחת האמות, ברוחב של עד 2 ס״מ.</a:t>
            </a:r>
          </a:p>
          <a:p>
            <a:r>
              <a:t/>
            </a:r>
          </a:p>
          <a:p>
            <a:pPr rtl="1" algn="r"/>
            <a:r>
              <a:t>שרשרת: אחת ממתכת, בקוטר של עד 3 מ״מ, עם תליון אחד בקוטר של עד 3 ס״מ. השרשרת מוסתרת בחולצה ואינה קולר.</a:t>
            </a:r>
          </a:p>
          <a:p>
            <a:r>
              <a:t/>
            </a:r>
          </a:p>
          <a:p>
            <a:pPr rtl="1" algn="r"/>
            <a:r>
              <a:t>כאן חשוב לספור ולבדוק כל סוג תכשיט בנפרד. זוג עגילים פירושו אחד בכל אוזן, ולא שניים באוזן אחת. מגבלת רוחב הטבעת נפרדת ממספר הטבעות. בנוסף, הוראות הבטיחות של התפקיד עשויות לדרוש להסיר תכשיט גם כאשר הוא מותר מבחינת הדיגום.</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16: תכשיטים של גברים ופירסינג</a:t>
            </a:r>
          </a:p>
          <a:p>
            <a:pPr rtl="1" algn="r"/>
            <a:r>
              <a:t>זמן: 13:15 עד 14:00</a:t>
            </a:r>
          </a:p>
          <a:p>
            <a:r>
              <a:t/>
            </a:r>
          </a:p>
          <a:p>
            <a:pPr rtl="1" algn="r"/>
            <a:r>
              <a:t>טקסט מלא להקראה:</a:t>
            </a:r>
          </a:p>
          <a:p>
            <a:pPr rtl="1" algn="r"/>
            <a:r>
              <a:t>גבר בחובה רשאי לענוד טבעת נישואין. גבר בקבע רשאי לענוד טבעת אחת גם אם אינו נשוי, בהתאם לעדכון 2025.</a:t>
            </a:r>
          </a:p>
          <a:p>
            <a:r>
              <a:t/>
            </a:r>
          </a:p>
          <a:p>
            <a:pPr rtl="1" algn="r"/>
            <a:r>
              <a:t>מותרת לגבר שרשרת מתכת אחת בקוטר עד 3 מ״מ ותליון אחד עד 3 ס״מ. השרשרת מוסתרת מתחת לחולצה.</a:t>
            </a:r>
          </a:p>
          <a:p>
            <a:r>
              <a:t/>
            </a:r>
          </a:p>
          <a:p>
            <a:pPr rtl="1" algn="r"/>
            <a:r>
              <a:t>גברים אינם רשאים לענוד עגילים במדים. פירסינג גלוי בגוף אסור לנשים ולגברים, מלבד העגילים שהותרו במפורש לנשים.</a:t>
            </a:r>
          </a:p>
          <a:p>
            <a:r>
              <a:t/>
            </a:r>
          </a:p>
          <a:p>
            <a:pPr rtl="1" algn="r"/>
            <a:r>
              <a:t>כיסוי פירסינג בפלסטר אינו הופך את ענידתו לתקינה. דסקית הזיהוי מוסתרת בחולצה, ואין להציג אותה כתכשיט.</a:t>
            </a:r>
          </a:p>
          <a:p>
            <a:r>
              <a:t/>
            </a:r>
          </a:p>
          <a:p>
            <a:pPr rtl="1" algn="r"/>
            <a:r>
              <a:t>שני פרטים שחוזרים בשאלות הם טבעת של גבר רווק ופירסינג מכוסה. לגבי הטבעת צריך לדעת אם מדובר בחובה או בקבע. לגבי הפירסינג, פלסטר אינו פותר את האיסור. יש לבדוק את ענידת הפריט עצמו לפי ההוראה.</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17: חובה וקבע: ההבדלים לנשים</a:t>
            </a:r>
          </a:p>
          <a:p>
            <a:pPr rtl="1" algn="r"/>
            <a:r>
              <a:t>זמן: 14:00 עד 15:00</a:t>
            </a:r>
          </a:p>
          <a:p>
            <a:r>
              <a:t/>
            </a:r>
          </a:p>
          <a:p>
            <a:pPr rtl="1" algn="r"/>
            <a:r>
              <a:t>טקסט מלא להקראה:</a:t>
            </a:r>
          </a:p>
          <a:p>
            <a:pPr rtl="1" algn="r"/>
            <a:r>
              <a:t>חלק מההיתרים משתנים עם סוג השירות. מעבר לקבע מחייב בדיקה של כל הפריטים, ובפרט של המגבלות שנשארו בתוקף.</a:t>
            </a:r>
          </a:p>
          <a:p>
            <a:r>
              <a:t/>
            </a:r>
          </a:p>
          <a:p>
            <a:pPr rtl="1" algn="r"/>
            <a:r>
              <a:t>לנשים בקבע מותרות גם עד שתי שרשראות מתכת, ועד שני צמידי מתכת על כל אמה, בכפוף למידות המותרות ולהסתרת השרשראות. כללי הפרנץ׳, האחידות והמיקום ממשיכים לחול בהתאם להוראה. לא מעתיקים את העמודה של הקבע לחיילת חובה.</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18: התאמות דת, חצאית וטבעונות</a:t>
            </a:r>
          </a:p>
          <a:p>
            <a:pPr rtl="1" algn="r"/>
            <a:r>
              <a:t>זמן: 15:00 עד 15:45</a:t>
            </a:r>
          </a:p>
          <a:p>
            <a:r>
              <a:t/>
            </a:r>
          </a:p>
          <a:p>
            <a:pPr rtl="1" algn="r"/>
            <a:r>
              <a:t>טקסט מלא להקראה:</a:t>
            </a:r>
          </a:p>
          <a:p>
            <a:pPr rtl="1" algn="r"/>
            <a:r>
              <a:t>כיפה מותרת בכל גודל וצבע, ללא כיתוב ותוספות. עדיין נושאים כומתה בכותפת שמאל. אפשר להוציא את גדילי הציצית מתחת לחולצה.</a:t>
            </a:r>
          </a:p>
          <a:p>
            <a:r>
              <a:t/>
            </a:r>
          </a:p>
          <a:p>
            <a:pPr rtl="1" algn="r"/>
            <a:r>
              <a:t>חצאית בחובה מיועדת לזכאיות, לרבות חיילות דתיות שהונפקה להן חצאית לפי הנוהל. בקבע מותרת חצאית חילית. האורך לפחות 3 ס״מ מתחת לפיקת הברך.</a:t>
            </a:r>
          </a:p>
          <a:p>
            <a:r>
              <a:t/>
            </a:r>
          </a:p>
          <a:p>
            <a:pPr rtl="1" algn="r"/>
            <a:r>
              <a:t>עדכון 2025 הרחיב את צבעי כיסוי הראש לנשים דתיות, ואפשר גרביון שחור בחורף. רשימת הצבעים מופיעה בנספח.</a:t>
            </a:r>
          </a:p>
          <a:p>
            <a:r>
              <a:t/>
            </a:r>
          </a:p>
          <a:p>
            <a:pPr rtl="1" algn="r"/>
            <a:r>
              <a:t>קיימות זכאויות לנעליים ללא עור ולכומתה ללא צמר למקיימים אורח חיים מתאים. מסדירים את הפריט לפי הנוהל, דרך היחידה.</a:t>
            </a:r>
          </a:p>
          <a:p>
            <a:r>
              <a:t/>
            </a:r>
          </a:p>
          <a:p>
            <a:pPr rtl="1" algn="r"/>
            <a:r>
              <a:t>התאמה דתית או טבעונית מטופלת לפי הזכאות והנוהל. גם כשמותר פריט מיוחד, שאר כללי ההופעה ממשיכים לחול. לבוש חצאית, כיסוי ראש או פריט ללא עור אינו מבטל את הצורך לבדוק התאמה למדים ולמשימה.</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a:p>
            <a:r>
              <a:t/>
            </a:r>
          </a:p>
          <a:p>
            <a:pPr rtl="1" algn="r"/>
            <a:r>
              <a:t>פקודת מטכ״ל 33.0207, השירות המשותף</a:t>
            </a:r>
          </a:p>
          <a:p>
            <a:pPr rtl="1" algn="r"/>
            <a:r>
              <a:t>https://www.idf.il/אתרי-יחידות/אתר-הפקודות/פקודות-מטכ-ל/משטר-ומשמעת-33/משמעת-ביחידה-ומשטר-מחנה-02/השירות-המשותף-330207/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19: כללי הדיגום במילואים</a:t>
            </a:r>
          </a:p>
          <a:p>
            <a:pPr rtl="1" algn="r"/>
            <a:r>
              <a:t>זמן: 15:45 עד 16:30</a:t>
            </a:r>
          </a:p>
          <a:p>
            <a:r>
              <a:t/>
            </a:r>
          </a:p>
          <a:p>
            <a:pPr rtl="1" algn="r"/>
            <a:r>
              <a:t>טקסט מלא להקראה:</a:t>
            </a:r>
          </a:p>
          <a:p>
            <a:pPr rtl="1" algn="r"/>
            <a:r>
              <a:t>לפי עדכון 2025, משרתות ומשרתי מילואים נעים במדי ב׳. מדי א׳ דורשים אישור של ענף המשטר והמשמעת.</a:t>
            </a:r>
          </a:p>
          <a:p>
            <a:r>
              <a:t/>
            </a:r>
          </a:p>
          <a:p>
            <a:pPr rtl="1" algn="r"/>
            <a:r>
              <a:t>קצינים ונגדים במילואים יכולים לנוע במדי ב׳ ייצוגיים עם פאצ׳ים מאושרים. הנעליים צבאיות ומונפקות באמצעות היחידה.</a:t>
            </a:r>
          </a:p>
          <a:p>
            <a:r>
              <a:t/>
            </a:r>
          </a:p>
          <a:p>
            <a:pPr rtl="1" algn="r"/>
            <a:r>
              <a:t>גם במילואים מקפידים על הופעה תקינה, צבעי חולצות תחתונות וגרביים. נשים וגברים בעלי שיער ארוך אוספים אותו בדומה לנשות קבע.</a:t>
            </a:r>
          </a:p>
          <a:p>
            <a:r>
              <a:t/>
            </a:r>
          </a:p>
          <a:p>
            <a:pPr rtl="1" algn="r"/>
            <a:r>
              <a:t>הזכאות תלויה באוכלוסייה ובהוראות שבתוקף. במצב של ספק בודקים מול נגד היחידה לפני ההגעה או היציאה.</a:t>
            </a:r>
          </a:p>
          <a:p>
            <a:r>
              <a:t/>
            </a:r>
          </a:p>
          <a:p>
            <a:pPr rtl="1" algn="r"/>
            <a:r>
              <a:t>אין להניח שהכללים של חייל חובה או איש קבע חלים אחד לאחד על איש מילואים. העדכון הפומבי כולל התייחסות ייעודית למילואים, ולכן מתחילים בו ובודקים גם הוראות עדכניות של היחידה.</a:t>
            </a:r>
          </a:p>
          <a:p>
            <a:r>
              <a:t/>
            </a:r>
          </a:p>
          <a:p>
            <a:pPr rtl="1" algn="r"/>
            <a:r>
              <a:t>מקורות:</a:t>
            </a:r>
          </a:p>
          <a:p>
            <a:pPr rtl="1" algn="r"/>
            <a:r>
              <a:t>אתר צה״ל, עדכון דיגום, 09.04.2025</a:t>
            </a:r>
          </a:p>
          <a:p>
            <a:pPr rtl="1" algn="r"/>
            <a:r>
              <a:t>https://www.idf.il/אתרי-יחידות/אגף-כוח-האדם/כל-הכתבות/2025/הכירו-את-הנחיות-הדיגום-החדשות-בצה-ל-המדריך-המלא/</a:t>
            </a:r>
          </a:p>
          <a:p>
            <a:r>
              <a:t/>
            </a:r>
          </a:p>
          <a:p>
            <a:pPr rtl="1" algn="r"/>
            <a:r>
              <a:t>פקודת מטכ״ל 33.0501, מדים</a:t>
            </a:r>
          </a:p>
          <a:p>
            <a:pPr rtl="1" algn="r"/>
            <a:r>
              <a:t>https://www.idf.il/אתרי-יחידות/אתר-הפקודות/פקודות-מטכ-ל/משטר-ומשמעת-33/תלבושת-05/מדים-סוגים-חלקים-והוראות-לבוש-330501/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20: יציאה מהיחידה וחזרה הביתה</a:t>
            </a:r>
          </a:p>
          <a:p>
            <a:pPr rtl="1" algn="r"/>
            <a:r>
              <a:t>זמן: 16:30 עד 17:30</a:t>
            </a:r>
          </a:p>
          <a:p>
            <a:r>
              <a:t/>
            </a:r>
          </a:p>
          <a:p>
            <a:pPr rtl="1" algn="r"/>
            <a:r>
              <a:t>טקסט מלא להקראה:</a:t>
            </a:r>
          </a:p>
          <a:p>
            <a:pPr rtl="1" algn="r"/>
            <a:r>
              <a:t>במערך הלוחם, עדכון 2025 מאפשר תנועה במדי לחימה שהונפקו בצה״ל גם ביציאה מהיחידה ובחזרה מהבית. מדי א׳ מיועדים לטקסים ולאירועים שנקבעו.</a:t>
            </a:r>
          </a:p>
          <a:p>
            <a:r>
              <a:t/>
            </a:r>
          </a:p>
          <a:p>
            <a:pPr rtl="1" algn="r"/>
            <a:r>
              <a:t>בחובה מחוץ למערך הלוחם: העדכון מתיר תנועה מחוץ למחנות במדי ב׳ בתקופת המלחמה ובאישור מפקדים. זו הוראה מותנית שיש לבדוק אם עודנה בתוקף.</a:t>
            </a:r>
          </a:p>
          <a:p>
            <a:r>
              <a:t/>
            </a:r>
          </a:p>
          <a:p>
            <a:pPr rtl="1" algn="r"/>
            <a:r>
              <a:t>בקבע מותרת תנועה יומיומית במדי ב׳ גם מחוץ למחנה. למילואים יש ההסדר הייעודי שהוצג בשקופית הקודמת.</a:t>
            </a:r>
          </a:p>
          <a:p>
            <a:r>
              <a:t/>
            </a:r>
          </a:p>
          <a:p>
            <a:pPr rtl="1" algn="r"/>
            <a:r>
              <a:t>אישור לתנועה בטקטי אינו היתר למדים פרטיים. לפני יציאה מבררים את סוג המדים המותר ואת האישור הדרוש.</a:t>
            </a:r>
          </a:p>
          <a:p>
            <a:r>
              <a:t/>
            </a:r>
          </a:p>
          <a:p>
            <a:pPr rtl="1" algn="r"/>
            <a:r>
              <a:t>דמיינו שלושה אנשים היוצאים באותה שעה: לוחם, חיילת חובה במפקדה ונגד בקבע. ייתכן שלכל אחד בסיס אחר לתנועה במדי ב׳ או טקטי. לכן לא לומדים את ההיתר של אדם אחד מהופעתו של אדם אחר. הוראה שנקבעה לתקופת מלחמה דורשת בדיקת תוקף.</a:t>
            </a:r>
          </a:p>
          <a:p>
            <a:r>
              <a:t/>
            </a:r>
          </a:p>
          <a:p>
            <a:pPr rtl="1" algn="r"/>
            <a:r>
              <a:t>מקורות:</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21: טקסים, מסדרים ומשמר כבוד</a:t>
            </a:r>
          </a:p>
          <a:p>
            <a:pPr rtl="1" algn="r"/>
            <a:r>
              <a:t>זמן: 17:30 עד 18:15</a:t>
            </a:r>
          </a:p>
          <a:p>
            <a:r>
              <a:t/>
            </a:r>
          </a:p>
          <a:p>
            <a:pPr rtl="1" algn="r"/>
            <a:r>
              <a:t>טקסט מלא להקראה:</a:t>
            </a:r>
          </a:p>
          <a:p>
            <a:pPr rtl="1" algn="r"/>
            <a:r>
              <a:t>בטקסים ובמסדרים, וכן באזור טקס בבית עלמין, השרוולים ארוכים, מורדים ומכופתרים. הכלל חל גם על הקהל הצבאי.</a:t>
            </a:r>
          </a:p>
          <a:p>
            <a:r>
              <a:t/>
            </a:r>
          </a:p>
          <a:p>
            <a:pPr rtl="1" algn="r"/>
            <a:r>
              <a:t>משמר כבוד ותפקיד טקסי רשמי מחייבים הופעה ייצוגית לפי הוראות האירוע: נעליים סגורות, איסוף שיער מלא, לק חסר צבע וללא משקפי שמש.</a:t>
            </a:r>
          </a:p>
          <a:p>
            <a:r>
              <a:t/>
            </a:r>
          </a:p>
          <a:p>
            <a:pPr rtl="1" algn="r"/>
            <a:r>
              <a:t>סוג המדים נקבע לפי האירוע והאוכלוסייה. אישור שגרתי למדי ב׳ או טקטי אינו מבטל את הוראות הטקס.</a:t>
            </a:r>
          </a:p>
          <a:p>
            <a:r>
              <a:t/>
            </a:r>
          </a:p>
          <a:p>
            <a:pPr rtl="1" algn="r"/>
            <a:r>
              <a:t>לפני טקס מתקיים תיאום עם הגורם המארגן, במיוחד לגבי מדים, כיסוי ראש וסמלים.</a:t>
            </a:r>
          </a:p>
          <a:p>
            <a:r>
              <a:t/>
            </a:r>
          </a:p>
          <a:p>
            <a:pPr rtl="1" algn="r"/>
            <a:r>
              <a:t>יש הבדל בין הגעה כקהל לטקס לבין השתתפות במשמר כבוד. הכלל של שרוולים מורדים חל באופן רחב, ואילו לבעלי תפקיד ייצוגי עשויה להיות רשימת דרישות נוספת. מתאמים אותה מראש כדי שאפשר יהיה לתקן פרטים לפני האירוע.</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22: פטורים ואישורים חריגים</a:t>
            </a:r>
          </a:p>
          <a:p>
            <a:pPr rtl="1" algn="r"/>
            <a:r>
              <a:t>זמן: 18:15 עד 19:00</a:t>
            </a:r>
          </a:p>
          <a:p>
            <a:r>
              <a:t/>
            </a:r>
          </a:p>
          <a:p>
            <a:pPr rtl="1" algn="r"/>
            <a:r>
              <a:t>טקסט מלא להקראה:</a:t>
            </a:r>
          </a:p>
          <a:p>
            <a:pPr rtl="1" algn="r"/>
            <a:r>
              <a:t>קושי רפואי בהנעלה, בתספורת או בגילוח מופנה לגורם הרפואי המוסמך. שינוי בפריט או בהופעה נעשה לפי האישור שניתן בפועל.</a:t>
            </a:r>
          </a:p>
          <a:p>
            <a:r>
              <a:t/>
            </a:r>
          </a:p>
          <a:p>
            <a:pPr rtl="1" algn="r"/>
            <a:r>
              <a:t>בודקים מה האישור מתיר, מי הוציא אותו, למי הוא מיועד ומה תוקפו. פטור מפריט אחד אינו פטור משאר כללי הדיגום.</a:t>
            </a:r>
          </a:p>
          <a:p>
            <a:r>
              <a:t/>
            </a:r>
          </a:p>
          <a:p>
            <a:pPr rtl="1" algn="r"/>
            <a:r>
              <a:t>נושאים אישור נדרש וזמין בהתאם לנוהל. אישור בעל פה או צילום של פטור השייך לאדם אחר אינם בסיס לזכאות אישית.</a:t>
            </a:r>
          </a:p>
          <a:p>
            <a:r>
              <a:t/>
            </a:r>
          </a:p>
          <a:p>
            <a:pPr rtl="1" algn="r"/>
            <a:r>
              <a:t>בספק מקצועי פונים למפקד ולרס״ר או לרס״רית. אם נדרש, הם מבררים עם ענף המשטר והמשמעת.</a:t>
            </a:r>
          </a:p>
          <a:p>
            <a:r>
              <a:t/>
            </a:r>
          </a:p>
          <a:p>
            <a:pPr rtl="1" algn="r"/>
            <a:r>
              <a:t>למשל, פטור מנעליים אינו קובע בהכרח שכל נעל ספורט מותרת. צריך לקרוא את האישור ואת הכללים הנלווים. גם אישור לתספורת מסיבה רפואית אינו אישור לציורים מגולחים. הבדיקה צריכה להיות עניינית ולפי המסמך המתאים.</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פקודת מטכ״ל 33.0501, מדים</a:t>
            </a:r>
          </a:p>
          <a:p>
            <a:pPr rtl="1" algn="r"/>
            <a:r>
              <a:t>https://www.idf.il/אתרי-יחידות/אתר-הפקודות/פקודות-מטכ-ל/משטר-ומשמעת-33/תלבושת-05/מדים-סוגים-חלקים-והוראות-לבוש-330501/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23: אוזניות, משקפי שמש ודסקית</a:t>
            </a:r>
          </a:p>
          <a:p>
            <a:pPr rtl="1" algn="r"/>
            <a:r>
              <a:t>זמן: 19:00 עד 19:45</a:t>
            </a:r>
          </a:p>
          <a:p>
            <a:r>
              <a:t/>
            </a:r>
          </a:p>
          <a:p>
            <a:pPr rtl="1" algn="r"/>
            <a:r>
              <a:t>טקסט מלא להקראה:</a:t>
            </a:r>
          </a:p>
          <a:p>
            <a:pPr rtl="1" algn="r"/>
            <a:r>
              <a:t>בתנועה רגלית במדים אין להשתמש באוזניות להאזנה. אוזנייה אחת מותרת לצורך שיחת טלפון, בכפוף לחריגים רפואיים או תפקידיים שאושרו.</a:t>
            </a:r>
          </a:p>
          <a:p>
            <a:r>
              <a:t/>
            </a:r>
          </a:p>
          <a:p>
            <a:pPr rtl="1" algn="r"/>
            <a:r>
              <a:t>משקפי שמש נועדו להגנה מהשמש. בשעות הפעילות אין להרכיבם במקום מקורה ללא צורך. מפקד מוסמך רשאי להגבילם מטעמי בטיחות, מבצעים או טקס.</a:t>
            </a:r>
          </a:p>
          <a:p>
            <a:r>
              <a:t/>
            </a:r>
          </a:p>
          <a:p>
            <a:pPr rtl="1" algn="r"/>
            <a:r>
              <a:t>דסקית הצוואר מוסתרת מתחת לחולצה. מי שנועל נעליים גבוהות נושא גם את הדסקית במקום המיועד בנעליים.</a:t>
            </a:r>
          </a:p>
          <a:p>
            <a:r>
              <a:t/>
            </a:r>
          </a:p>
          <a:p>
            <a:pPr rtl="1" algn="r"/>
            <a:r>
              <a:t>גם בדרך לתחנה וביציאה מהבסיס ממשיכים להקפיד על הופעה תקינה ועל הוראות התנועה הרלוונטיות.</a:t>
            </a:r>
          </a:p>
          <a:p>
            <a:r>
              <a:t/>
            </a:r>
          </a:p>
          <a:p>
            <a:pPr rtl="1" algn="r"/>
            <a:r>
              <a:t>כללי אוזניות בתנועה רגלית עוסקים באופן השימוש, ולכן אוזנייה אחת אינה היתר כללי לשמיעת מוזיקה. כך גם לגבי משקפי שמש: מותר להשתמש בהם לצורך שלשמו נועדו, תוך הקפדה על ההגבלות של המסגרת.</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24: תרגול ראשון: יציאה הביתה</a:t>
            </a:r>
          </a:p>
          <a:p>
            <a:pPr rtl="1" algn="r"/>
            <a:r>
              <a:t>זמן: 19:45 עד 21:15</a:t>
            </a:r>
          </a:p>
          <a:p>
            <a:r>
              <a:t/>
            </a:r>
          </a:p>
          <a:p>
            <a:pPr rtl="1" algn="r"/>
            <a:r>
              <a:t>טקסט מלא להקראה:</a:t>
            </a:r>
          </a:p>
          <a:p>
            <a:pPr rtl="1" algn="r"/>
            <a:r>
              <a:t>חיילת חובה יוצאת מהיחידה עם שני עגילים בכל אוזן, קליפס שחור האוסף את כל השיער, לק לבן פנינה ופאצ׳ פרטי שלא אושר.</a:t>
            </a:r>
          </a:p>
          <a:p>
            <a:r>
              <a:t/>
            </a:r>
          </a:p>
          <a:p>
            <a:pPr rtl="1" algn="r"/>
            <a:r>
              <a:t>המדים נקיים והנעליים שהונפקו לה קשורות. השיער ארוך ועובר את קו הצווארון.</a:t>
            </a:r>
          </a:p>
          <a:p>
            <a:r>
              <a:t/>
            </a:r>
          </a:p>
          <a:p>
            <a:pPr rtl="1" algn="r"/>
            <a:r>
              <a:t>אילו פרטים תקינים, ואילו פרטים דורשים תיקון? לכל תשובה מציינים את סוג השירות ואת הכלל המתאים.</a:t>
            </a:r>
          </a:p>
          <a:p>
            <a:r>
              <a:t/>
            </a:r>
          </a:p>
          <a:p>
            <a:pPr rtl="1" algn="r"/>
            <a:r>
              <a:t>מהלך התרגיל: 30 שניות לחשיבה אישית, 30 שניות לשיתוף תשובות ו־30 שניות לבחירת התיקונים. הפתרון בשקופית הבאה.</a:t>
            </a:r>
          </a:p>
          <a:p>
            <a:r>
              <a:t/>
            </a:r>
          </a:p>
          <a:p>
            <a:pPr rtl="1" algn="r"/>
            <a:r>
              <a:t>אני מקריאה את המקרה ואז נותנת חצי דקה לחשיבה. כעת נשמע שתי תשובות. חשוב לנמק לפי הכלל של חובה, ולבדוק בנפרד את העגילים, אביזר השיער, הלק והפאצ׳. נרכז את ההצעות, ואז נעבור לפתרון המלא.</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25: פתרון: מה משנים לפני היציאה</a:t>
            </a:r>
          </a:p>
          <a:p>
            <a:pPr rtl="1" algn="r"/>
            <a:r>
              <a:t>זמן: 21:15 עד 22:15</a:t>
            </a:r>
          </a:p>
          <a:p>
            <a:r>
              <a:t/>
            </a:r>
          </a:p>
          <a:p>
            <a:pPr rtl="1" algn="r"/>
            <a:r>
              <a:t>טקסט מלא להקראה:</a:t>
            </a:r>
          </a:p>
          <a:p>
            <a:pPr rtl="1" algn="r"/>
            <a:r>
              <a:t>העגילים דורשים תיקון: בחובה מותר זוג אחד בלבד, אחד בכל תנוך. ההיתר לשני זוגות צמודים מתייחס לקבע.</a:t>
            </a:r>
          </a:p>
          <a:p>
            <a:r>
              <a:t/>
            </a:r>
          </a:p>
          <a:p>
            <a:pPr rtl="1" algn="r"/>
            <a:r>
              <a:t>הקליפס דורש תיקון: בחובה משתמשים בסיכה, גומייה או סיכת בננה שחורה או חומה, ללא קישוטים. ממשיכים לאסוף את השיער כולו.</a:t>
            </a:r>
          </a:p>
          <a:p>
            <a:r>
              <a:t/>
            </a:r>
          </a:p>
          <a:p>
            <a:pPr rtl="1" algn="r"/>
            <a:r>
              <a:t>הפאצ׳ הפרטי דורש הסרה משום שלא אושר. הלק יכול להיות תקין אם הוא אכן לבן פנינה, אחיד וללא קישוטים או נצנצים.</a:t>
            </a:r>
          </a:p>
          <a:p>
            <a:r>
              <a:t/>
            </a:r>
          </a:p>
          <a:p>
            <a:pPr rtl="1" algn="r"/>
            <a:r>
              <a:t>המדים הנקיים והנעליים המונפקות והקשורות עומדים בפרטים שנמסרו. לאחר התיקון בודקים גם באילו מדים הותר לה לצאת.</a:t>
            </a:r>
          </a:p>
          <a:p>
            <a:r>
              <a:t/>
            </a:r>
          </a:p>
          <a:p>
            <a:pPr rtl="1" algn="r"/>
            <a:r>
              <a:t>אפשר לראות שרוב הפריטים במקרה נבדקים בלי קשר לניקיון המדים. הופעה נקייה אינה מבטלת מגבלות על תכשיטים או סמלים. הלק לא נפסל רק משום שפרטים אחרים אינם תקינים. בודקים כל פרט לגופו ואת ההופעה כמכלול.</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26: תרגול שני: זקן ושיער</a:t>
            </a:r>
          </a:p>
          <a:p>
            <a:pPr rtl="1" algn="r"/>
            <a:r>
              <a:t>זמן: 22:15 עד 23:45</a:t>
            </a:r>
          </a:p>
          <a:p>
            <a:r>
              <a:t/>
            </a:r>
          </a:p>
          <a:p>
            <a:pPr rtl="1" algn="r"/>
            <a:r>
              <a:t>טקסט מלא להקראה:</a:t>
            </a:r>
          </a:p>
          <a:p>
            <a:pPr rtl="1" algn="r"/>
            <a:r>
              <a:t>חייל מילא הצהרת זקן ועדכן את הגורמים המתאימים. לאחר תקופת הגידול הוא מקצר את הזקן למראה זיפים ויוצר מדרגה במסגרת שלו.</a:t>
            </a:r>
          </a:p>
          <a:p>
            <a:r>
              <a:t/>
            </a:r>
          </a:p>
          <a:p>
            <a:pPr rtl="1" algn="r"/>
            <a:r>
              <a:t>בתספורת הראש שלו יש הבדל בין הצדדים לחלק העליון, עם מעבר חלק ומטושטש. סביב הצוואר תלויה שרשרת גלויה.</a:t>
            </a:r>
          </a:p>
          <a:p>
            <a:r>
              <a:t/>
            </a:r>
          </a:p>
          <a:p>
            <a:pPr rtl="1" algn="r"/>
            <a:r>
              <a:t>אילו פרטים עומדים בכללים? האם עצם קיום היתר הזקן מספיק כדי לאשר את המראה?</a:t>
            </a:r>
          </a:p>
          <a:p>
            <a:r>
              <a:t/>
            </a:r>
          </a:p>
          <a:p>
            <a:pPr rtl="1" algn="r"/>
            <a:r>
              <a:t>מהלך התרגיל: 30 שניות לחשיבה, 30 שניות לשיתוף ו־30 שניות לניסוח תשובה. נפריד בין ההליך, נראות הזקן, שיער הראש והשרשרת.</a:t>
            </a:r>
          </a:p>
          <a:p>
            <a:r>
              <a:t/>
            </a:r>
          </a:p>
          <a:p>
            <a:pPr rtl="1" algn="r"/>
            <a:r>
              <a:t>אני מקריאה שוב את ההבדל בין הזקן לבין שיער הראש. נסו לזהות היכן נאסרה מדרגה והיכן מותר מעבר חלק בין אורכים. נבקש תשובה שמתייחסת גם להצהרה וגם לתוצאה בפועל, ולא תסתפק במילים ״יש לו היתר״.</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טופס צה״ל, הצהרה לגידול זקן או שפם</a:t>
            </a:r>
          </a:p>
          <a:p>
            <a:pPr rtl="1" algn="r"/>
            <a:r>
              <a:t>https://www.idf.il/media/3enbzhqg/הצהרה-לגידול-זקן-או-שפם-1.pdf</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27: פתרון: ההיתר וההופעה בפועל</a:t>
            </a:r>
          </a:p>
          <a:p>
            <a:pPr rtl="1" algn="r"/>
            <a:r>
              <a:t>זמן: 23:45 עד 24:45</a:t>
            </a:r>
          </a:p>
          <a:p>
            <a:r>
              <a:t/>
            </a:r>
          </a:p>
          <a:p>
            <a:pPr rtl="1" algn="r"/>
            <a:r>
              <a:t>טקסט מלא להקראה:</a:t>
            </a:r>
          </a:p>
          <a:p>
            <a:pPr rtl="1" algn="r"/>
            <a:r>
              <a:t>ההליך המתואר תקין, אך בעל ההיתר חייב להמשיך לעמוד בכללי הנראות של הזקן והשפם.</a:t>
            </a:r>
          </a:p>
          <a:p>
            <a:r>
              <a:t/>
            </a:r>
          </a:p>
          <a:p>
            <a:pPr rtl="1" algn="r"/>
            <a:r>
              <a:t>מראה הזיפים לאחר תקופת הגידול והמדרגה במסגרת הזקן אינם תקינים. יש להסדיר את ההופעה מול הגורמים המתאימים.</a:t>
            </a:r>
          </a:p>
          <a:p>
            <a:r>
              <a:t/>
            </a:r>
          </a:p>
          <a:p>
            <a:pPr rtl="1" algn="r"/>
            <a:r>
              <a:t>תספורת הראש יכולה להיות תקינה: הבדל בין אורכים מותר כשהשיער קצר והמעבר חלק ומדורג, ללא מדרגה נראית וללא חריגות אחרות.</a:t>
            </a:r>
          </a:p>
          <a:p>
            <a:r>
              <a:t/>
            </a:r>
          </a:p>
          <a:p>
            <a:pPr rtl="1" algn="r"/>
            <a:r>
              <a:t>השרשרת חייבת להיות מוסתרת מתחת לחולצה ולעמוד במגבלות המידה. היתר זקן אינו משפיע על כללי התכשיטים.</a:t>
            </a:r>
          </a:p>
          <a:p>
            <a:r>
              <a:t/>
            </a:r>
          </a:p>
          <a:p>
            <a:pPr rtl="1" algn="r"/>
            <a:r>
              <a:t>המקרה מחדד שתי הבחנות. ראשית, היתר הוא בעל תנאים שיש לקיים לאורך זמן. שנית, לא כל הבדל בין אורכי השיער אסור. בודקים את הנושא המסוים, את שלב הגידול ואת הצורה בפועל. גם תכשיט דורש בדיקה נפרדת.</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טופס צה״ל, הצהרה לגידול זקן או שפם</a:t>
            </a:r>
          </a:p>
          <a:p>
            <a:pPr rtl="1" algn="r"/>
            <a:r>
              <a:t>https://www.idf.il/media/3enbzhqg/הצהרה-לגידול-זקן-או-שפם-1.pdf</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28: בדיקת הבנה: ארבעה מצבים</a:t>
            </a:r>
          </a:p>
          <a:p>
            <a:pPr rtl="1" algn="r"/>
            <a:r>
              <a:t>זמן: 24:45 עד 26:45</a:t>
            </a:r>
          </a:p>
          <a:p>
            <a:r>
              <a:t/>
            </a:r>
          </a:p>
          <a:p>
            <a:pPr rtl="1" algn="r"/>
            <a:r>
              <a:t>טקסט מלא להקראה:</a:t>
            </a:r>
          </a:p>
          <a:p>
            <a:pPr rtl="1" algn="r"/>
            <a:r>
              <a:t>חיילת חובה עם שני זוגות עגילים צמודים: אינו תקין. בחובה מותר זוג אחד. שני זוגות צמודים מותרים בקבע.</a:t>
            </a:r>
          </a:p>
          <a:p>
            <a:r>
              <a:t/>
            </a:r>
          </a:p>
          <a:p>
            <a:pPr rtl="1" algn="r"/>
            <a:r>
              <a:t>מעבר חלק בין אורכים בתספורת גבר: עשוי להיות תקין כשהשיער קצר, מסודר וללא מדרגה או חריגות אחרות.</a:t>
            </a:r>
          </a:p>
          <a:p>
            <a:r>
              <a:t/>
            </a:r>
          </a:p>
          <a:p>
            <a:pPr rtl="1" algn="r"/>
            <a:r>
              <a:t>חיילת במדי ב׳ עם סנדלים תקניים: אינו תקין. ההיתר לסנדלים אינו חל על מדי ב׳.</a:t>
            </a:r>
          </a:p>
          <a:p>
            <a:r>
              <a:t/>
            </a:r>
          </a:p>
          <a:p>
            <a:pPr rtl="1" algn="r"/>
            <a:r>
              <a:t>משרתת קבע עם לק אחיד, ללא דוגמאות וללא נצנצים: צבע שאינו מותר בחובה עשוי להיות מותר לה לפי עדכון 2025.</a:t>
            </a:r>
          </a:p>
          <a:p>
            <a:r>
              <a:t/>
            </a:r>
          </a:p>
          <a:p>
            <a:pPr rtl="1" algn="r"/>
            <a:r>
              <a:t>לתרגיל הזה נקדיש חצי דקה לכל מצב. בכל פעם אקריא תחילה רק את המקרה, אבקש תשובה קצרה, ואז אקריא את ההסבר הכתוב. התשובות כבר נמצאות בשקופית, ולכן אין צורך לזכור את הפתרון. הדגש הוא על נימוק: סוג השירות, סוג המדים, והסעיף המתאים.</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29: בדיקת הופעה לפני יציאה</a:t>
            </a:r>
          </a:p>
          <a:p>
            <a:pPr rtl="1" algn="r"/>
            <a:r>
              <a:t>זמן: 26:45 עד 27:45</a:t>
            </a:r>
          </a:p>
          <a:p>
            <a:r>
              <a:t/>
            </a:r>
          </a:p>
          <a:p>
            <a:pPr rtl="1" algn="r"/>
            <a:r>
              <a:t>טקסט מלא להקראה:</a:t>
            </a:r>
          </a:p>
          <a:p>
            <a:pPr rtl="1" algn="r"/>
            <a:r>
              <a:t>מדים: הסוג מותר לתנועה המתוכננת, הבגדים נקיים ושלמים, החולצה והחגורה מסודרות והשרוולים מתאימים למסגרת.</a:t>
            </a:r>
          </a:p>
          <a:p>
            <a:r>
              <a:t/>
            </a:r>
          </a:p>
          <a:p>
            <a:pPr rtl="1" algn="r"/>
            <a:r>
              <a:t>כומתה וסמלים: צבע וסמל לפי הזכאות, דרגות ותגים במקומם, ללא פאצ׳ים פרטיים שלא אושרו.</a:t>
            </a:r>
          </a:p>
          <a:p>
            <a:r>
              <a:t/>
            </a:r>
          </a:p>
          <a:p>
            <a:pPr rtl="1" algn="r"/>
            <a:r>
              <a:t>הופעה אישית: שיער אסוף או תספורת תקנית, זקן לפי ההיתר, תכשיטים ולק לפי חובה או קבע.</a:t>
            </a:r>
          </a:p>
          <a:p>
            <a:r>
              <a:t/>
            </a:r>
          </a:p>
          <a:p>
            <a:pPr rtl="1" algn="r"/>
            <a:r>
              <a:t>נעליים ואישורים: הדגם מתאים, השרוכים בפנים כשהדבר נדרש, הגרביים תקניים וכל אישור נדרש זמין ובתוקף.</a:t>
            </a:r>
          </a:p>
          <a:p>
            <a:r>
              <a:t/>
            </a:r>
          </a:p>
          <a:p>
            <a:pPr rtl="1" algn="r"/>
            <a:r>
              <a:t>זוהי בדיקה אישית קצרה שאפשר לבצע מול מראה לפני יציאה. עוברים מלמעלה למטה ולא מסתפקים בפרט אחד. אם משהו אינו ברור, מבררים לפני היציאה, בזמן שעוד אפשר לתקן או להביא את האישור הנדרש.</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30: שאלות מהקהל ותשובות זמינות</a:t>
            </a:r>
          </a:p>
          <a:p>
            <a:pPr rtl="1" algn="r"/>
            <a:r>
              <a:t>זמן: 27:45 עד 29:30</a:t>
            </a:r>
          </a:p>
          <a:p>
            <a:r>
              <a:t/>
            </a:r>
          </a:p>
          <a:p>
            <a:pPr rtl="1" algn="r"/>
            <a:r>
              <a:t>טקסט מלא להקראה:</a:t>
            </a:r>
          </a:p>
          <a:p>
            <a:pPr rtl="1" algn="r"/>
            <a:r>
              <a:t>האם כלל זהה חל על כולם? יש כללי בסיס משותפים ולצדם הבדלים בין חובה, קבע ומילואים ובין סוגי מדים ותפקידים.</a:t>
            </a:r>
          </a:p>
          <a:p>
            <a:r>
              <a:t/>
            </a:r>
          </a:p>
          <a:p>
            <a:pPr rtl="1" algn="r"/>
            <a:r>
              <a:t>האם מותר לשלב פריט שנראה צבאי? צריך לבדוק שהדגם והשילוב מותרים ושיש זכאות או אישור מתאים.</a:t>
            </a:r>
          </a:p>
          <a:p>
            <a:r>
              <a:t/>
            </a:r>
          </a:p>
          <a:p>
            <a:pPr rtl="1" algn="r"/>
            <a:r>
              <a:t>מי פותר ספק? המפקד ורס״ר או רס״רית היחידה, מול נוסח ההוראה העדכני. אפשר להיעזר בקישורים שבנספח.</a:t>
            </a:r>
          </a:p>
          <a:p>
            <a:r>
              <a:t/>
            </a:r>
          </a:p>
          <a:p>
            <a:pPr rtl="1" algn="r"/>
            <a:r>
              <a:t>נקדיש כעת זמן לשתי שאלות מהקהל. אם אין שאלות, נבחר מקרה יום־יומי נוסף ונבדוק: סוג שירות, מסגרת, פריט ואישור.</a:t>
            </a:r>
          </a:p>
          <a:p>
            <a:r>
              <a:t/>
            </a:r>
          </a:p>
          <a:p>
            <a:pPr rtl="1" algn="r"/>
            <a:r>
              <a:t>לשאלה שאין לה תשובה מאומתת במצגת אפשר להשיב כך: ״כדי לתת תשובה מדויקת צריך לבדוק את סוג השירות, את הפריט ואת הנוסח העדכני מול רס״ר היחידה. לא נקבע היתר על בסיס ניחוש.״ לאחר שתי שאלות, או בתום הזמן, עוברים לשקופית הסיום.</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31: הופעה תקינה מתחילה בבדיקה</a:t>
            </a:r>
          </a:p>
          <a:p>
            <a:pPr rtl="1" algn="r"/>
            <a:r>
              <a:t>זמן: 29:30 עד 30:00</a:t>
            </a:r>
          </a:p>
          <a:p>
            <a:r>
              <a:t/>
            </a:r>
          </a:p>
          <a:p>
            <a:pPr rtl="1" algn="r"/>
            <a:r>
              <a:t>טקסט מלא להקראה:</a:t>
            </a:r>
          </a:p>
          <a:p>
            <a:pPr rtl="1" algn="r"/>
            <a:r>
              <a:t>מזהים את סוג השירות ואת המסגרת.</a:t>
            </a:r>
          </a:p>
          <a:p>
            <a:r>
              <a:t/>
            </a:r>
          </a:p>
          <a:p>
            <a:pPr rtl="1" algn="r"/>
            <a:r>
              <a:t>בודקים את המדים ואת ההופעה האישית לפי הכלל המתאים.</a:t>
            </a:r>
          </a:p>
          <a:p>
            <a:r>
              <a:t/>
            </a:r>
          </a:p>
          <a:p>
            <a:pPr rtl="1" algn="r"/>
            <a:r>
              <a:t>מסדירים אישורים ומבררים ספק לפני היציאה.</a:t>
            </a:r>
          </a:p>
          <a:p>
            <a:r>
              <a:t/>
            </a:r>
          </a:p>
          <a:p>
            <a:pPr rtl="1" algn="r"/>
            <a:r>
              <a:t>כללי הדיגום עשויים להתעדכן. המקורות ונספחי העזר נמצאים בשקופיות הבאות.</a:t>
            </a:r>
          </a:p>
          <a:p>
            <a:r>
              <a:t/>
            </a:r>
          </a:p>
          <a:p>
            <a:pPr rtl="1" algn="r"/>
            <a:r>
              <a:t>עברנו על כללי היום־יום ועל ההבדלים העיקריים בין נשים וגברים, חובה, קבע ומילואים. בדיקה קצרה של הזכאות, המסגרת והפריט מאפשרת לזהות טעויות ולהגיע מוכנים. תודה לכולם.</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32: נספח: תכשיטים של נשות קבע</a:t>
            </a:r>
          </a:p>
          <a:p>
            <a:pPr rtl="1" algn="r"/>
            <a:r>
              <a:t>זמן: נספח מחוץ למסלול ההרצאה</a:t>
            </a:r>
          </a:p>
          <a:p>
            <a:r>
              <a:t/>
            </a:r>
          </a:p>
          <a:p>
            <a:pPr rtl="1" algn="r"/>
            <a:r>
              <a:t>טקסט מלא להקראה:</a:t>
            </a:r>
          </a:p>
          <a:p>
            <a:pPr rtl="1" algn="r"/>
            <a:r>
              <a:t>עד ארבע טבעות, ברוחב עד 1.5 ס״מ לכל טבעת, על אצבעות הידיים.</a:t>
            </a:r>
          </a:p>
          <a:p>
            <a:r>
              <a:t/>
            </a:r>
          </a:p>
          <a:p>
            <a:pPr rtl="1" algn="r"/>
            <a:r>
              <a:t>עד שתי שרשראות מתכת. קוטר כל שרשרת עד 3 מ״מ, ולכל אחת תליון אחד בקוטר עד 3 ס״מ. השרשראות מוסתרות ואינן קולרים.</a:t>
            </a:r>
          </a:p>
          <a:p>
            <a:r>
              <a:t/>
            </a:r>
          </a:p>
          <a:p>
            <a:pPr rtl="1" algn="r"/>
            <a:r>
              <a:t>עד שני צמידי מתכת על כל אמה, ארבעה בסך הכול. רוחב כל צמיד עד 2 ס״מ.</a:t>
            </a:r>
          </a:p>
          <a:p>
            <a:r>
              <a:t/>
            </a:r>
          </a:p>
          <a:p>
            <a:pPr rtl="1" algn="r"/>
            <a:r>
              <a:t>עד שני זוגות עגילים צמודים בהתאם לעדכון 2025. עדיין בודקים מיקום מותר בתנוך ואת תנאי הבטיחות של התפקיד.</a:t>
            </a:r>
          </a:p>
          <a:p>
            <a:r>
              <a:t/>
            </a:r>
          </a:p>
          <a:p>
            <a:pPr rtl="1" algn="r"/>
            <a:r>
              <a:t>שקופית עזר לשאלות, מחוץ למסלול של 30 הדקות.</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33: נספח: סנדלים וכיסוי ראש</a:t>
            </a:r>
          </a:p>
          <a:p>
            <a:pPr rtl="1" algn="r"/>
            <a:r>
              <a:t>זמן: נספח מחוץ למסלול ההרצאה</a:t>
            </a:r>
          </a:p>
          <a:p>
            <a:r>
              <a:t/>
            </a:r>
          </a:p>
          <a:p>
            <a:pPr rtl="1" algn="r"/>
            <a:r>
              <a:t>טקסט מלא להקראה:</a:t>
            </a:r>
          </a:p>
          <a:p>
            <a:pPr rtl="1" algn="r"/>
            <a:r>
              <a:t>סנדלים לנשים: שחורים מעור או דמוי עור, ללא קישוטים, סגורים לרגל לפי המפרט. בחובה רצועה קדמית ברוחב 2.5 ס״מ ורצועת קרסול, עקב עד 2 ס״מ. בקבע חלים כללי הדגם הייעודיים, ועקב עד 7 ס״מ.</a:t>
            </a:r>
          </a:p>
          <a:p>
            <a:r>
              <a:t/>
            </a:r>
          </a:p>
          <a:p>
            <a:pPr rtl="1" algn="r"/>
            <a:r>
              <a:t>אין סנדלי אצבע או פלטפורמה, אין גרביים עם סנדלים, ואין שילוב עם מדי ב׳ או פריטי חורף. המפקד רשאי להגביל לפי פעילות ומזג אוויר.</a:t>
            </a:r>
          </a:p>
          <a:p>
            <a:r>
              <a:t/>
            </a:r>
          </a:p>
          <a:p>
            <a:pPr rtl="1" algn="r"/>
            <a:r>
              <a:t>צבעי כיסוי ראש לנשים דתיות לפי עדכון 2025: כחול כהה, לבן, ירוק כהה, חום, חום קאמל, שחור, אפור וירוק זית.</a:t>
            </a:r>
          </a:p>
          <a:p>
            <a:r>
              <a:t/>
            </a:r>
          </a:p>
          <a:p>
            <a:pPr rtl="1" algn="r"/>
            <a:r>
              <a:t>בודקים גם את הזכאות, אופן הלבישה וההנחיה העדכנית ביחידה. בפריט ייעודי אין להסתפק בבדיקת הצבע בלבד.</a:t>
            </a:r>
          </a:p>
          <a:p>
            <a:r>
              <a:t/>
            </a:r>
          </a:p>
          <a:p>
            <a:pPr rtl="1" algn="r"/>
            <a:r>
              <a:t>שקופית עזר לשאלות, מחוץ למסלול של 30 הדקות. מפרט עקב הסנדל בקבע כולל מגבלות נוספות: קוטר עד 3 ס״מ ואורך ורוחב עד 4 ס״מ. ניתן שעם בגובה עד 2 ס״מ לפי ההוראה. לבדוק את מלוא המפרט לפני רכישה.</a:t>
            </a:r>
          </a:p>
          <a:p>
            <a:r>
              <a:t/>
            </a:r>
          </a:p>
          <a:p>
            <a:pPr rtl="1" algn="r"/>
            <a:r>
              <a:t>מקורות:</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34: מקורות רשמיים וקישורים</a:t>
            </a:r>
          </a:p>
          <a:p>
            <a:pPr rtl="1" algn="r"/>
            <a:r>
              <a:t>זמן: נספח מחוץ למסלול ההרצאה</a:t>
            </a:r>
          </a:p>
          <a:p>
            <a:r>
              <a:t/>
            </a:r>
          </a:p>
          <a:p>
            <a:pPr rtl="1" algn="r"/>
            <a:r>
              <a:t>טקסט מלא להקראה:</a:t>
            </a:r>
          </a:p>
          <a:p>
            <a:pPr rtl="1" algn="r"/>
            <a:r>
              <a:t>הקישורים לחיצים בקובץ. פקודת המדים היא המקור לכללי הבסיס. עדכון אפריל 2025 משלים ומשנה את האיגרות הקודמות בנושאים שנקבעו בו. טופס הזקן מספק את ההצהרה והכללים. איגרת החורף משמשת לפרטי לבישה שאינם סותרים עדכון מאוחר.</a:t>
            </a:r>
          </a:p>
          <a:p>
            <a:r>
              <a:t/>
            </a:r>
          </a:p>
          <a:p>
            <a:pPr rtl="1" algn="r"/>
            <a:r>
              <a:t>מקורות:</a:t>
            </a:r>
          </a:p>
          <a:p>
            <a:pPr rtl="1" algn="r"/>
            <a:r>
              <a:t>פקודת מטכ״ל 33.0501, מדים</a:t>
            </a:r>
          </a:p>
          <a:p>
            <a:pPr rtl="1" algn="r"/>
            <a:r>
              <a:t>https://www.idf.il/אתרי-יחידות/אתר-הפקודות/פקודות-מטכ-ל/משטר-ומשמעת-33/תלבושת-05/מדים-סוגים-חלקים-והוראות-לבוש-330501/</a:t>
            </a:r>
          </a:p>
          <a:p>
            <a:r>
              <a:t/>
            </a:r>
          </a:p>
          <a:p>
            <a:pPr rtl="1" algn="r"/>
            <a:r>
              <a:t>אתר צה״ל, עדכון דיגום, 09.04.2025</a:t>
            </a:r>
          </a:p>
          <a:p>
            <a:pPr rtl="1" algn="r"/>
            <a:r>
              <a:t>https://www.idf.il/אתרי-יחידות/אגף-כוח-האדם/כל-הכתבות/2025/הכירו-את-הנחיות-הדיגום-החדשות-בצה-ל-המדריך-המלא/</a:t>
            </a:r>
          </a:p>
          <a:p>
            <a:r>
              <a:t/>
            </a:r>
          </a:p>
          <a:p>
            <a:pPr rtl="1" algn="r"/>
            <a:r>
              <a:t>טופס צה״ל, הצהרה לגידול זקן או שפם</a:t>
            </a:r>
          </a:p>
          <a:p>
            <a:pPr rtl="1" algn="r"/>
            <a:r>
              <a:t>https://www.idf.il/media/3enbzhqg/הצהרה-לגידול-זקן-או-שפם-1.pdf</a:t>
            </a:r>
          </a:p>
          <a:p>
            <a:r>
              <a:t/>
            </a:r>
          </a:p>
          <a:p>
            <a:pPr rtl="1" algn="r"/>
            <a:r>
              <a:t>אתר צה״ל, איגרת חורף, 31.10.2024</a:t>
            </a:r>
          </a:p>
          <a:p>
            <a:pPr rtl="1" algn="r"/>
            <a:r>
              <a:t>https://www.idf.il/אתרי-יחידות/כל-מה-שצריך-לדעת-בזמן-המלחמה/כל-הכתבות/הנחיות-הופעה-ולבוש-עם-דגשים-לעונת-החורף-2024-2025/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rtl="1" algn="r"/>
            <a:r>
              <a:t>שקופית 35: מקורות והשלמות להדרכה</a:t>
            </a:r>
          </a:p>
          <a:p>
            <a:pPr rtl="1" algn="r"/>
            <a:r>
              <a:t>זמן: נספח מחוץ למסלול ההרצאה</a:t>
            </a:r>
          </a:p>
          <a:p>
            <a:r>
              <a:t/>
            </a:r>
          </a:p>
          <a:p>
            <a:pPr rtl="1" algn="r"/>
            <a:r>
              <a:t>טקסט מלא להקראה:</a:t>
            </a:r>
          </a:p>
          <a:p>
            <a:pPr rtl="1" algn="r"/>
            <a:r>
              <a:t>יש לקרוא את דפי השאלות והתשובות יחד עם התאריכים והעדכונים. למשל, ניסוח כללי ישן ביחס לשיער אינו מחליף את ההסבר המפורט על מעבר חלק בין אורכים. לא אותר בחיפוש עדכון פומבי רוחבי מאוחר יותר מאפריל 2025, אך אין בכך אישור שלא קיימות הוראות נוספות במערכות צה״ל.</a:t>
            </a:r>
          </a:p>
          <a:p>
            <a:r>
              <a:t/>
            </a:r>
          </a:p>
          <a:p>
            <a:pPr rtl="1" algn="r"/>
            <a:r>
              <a:t>מקורות:</a:t>
            </a:r>
          </a:p>
          <a:p>
            <a:pPr rtl="1" algn="r"/>
            <a:r>
              <a:t>אתר צה״ל, איגרת קיץ, 17.05.2023</a:t>
            </a:r>
          </a:p>
          <a:p>
            <a:pPr rtl="1" algn="r"/>
            <a:r>
              <a:t>https://m.www.idf.il/אתרי-יחידות/אגף-כוח-האדם/כל-הכתבות/2022/הנחיות-דיגום-הופעה-לבוש-צה-ל-קיץ-2023-סנדלים-לק-נשות-קבע-קצינים-משקפי-שמש-כובע/</a:t>
            </a:r>
          </a:p>
          <a:p>
            <a:r>
              <a:t/>
            </a:r>
          </a:p>
          <a:p>
            <a:pPr rtl="1" algn="r"/>
            <a:r>
              <a:t>אתר צה״ל, הופעה ודיגום, שאלות ותשובות</a:t>
            </a:r>
          </a:p>
          <a:p>
            <a:pPr rtl="1" algn="r"/>
            <a:r>
              <a:t>https://m.www.idf.il/השירות-שלי/סוגי-השירות-בצה-ל/שירות-קבע/הופעה-ודיגום/</a:t>
            </a:r>
          </a:p>
          <a:p>
            <a:r>
              <a:t/>
            </a:r>
          </a:p>
          <a:p>
            <a:pPr rtl="1" algn="r"/>
            <a:r>
              <a:t>פקודת מטכ״ל 33.0207, השירות המשותף</a:t>
            </a:r>
          </a:p>
          <a:p>
            <a:pPr rtl="1" algn="r"/>
            <a:r>
              <a:t>https://www.idf.il/אתרי-יחידות/אתר-הפקודות/פקודות-מטכ-ל/משטר-ומשמעת-33/משמעת-ביחידה-ומשטר-מחנה-02/השירות-המשותף-330207/</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294957027744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064fa9936e42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ce3eff129f4a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5184eb809d47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0129b8e34946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20c92d6be443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CCDC22-44A7-43F1-8679-A135609AB3E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823888-2B78-4C36-B86E-444463B3F5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2621AA-B983-4AAF-8800-7C9CD0DDE58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F473B-424A-49F1-9470-9AFDDEB71E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5062F6-3464-4A74-B39D-F8039E5A96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8ED2CE-DBA4-4422-B468-56645A9107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7B506D-1230-4587-B265-361547DCBC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8BC3EB-FD70-455B-ADD5-F0EBE6F7CB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7B8BC-A478-4A60-BE80-C24E9B79F7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E41CFB-8D4E-433B-B424-C75E2A81E3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fc36e367ec4dfb" /><Relationship Type="http://schemas.openxmlformats.org/officeDocument/2006/relationships/slideLayout" Target="/ppt/slideLayouts/slideLayout1.xml" Id="Raf89a165ce9847ef" /><Relationship Type="http://schemas.openxmlformats.org/officeDocument/2006/relationships/slideLayout" Target="/ppt/slideLayouts/slideLayout2.xml" Id="R821f600468184a63" /><Relationship Type="http://schemas.openxmlformats.org/officeDocument/2006/relationships/slideLayout" Target="/ppt/slideLayouts/slideLayout3.xml" Id="Rcff31d8fc8184f7c" /><Relationship Type="http://schemas.openxmlformats.org/officeDocument/2006/relationships/slideLayout" Target="/ppt/slideLayouts/slideLayout4.xml" Id="R0de7a102c1014719" /><Relationship Type="http://schemas.openxmlformats.org/officeDocument/2006/relationships/slideLayout" Target="/ppt/slideLayouts/slideLayout5.xml" Id="Rdda346e6b0d64497" /><Relationship Type="http://schemas.openxmlformats.org/officeDocument/2006/relationships/slideLayout" Target="/ppt/slideLayouts/slideLayout6.xml" Id="R1380f6d2404342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89a165ce9847ef"/>
    <p:sldLayoutId xmlns:r="http://schemas.openxmlformats.org/officeDocument/2006/relationships" id="2147483650" r:id="R821f600468184a63"/>
    <p:sldLayoutId xmlns:r="http://schemas.openxmlformats.org/officeDocument/2006/relationships" id="2147483651" r:id="Rcff31d8fc8184f7c"/>
    <p:sldLayoutId xmlns:r="http://schemas.openxmlformats.org/officeDocument/2006/relationships" id="2147483652" r:id="R0de7a102c1014719"/>
    <p:sldLayoutId xmlns:r="http://schemas.openxmlformats.org/officeDocument/2006/relationships" id="2147483653" r:id="Rdda346e6b0d64497"/>
    <p:sldLayoutId xmlns:r="http://schemas.openxmlformats.org/officeDocument/2006/relationships" id="2147483654" r:id="R1380f6d2404342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599def5da44a80" /><Relationship Type="http://schemas.openxmlformats.org/officeDocument/2006/relationships/notesSlide" Target="/ppt/notesSlides/notesSlide1.xml" Id="R815fe1de1b4042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c569e66dd34886" /><Relationship Type="http://schemas.openxmlformats.org/officeDocument/2006/relationships/notesSlide" Target="/ppt/notesSlides/notesSlide2.xml" Id="Rf835fd4a6ffb45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27900c042f42e2" /><Relationship Type="http://schemas.openxmlformats.org/officeDocument/2006/relationships/notesSlide" Target="/ppt/notesSlides/notesSlide3.xml" Id="R6508f53d2a0645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7224701c4a4d11" /><Relationship Type="http://schemas.openxmlformats.org/officeDocument/2006/relationships/notesSlide" Target="/ppt/notesSlides/notesSlide4.xml" Id="R6e931416036d4f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263c4036bb4c97" /><Relationship Type="http://schemas.openxmlformats.org/officeDocument/2006/relationships/notesSlide" Target="/ppt/notesSlides/notesSlide5.xml" Id="R474e2a97e3ef41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8369c2e0c641cd" /><Relationship Type="http://schemas.openxmlformats.org/officeDocument/2006/relationships/notesSlide" Target="/ppt/notesSlides/notesSlide6.xml" Id="R8ed0e741988f4d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72a9df19394345" /><Relationship Type="http://schemas.openxmlformats.org/officeDocument/2006/relationships/notesSlide" Target="/ppt/notesSlides/notesSlide7.xml" Id="R89079f38825c4a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a8ab622e1444c9" /><Relationship Type="http://schemas.openxmlformats.org/officeDocument/2006/relationships/notesSlide" Target="/ppt/notesSlides/notesSlide8.xml" Id="R6424a24005ae4a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ebb25c0b9b46c6" /><Relationship Type="http://schemas.openxmlformats.org/officeDocument/2006/relationships/notesSlide" Target="/ppt/notesSlides/notesSlide9.xml" Id="R097bb41d227e48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af369d010d04a0f" /><Relationship Type="http://schemas.openxmlformats.org/officeDocument/2006/relationships/notesSlide" Target="/ppt/notesSlides/notesSlide10.xml" Id="Rb99adebbb2a543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e4920b4f3a4328" /><Relationship Type="http://schemas.openxmlformats.org/officeDocument/2006/relationships/notesSlide" Target="/ppt/notesSlides/notesSlide11.xml" Id="R00db8e48b6e04e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cf22e4560414207" /><Relationship Type="http://schemas.openxmlformats.org/officeDocument/2006/relationships/notesSlide" Target="/ppt/notesSlides/notesSlide12.xml" Id="Raf5ad88693144d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93edac2adb140cc" /><Relationship Type="http://schemas.openxmlformats.org/officeDocument/2006/relationships/notesSlide" Target="/ppt/notesSlides/notesSlide13.xml" Id="Rb0a11f5a374c48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4c8f83355b344d5" /><Relationship Type="http://schemas.openxmlformats.org/officeDocument/2006/relationships/notesSlide" Target="/ppt/notesSlides/notesSlide14.xml" Id="Rdf9609c87e4f45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71541a2821143c8" /><Relationship Type="http://schemas.openxmlformats.org/officeDocument/2006/relationships/notesSlide" Target="/ppt/notesSlides/notesSlide15.xml" Id="Rc219285838bb4d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f42a37a6eba4273" /><Relationship Type="http://schemas.openxmlformats.org/officeDocument/2006/relationships/notesSlide" Target="/ppt/notesSlides/notesSlide16.xml" Id="Ref90afd74de141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7b64b13f7704d25" /><Relationship Type="http://schemas.openxmlformats.org/officeDocument/2006/relationships/notesSlide" Target="/ppt/notesSlides/notesSlide17.xml" Id="R49b4fa4a21b849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977fca581a4705" /><Relationship Type="http://schemas.openxmlformats.org/officeDocument/2006/relationships/notesSlide" Target="/ppt/notesSlides/notesSlide18.xml" Id="R4f6ca7d7bece45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1d52db008ec424f" /><Relationship Type="http://schemas.openxmlformats.org/officeDocument/2006/relationships/notesSlide" Target="/ppt/notesSlides/notesSlide19.xml" Id="Rda1ccb093bb347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d9d40f0aef248e8" /><Relationship Type="http://schemas.openxmlformats.org/officeDocument/2006/relationships/notesSlide" Target="/ppt/notesSlides/notesSlide20.xml" Id="R9a76955dd4504d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642cbd4fc1b46ec" /><Relationship Type="http://schemas.openxmlformats.org/officeDocument/2006/relationships/notesSlide" Target="/ppt/notesSlides/notesSlide21.xml" Id="R1fb36ffeef264a9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850d2e3d7774e1a" /><Relationship Type="http://schemas.openxmlformats.org/officeDocument/2006/relationships/notesSlide" Target="/ppt/notesSlides/notesSlide22.xml" Id="R9bee8132b1dc47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49659be8fa045e1" /><Relationship Type="http://schemas.openxmlformats.org/officeDocument/2006/relationships/notesSlide" Target="/ppt/notesSlides/notesSlide23.xml" Id="R51f6a02fa29b487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3d70fa308794dc4" /><Relationship Type="http://schemas.openxmlformats.org/officeDocument/2006/relationships/notesSlide" Target="/ppt/notesSlides/notesSlide24.xml" Id="R6fe4d6e10f91461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edada52957841e4" /><Relationship Type="http://schemas.openxmlformats.org/officeDocument/2006/relationships/notesSlide" Target="/ppt/notesSlides/notesSlide25.xml" Id="Re01668d202ad43b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98fb2fa2acf48ee" /><Relationship Type="http://schemas.openxmlformats.org/officeDocument/2006/relationships/notesSlide" Target="/ppt/notesSlides/notesSlide26.xml" Id="R8ba056e554214b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d61b6d74a4847eb" /><Relationship Type="http://schemas.openxmlformats.org/officeDocument/2006/relationships/notesSlide" Target="/ppt/notesSlides/notesSlide27.xml" Id="R2200ff9d160248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6ea3db393c64c52" /><Relationship Type="http://schemas.openxmlformats.org/officeDocument/2006/relationships/notesSlide" Target="/ppt/notesSlides/notesSlide28.xml" Id="Re996d22b2c644ec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fd217e6070b49d9" /><Relationship Type="http://schemas.openxmlformats.org/officeDocument/2006/relationships/notesSlide" Target="/ppt/notesSlides/notesSlide29.xml" Id="R03bbd6cf72a9465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1a32719f028465e" /><Relationship Type="http://schemas.openxmlformats.org/officeDocument/2006/relationships/notesSlide" Target="/ppt/notesSlides/notesSlide30.xml" Id="R76e2c4a2c27a446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2725171ea584025" /><Relationship Type="http://schemas.openxmlformats.org/officeDocument/2006/relationships/notesSlide" Target="/ppt/notesSlides/notesSlide31.xml" Id="Rd8850e393305419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184ae94303a447d" /><Relationship Type="http://schemas.openxmlformats.org/officeDocument/2006/relationships/notesSlide" Target="/ppt/notesSlides/notesSlide32.xml" Id="R7403451ed724415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ff104f709214249" /><Relationship Type="http://schemas.openxmlformats.org/officeDocument/2006/relationships/notesSlide" Target="/ppt/notesSlides/notesSlide33.xml" Id="R530886e79b0e42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b712f36e3e74a9b" /><Relationship Type="http://schemas.openxmlformats.org/officeDocument/2006/relationships/hyperlink" Target="https://www.idf.il/&#1488;&#1514;&#1512;&#1497;-&#1497;&#1495;&#1497;&#1491;&#1493;&#1514;/&#1488;&#1514;&#1512;-&#1492;&#1508;&#1511;&#1493;&#1491;&#1493;&#1514;/&#1508;&#1511;&#1493;&#1491;&#1493;&#1514;-&#1502;&#1496;&#1499;-&#1500;/&#1502;&#1513;&#1496;&#1512;-&#1493;&#1502;&#1513;&#1502;&#1506;&#1514;-33/&#1514;&#1500;&#1489;&#1493;&#1513;&#1514;-05/&#1502;&#1491;&#1497;&#1501;-&#1505;&#1493;&#1490;&#1497;&#1501;-&#1495;&#1500;&#1511;&#1497;&#1501;-&#1493;&#1492;&#1493;&#1512;&#1488;&#1493;&#1514;-&#1500;&#1489;&#1493;&#1513;-330501/" TargetMode="External" Id="R1365f8a2bfe7493d" /><Relationship Type="http://schemas.openxmlformats.org/officeDocument/2006/relationships/hyperlink" Target="https://www.idf.il/&#1488;&#1514;&#1512;&#1497;-&#1497;&#1495;&#1497;&#1491;&#1493;&#1514;/&#1488;&#1514;&#1512;-&#1492;&#1508;&#1511;&#1493;&#1491;&#1493;&#1514;/&#1508;&#1511;&#1493;&#1491;&#1493;&#1514;-&#1502;&#1496;&#1499;-&#1500;/&#1502;&#1513;&#1496;&#1512;-&#1493;&#1502;&#1513;&#1502;&#1506;&#1514;-33/&#1514;&#1500;&#1489;&#1493;&#1513;&#1514;-05/&#1502;&#1491;&#1497;&#1501;-&#1505;&#1493;&#1490;&#1497;&#1501;-&#1495;&#1500;&#1511;&#1497;&#1501;-&#1493;&#1492;&#1493;&#1512;&#1488;&#1493;&#1514;-&#1500;&#1489;&#1493;&#1513;-330501/" TargetMode="External" Id="Rd35ad67224ca4110" /><Relationship Type="http://schemas.openxmlformats.org/officeDocument/2006/relationships/hyperlink" Target="https://www.idf.il/&#1488;&#1514;&#1512;&#1497;-&#1497;&#1495;&#1497;&#1491;&#1493;&#1514;/&#1488;&#1514;&#1512;-&#1492;&#1508;&#1511;&#1493;&#1491;&#1493;&#1514;/&#1508;&#1511;&#1493;&#1491;&#1493;&#1514;-&#1502;&#1496;&#1499;-&#1500;/&#1502;&#1513;&#1496;&#1512;-&#1493;&#1502;&#1513;&#1502;&#1506;&#1514;-33/&#1514;&#1500;&#1489;&#1493;&#1513;&#1514;-05/&#1502;&#1491;&#1497;&#1501;-&#1505;&#1493;&#1490;&#1497;&#1501;-&#1495;&#1500;&#1511;&#1497;&#1501;-&#1493;&#1492;&#1493;&#1512;&#1488;&#1493;&#1514;-&#1500;&#1489;&#1493;&#1513;-330501/" TargetMode="External" Id="R00dd9187835147b5" /><Relationship Type="http://schemas.openxmlformats.org/officeDocument/2006/relationships/hyperlink" Target="https://www.idf.il/&#1488;&#1514;&#1512;&#1497;-&#1497;&#1495;&#1497;&#1491;&#1493;&#1514;/&#1488;&#1514;&#1512;-&#1492;&#1508;&#1511;&#1493;&#1491;&#1493;&#1514;/&#1508;&#1511;&#1493;&#1491;&#1493;&#1514;-&#1502;&#1496;&#1499;-&#1500;/&#1502;&#1513;&#1496;&#1512;-&#1493;&#1502;&#1513;&#1502;&#1506;&#1514;-33/&#1514;&#1500;&#1489;&#1493;&#1513;&#1514;-05/&#1502;&#1491;&#1497;&#1501;-&#1505;&#1493;&#1490;&#1497;&#1501;-&#1495;&#1500;&#1511;&#1497;&#1501;-&#1493;&#1492;&#1493;&#1512;&#1488;&#1493;&#1514;-&#1500;&#1489;&#1493;&#1513;-330501/" TargetMode="External" Id="R206e63cd3663468a" /><Relationship Type="http://schemas.openxmlformats.org/officeDocument/2006/relationships/hyperlink" Target="https://www.idf.il/&#1488;&#1514;&#1512;&#1497;-&#1497;&#1495;&#1497;&#1491;&#1493;&#1514;/&#1488;&#1490;&#1507;-&#1499;&#1493;&#1495;-&#1492;&#1488;&#1491;&#1501;/&#1499;&#1500;-&#1492;&#1499;&#1514;&#1489;&#1493;&#1514;/2025/&#1492;&#1499;&#1497;&#1512;&#1493;-&#1488;&#1514;-&#1492;&#1504;&#1495;&#1497;&#1493;&#1514;-&#1492;&#1491;&#1497;&#1490;&#1493;&#1501;-&#1492;&#1495;&#1491;&#1513;&#1493;&#1514;-&#1489;&#1510;&#1492;-&#1500;-&#1492;&#1502;&#1491;&#1512;&#1497;&#1498;-&#1492;&#1502;&#1500;&#1488;/" TargetMode="External" Id="R78162eff02504b96" /><Relationship Type="http://schemas.openxmlformats.org/officeDocument/2006/relationships/hyperlink" Target="https://www.idf.il/&#1488;&#1514;&#1512;&#1497;-&#1497;&#1495;&#1497;&#1491;&#1493;&#1514;/&#1488;&#1490;&#1507;-&#1499;&#1493;&#1495;-&#1492;&#1488;&#1491;&#1501;/&#1499;&#1500;-&#1492;&#1499;&#1514;&#1489;&#1493;&#1514;/2025/&#1492;&#1499;&#1497;&#1512;&#1493;-&#1488;&#1514;-&#1492;&#1504;&#1495;&#1497;&#1493;&#1514;-&#1492;&#1491;&#1497;&#1490;&#1493;&#1501;-&#1492;&#1495;&#1491;&#1513;&#1493;&#1514;-&#1489;&#1510;&#1492;-&#1500;-&#1492;&#1502;&#1491;&#1512;&#1497;&#1498;-&#1492;&#1502;&#1500;&#1488;/" TargetMode="External" Id="Rab1b92e717584dc7" /><Relationship Type="http://schemas.openxmlformats.org/officeDocument/2006/relationships/hyperlink" Target="https://www.idf.il/&#1488;&#1514;&#1512;&#1497;-&#1497;&#1495;&#1497;&#1491;&#1493;&#1514;/&#1488;&#1490;&#1507;-&#1499;&#1493;&#1495;-&#1492;&#1488;&#1491;&#1501;/&#1499;&#1500;-&#1492;&#1499;&#1514;&#1489;&#1493;&#1514;/2025/&#1492;&#1499;&#1497;&#1512;&#1493;-&#1488;&#1514;-&#1492;&#1504;&#1495;&#1497;&#1493;&#1514;-&#1492;&#1491;&#1497;&#1490;&#1493;&#1501;-&#1492;&#1495;&#1491;&#1513;&#1493;&#1514;-&#1489;&#1510;&#1492;-&#1500;-&#1492;&#1502;&#1491;&#1512;&#1497;&#1498;-&#1492;&#1502;&#1500;&#1488;/" TargetMode="External" Id="Rc7a63319878d4763" /><Relationship Type="http://schemas.openxmlformats.org/officeDocument/2006/relationships/hyperlink" Target="https://www.idf.il/&#1488;&#1514;&#1512;&#1497;-&#1497;&#1495;&#1497;&#1491;&#1493;&#1514;/&#1488;&#1490;&#1507;-&#1499;&#1493;&#1495;-&#1492;&#1488;&#1491;&#1501;/&#1499;&#1500;-&#1492;&#1499;&#1514;&#1489;&#1493;&#1514;/2025/&#1492;&#1499;&#1497;&#1512;&#1493;-&#1488;&#1514;-&#1492;&#1504;&#1495;&#1497;&#1493;&#1514;-&#1492;&#1491;&#1497;&#1490;&#1493;&#1501;-&#1492;&#1495;&#1491;&#1513;&#1493;&#1514;-&#1489;&#1510;&#1492;-&#1500;-&#1492;&#1502;&#1491;&#1512;&#1497;&#1498;-&#1492;&#1502;&#1500;&#1488;/" TargetMode="External" Id="R75b9be9b68e848c0" /><Relationship Type="http://schemas.openxmlformats.org/officeDocument/2006/relationships/hyperlink" Target="https://www.idf.il/&#1488;&#1514;&#1512;&#1497;-&#1497;&#1495;&#1497;&#1491;&#1493;&#1514;/&#1488;&#1490;&#1507;-&#1499;&#1493;&#1495;-&#1492;&#1488;&#1491;&#1501;/&#1499;&#1500;-&#1492;&#1499;&#1514;&#1489;&#1493;&#1514;/2025/&#1492;&#1499;&#1497;&#1512;&#1493;-&#1488;&#1514;-&#1492;&#1504;&#1495;&#1497;&#1493;&#1514;-&#1492;&#1491;&#1497;&#1490;&#1493;&#1501;-&#1492;&#1495;&#1491;&#1513;&#1493;&#1514;-&#1489;&#1510;&#1492;-&#1500;-&#1492;&#1502;&#1491;&#1512;&#1497;&#1498;-&#1492;&#1502;&#1500;&#1488;/" TargetMode="External" Id="R8bec4b21096f4deb" /><Relationship Type="http://schemas.openxmlformats.org/officeDocument/2006/relationships/hyperlink" Target="https://www.idf.il/media/3enbzhqg/&#1492;&#1510;&#1492;&#1512;&#1492;-&#1500;&#1490;&#1497;&#1491;&#1493;&#1500;-&#1494;&#1511;&#1503;-&#1488;&#1493;-&#1513;&#1508;&#1501;-1.pdf" TargetMode="External" Id="Reb99d4d659e84f65" /><Relationship Type="http://schemas.openxmlformats.org/officeDocument/2006/relationships/hyperlink" Target="https://www.idf.il/media/3enbzhqg/&#1492;&#1510;&#1492;&#1512;&#1492;-&#1500;&#1490;&#1497;&#1491;&#1493;&#1500;-&#1494;&#1511;&#1503;-&#1488;&#1493;-&#1513;&#1508;&#1501;-1.pdf" TargetMode="External" Id="Rab3172f1530b4407" /><Relationship Type="http://schemas.openxmlformats.org/officeDocument/2006/relationships/hyperlink" Target="https://www.idf.il/media/3enbzhqg/&#1492;&#1510;&#1492;&#1512;&#1492;-&#1500;&#1490;&#1497;&#1491;&#1493;&#1500;-&#1494;&#1511;&#1503;-&#1488;&#1493;-&#1513;&#1508;&#1501;-1.pdf" TargetMode="External" Id="Rf3048346d1c7419e" /><Relationship Type="http://schemas.openxmlformats.org/officeDocument/2006/relationships/hyperlink" Target="https://www.idf.il/media/3enbzhqg/&#1492;&#1510;&#1492;&#1512;&#1492;-&#1500;&#1490;&#1497;&#1491;&#1493;&#1500;-&#1494;&#1511;&#1503;-&#1488;&#1493;-&#1513;&#1508;&#1501;-1.pdf" TargetMode="External" Id="R79e159e0962f4374" /><Relationship Type="http://schemas.openxmlformats.org/officeDocument/2006/relationships/hyperlink" Target="https://www.idf.il/media/3enbzhqg/&#1492;&#1510;&#1492;&#1512;&#1492;-&#1500;&#1490;&#1497;&#1491;&#1493;&#1500;-&#1494;&#1511;&#1503;-&#1488;&#1493;-&#1513;&#1508;&#1501;-1.pdf" TargetMode="External" Id="Rbca8fd4838954451" /><Relationship Type="http://schemas.openxmlformats.org/officeDocument/2006/relationships/hyperlink" Target="https://www.idf.il/media/3enbzhqg/&#1492;&#1510;&#1492;&#1512;&#1492;-&#1500;&#1490;&#1497;&#1491;&#1493;&#1500;-&#1494;&#1511;&#1503;-&#1488;&#1493;-&#1513;&#1508;&#1501;-1.pdf" TargetMode="External" Id="R0660a133da774abf" /><Relationship Type="http://schemas.openxmlformats.org/officeDocument/2006/relationships/hyperlink" Target="https://www.idf.il/media/3enbzhqg/&#1492;&#1510;&#1492;&#1512;&#1492;-&#1500;&#1490;&#1497;&#1491;&#1493;&#1500;-&#1494;&#1511;&#1503;-&#1488;&#1493;-&#1513;&#1508;&#1501;-1.pdf" TargetMode="External" Id="R43c4d9eb843f4c04" /><Relationship Type="http://schemas.openxmlformats.org/officeDocument/2006/relationships/hyperlink" Target="https://www.idf.il/&#1488;&#1514;&#1512;&#1497;-&#1497;&#1495;&#1497;&#1491;&#1493;&#1514;/&#1499;&#1500;-&#1502;&#1492;-&#1513;&#1510;&#1512;&#1497;&#1498;-&#1500;&#1491;&#1506;&#1514;-&#1489;&#1494;&#1502;&#1503;-&#1492;&#1502;&#1500;&#1495;&#1502;&#1492;/&#1499;&#1500;-&#1492;&#1499;&#1514;&#1489;&#1493;&#1514;/&#1492;&#1504;&#1495;&#1497;&#1493;&#1514;-&#1492;&#1493;&#1508;&#1506;&#1492;-&#1493;&#1500;&#1489;&#1493;&#1513;-&#1506;&#1501;-&#1491;&#1490;&#1513;&#1497;&#1501;-&#1500;&#1506;&#1493;&#1504;&#1514;-&#1492;&#1495;&#1493;&#1512;&#1507;-2024-2025/" TargetMode="External" Id="Rf1c4595a22cb4b2c" /><Relationship Type="http://schemas.openxmlformats.org/officeDocument/2006/relationships/hyperlink" Target="https://www.idf.il/&#1488;&#1514;&#1512;&#1497;-&#1497;&#1495;&#1497;&#1491;&#1493;&#1514;/&#1499;&#1500;-&#1502;&#1492;-&#1513;&#1510;&#1512;&#1497;&#1498;-&#1500;&#1491;&#1506;&#1514;-&#1489;&#1494;&#1502;&#1503;-&#1492;&#1502;&#1500;&#1495;&#1502;&#1492;/&#1499;&#1500;-&#1492;&#1499;&#1514;&#1489;&#1493;&#1514;/&#1492;&#1504;&#1495;&#1497;&#1493;&#1514;-&#1492;&#1493;&#1508;&#1506;&#1492;-&#1493;&#1500;&#1489;&#1493;&#1513;-&#1506;&#1501;-&#1491;&#1490;&#1513;&#1497;&#1501;-&#1500;&#1506;&#1493;&#1504;&#1514;-&#1492;&#1495;&#1493;&#1512;&#1507;-2024-2025/" TargetMode="External" Id="R6722e301687e4adf" /><Relationship Type="http://schemas.openxmlformats.org/officeDocument/2006/relationships/hyperlink" Target="https://www.idf.il/&#1488;&#1514;&#1512;&#1497;-&#1497;&#1495;&#1497;&#1491;&#1493;&#1514;/&#1499;&#1500;-&#1502;&#1492;-&#1513;&#1510;&#1512;&#1497;&#1498;-&#1500;&#1491;&#1506;&#1514;-&#1489;&#1494;&#1502;&#1503;-&#1492;&#1502;&#1500;&#1495;&#1502;&#1492;/&#1499;&#1500;-&#1492;&#1499;&#1514;&#1489;&#1493;&#1514;/&#1492;&#1504;&#1495;&#1497;&#1493;&#1514;-&#1492;&#1493;&#1508;&#1506;&#1492;-&#1493;&#1500;&#1489;&#1493;&#1513;-&#1506;&#1501;-&#1491;&#1490;&#1513;&#1497;&#1501;-&#1500;&#1506;&#1493;&#1504;&#1514;-&#1492;&#1495;&#1493;&#1512;&#1507;-2024-2025/" TargetMode="External" Id="R98f2d60991ba4c4f" /><Relationship Type="http://schemas.openxmlformats.org/officeDocument/2006/relationships/hyperlink" Target="https://www.idf.il/&#1488;&#1514;&#1512;&#1497;-&#1497;&#1495;&#1497;&#1491;&#1493;&#1514;/&#1499;&#1500;-&#1502;&#1492;-&#1513;&#1510;&#1512;&#1497;&#1498;-&#1500;&#1491;&#1506;&#1514;-&#1489;&#1494;&#1502;&#1503;-&#1492;&#1502;&#1500;&#1495;&#1502;&#1492;/&#1499;&#1500;-&#1492;&#1499;&#1514;&#1489;&#1493;&#1514;/&#1492;&#1504;&#1495;&#1497;&#1493;&#1514;-&#1492;&#1493;&#1508;&#1506;&#1492;-&#1493;&#1500;&#1489;&#1493;&#1513;-&#1506;&#1501;-&#1491;&#1490;&#1513;&#1497;&#1501;-&#1500;&#1506;&#1493;&#1504;&#1514;-&#1492;&#1495;&#1493;&#1512;&#1507;-2024-2025/" TargetMode="External" Id="R5fa3dbee7bbe4bc3" /><Relationship Type="http://schemas.openxmlformats.org/officeDocument/2006/relationships/hyperlink" Target="https://www.idf.il/&#1488;&#1514;&#1512;&#1497;-&#1497;&#1495;&#1497;&#1491;&#1493;&#1514;/&#1499;&#1500;-&#1502;&#1492;-&#1513;&#1510;&#1512;&#1497;&#1498;-&#1500;&#1491;&#1506;&#1514;-&#1489;&#1494;&#1502;&#1503;-&#1492;&#1502;&#1500;&#1495;&#1502;&#1492;/&#1499;&#1500;-&#1492;&#1499;&#1514;&#1489;&#1493;&#1514;/&#1492;&#1504;&#1495;&#1497;&#1493;&#1514;-&#1492;&#1493;&#1508;&#1506;&#1492;-&#1493;&#1500;&#1489;&#1493;&#1513;-&#1506;&#1501;-&#1491;&#1490;&#1513;&#1497;&#1501;-&#1500;&#1506;&#1493;&#1504;&#1514;-&#1492;&#1495;&#1493;&#1512;&#1507;-2024-2025/" TargetMode="External" Id="Rd5a50654b2664853" /><Relationship Type="http://schemas.openxmlformats.org/officeDocument/2006/relationships/notesSlide" Target="/ppt/notesSlides/notesSlide34.xml" Id="Rfcf3911df7104b1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48d7e66cbe24792" /><Relationship Type="http://schemas.openxmlformats.org/officeDocument/2006/relationships/hyperlink" Target="https://m.www.idf.il/&#1488;&#1514;&#1512;&#1497;-&#1497;&#1495;&#1497;&#1491;&#1493;&#1514;/&#1488;&#1490;&#1507;-&#1499;&#1493;&#1495;-&#1492;&#1488;&#1491;&#1501;/&#1499;&#1500;-&#1492;&#1499;&#1514;&#1489;&#1493;&#1514;/2022/&#1492;&#1504;&#1495;&#1497;&#1493;&#1514;-&#1491;&#1497;&#1490;&#1493;&#1501;-&#1492;&#1493;&#1508;&#1506;&#1492;-&#1500;&#1489;&#1493;&#1513;-&#1510;&#1492;-&#1500;-&#1511;&#1497;&#1509;-2023-&#1505;&#1504;&#1491;&#1500;&#1497;&#1501;-&#1500;&#1511;-&#1504;&#1513;&#1493;&#1514;-&#1511;&#1489;&#1506;-&#1511;&#1510;&#1497;&#1504;&#1497;&#1501;-&#1502;&#1513;&#1511;&#1508;&#1497;-&#1513;&#1502;&#1513;-&#1499;&#1493;&#1489;&#1506;/" TargetMode="External" Id="Rfca574cf3a894cbc" /><Relationship Type="http://schemas.openxmlformats.org/officeDocument/2006/relationships/hyperlink" Target="https://m.www.idf.il/&#1488;&#1514;&#1512;&#1497;-&#1497;&#1495;&#1497;&#1491;&#1493;&#1514;/&#1488;&#1490;&#1507;-&#1499;&#1493;&#1495;-&#1492;&#1488;&#1491;&#1501;/&#1499;&#1500;-&#1492;&#1499;&#1514;&#1489;&#1493;&#1514;/2022/&#1492;&#1504;&#1495;&#1497;&#1493;&#1514;-&#1491;&#1497;&#1490;&#1493;&#1501;-&#1492;&#1493;&#1508;&#1506;&#1492;-&#1500;&#1489;&#1493;&#1513;-&#1510;&#1492;-&#1500;-&#1511;&#1497;&#1509;-2023-&#1505;&#1504;&#1491;&#1500;&#1497;&#1501;-&#1500;&#1511;-&#1504;&#1513;&#1493;&#1514;-&#1511;&#1489;&#1506;-&#1511;&#1510;&#1497;&#1504;&#1497;&#1501;-&#1502;&#1513;&#1511;&#1508;&#1497;-&#1513;&#1502;&#1513;-&#1499;&#1493;&#1489;&#1506;/" TargetMode="External" Id="R3fccd7c7b64f430f" /><Relationship Type="http://schemas.openxmlformats.org/officeDocument/2006/relationships/hyperlink" Target="https://m.www.idf.il/&#1488;&#1514;&#1512;&#1497;-&#1497;&#1495;&#1497;&#1491;&#1493;&#1514;/&#1488;&#1490;&#1507;-&#1499;&#1493;&#1495;-&#1492;&#1488;&#1491;&#1501;/&#1499;&#1500;-&#1492;&#1499;&#1514;&#1489;&#1493;&#1514;/2022/&#1492;&#1504;&#1495;&#1497;&#1493;&#1514;-&#1491;&#1497;&#1490;&#1493;&#1501;-&#1492;&#1493;&#1508;&#1506;&#1492;-&#1500;&#1489;&#1493;&#1513;-&#1510;&#1492;-&#1500;-&#1511;&#1497;&#1509;-2023-&#1505;&#1504;&#1491;&#1500;&#1497;&#1501;-&#1500;&#1511;-&#1504;&#1513;&#1493;&#1514;-&#1511;&#1489;&#1506;-&#1511;&#1510;&#1497;&#1504;&#1497;&#1501;-&#1502;&#1513;&#1511;&#1508;&#1497;-&#1513;&#1502;&#1513;-&#1499;&#1493;&#1489;&#1506;/" TargetMode="External" Id="R9a6c862093374ced" /><Relationship Type="http://schemas.openxmlformats.org/officeDocument/2006/relationships/hyperlink" Target="https://m.www.idf.il/&#1488;&#1514;&#1512;&#1497;-&#1497;&#1495;&#1497;&#1491;&#1493;&#1514;/&#1488;&#1490;&#1507;-&#1499;&#1493;&#1495;-&#1492;&#1488;&#1491;&#1501;/&#1499;&#1500;-&#1492;&#1499;&#1514;&#1489;&#1493;&#1514;/2022/&#1492;&#1504;&#1495;&#1497;&#1493;&#1514;-&#1491;&#1497;&#1490;&#1493;&#1501;-&#1492;&#1493;&#1508;&#1506;&#1492;-&#1500;&#1489;&#1493;&#1513;-&#1510;&#1492;-&#1500;-&#1511;&#1497;&#1509;-2023-&#1505;&#1504;&#1491;&#1500;&#1497;&#1501;-&#1500;&#1511;-&#1504;&#1513;&#1493;&#1514;-&#1511;&#1489;&#1506;-&#1511;&#1510;&#1497;&#1504;&#1497;&#1501;-&#1502;&#1513;&#1511;&#1508;&#1497;-&#1513;&#1502;&#1513;-&#1499;&#1493;&#1489;&#1506;/" TargetMode="External" Id="Ra74d1e2ace604a3b" /><Relationship Type="http://schemas.openxmlformats.org/officeDocument/2006/relationships/hyperlink" Target="https://m.www.idf.il/&#1488;&#1514;&#1512;&#1497;-&#1497;&#1495;&#1497;&#1491;&#1493;&#1514;/&#1488;&#1490;&#1507;-&#1499;&#1493;&#1495;-&#1492;&#1488;&#1491;&#1501;/&#1499;&#1500;-&#1492;&#1499;&#1514;&#1489;&#1493;&#1514;/2022/&#1492;&#1504;&#1495;&#1497;&#1493;&#1514;-&#1491;&#1497;&#1490;&#1493;&#1501;-&#1492;&#1493;&#1508;&#1506;&#1492;-&#1500;&#1489;&#1493;&#1513;-&#1510;&#1492;-&#1500;-&#1511;&#1497;&#1509;-2023-&#1505;&#1504;&#1491;&#1500;&#1497;&#1501;-&#1500;&#1511;-&#1504;&#1513;&#1493;&#1514;-&#1511;&#1489;&#1506;-&#1511;&#1510;&#1497;&#1504;&#1497;&#1501;-&#1502;&#1513;&#1511;&#1508;&#1497;-&#1513;&#1502;&#1513;-&#1499;&#1493;&#1489;&#1506;/" TargetMode="External" Id="R38ac7386c124403f" /><Relationship Type="http://schemas.openxmlformats.org/officeDocument/2006/relationships/hyperlink" Target="https://m.www.idf.il/&#1492;&#1513;&#1497;&#1512;&#1493;&#1514;-&#1513;&#1500;&#1497;/&#1505;&#1493;&#1490;&#1497;-&#1492;&#1513;&#1497;&#1512;&#1493;&#1514;-&#1489;&#1510;&#1492;-&#1500;/&#1513;&#1497;&#1512;&#1493;&#1514;-&#1511;&#1489;&#1506;/&#1492;&#1493;&#1508;&#1506;&#1492;-&#1493;&#1491;&#1497;&#1490;&#1493;&#1501;/" TargetMode="External" Id="Reaf0c9bd7c904607" /><Relationship Type="http://schemas.openxmlformats.org/officeDocument/2006/relationships/hyperlink" Target="https://m.www.idf.il/&#1492;&#1513;&#1497;&#1512;&#1493;&#1514;-&#1513;&#1500;&#1497;/&#1505;&#1493;&#1490;&#1497;-&#1492;&#1513;&#1497;&#1512;&#1493;&#1514;-&#1489;&#1510;&#1492;-&#1500;/&#1513;&#1497;&#1512;&#1493;&#1514;-&#1511;&#1489;&#1506;/&#1492;&#1493;&#1508;&#1506;&#1492;-&#1493;&#1491;&#1497;&#1490;&#1493;&#1501;/" TargetMode="External" Id="R759f22f8591c4021" /><Relationship Type="http://schemas.openxmlformats.org/officeDocument/2006/relationships/hyperlink" Target="https://m.www.idf.il/&#1492;&#1513;&#1497;&#1512;&#1493;&#1514;-&#1513;&#1500;&#1497;/&#1505;&#1493;&#1490;&#1497;-&#1492;&#1513;&#1497;&#1512;&#1493;&#1514;-&#1489;&#1510;&#1492;-&#1500;/&#1513;&#1497;&#1512;&#1493;&#1514;-&#1511;&#1489;&#1506;/&#1492;&#1493;&#1508;&#1506;&#1492;-&#1493;&#1491;&#1497;&#1490;&#1493;&#1501;/" TargetMode="External" Id="R9e2d447a4dde42fe" /><Relationship Type="http://schemas.openxmlformats.org/officeDocument/2006/relationships/hyperlink" Target="https://m.www.idf.il/&#1492;&#1513;&#1497;&#1512;&#1493;&#1514;-&#1513;&#1500;&#1497;/&#1505;&#1493;&#1490;&#1497;-&#1492;&#1513;&#1497;&#1512;&#1493;&#1514;-&#1489;&#1510;&#1492;-&#1500;/&#1513;&#1497;&#1512;&#1493;&#1514;-&#1511;&#1489;&#1506;/&#1492;&#1493;&#1508;&#1506;&#1492;-&#1493;&#1491;&#1497;&#1490;&#1493;&#1501;/" TargetMode="External" Id="Rb78c8bac8289480d" /><Relationship Type="http://schemas.openxmlformats.org/officeDocument/2006/relationships/hyperlink" Target="https://m.www.idf.il/&#1492;&#1513;&#1497;&#1512;&#1493;&#1514;-&#1513;&#1500;&#1497;/&#1505;&#1493;&#1490;&#1497;-&#1492;&#1513;&#1497;&#1512;&#1493;&#1514;-&#1489;&#1510;&#1492;-&#1500;/&#1513;&#1497;&#1512;&#1493;&#1514;-&#1511;&#1489;&#1506;/&#1492;&#1493;&#1508;&#1506;&#1492;-&#1493;&#1491;&#1497;&#1490;&#1493;&#1501;/" TargetMode="External" Id="R23d7dbf17b434e32" /><Relationship Type="http://schemas.openxmlformats.org/officeDocument/2006/relationships/hyperlink" Target="https://m.www.idf.il/&#1492;&#1513;&#1497;&#1512;&#1493;&#1514;-&#1513;&#1500;&#1497;/&#1505;&#1493;&#1490;&#1497;-&#1492;&#1513;&#1497;&#1512;&#1493;&#1514;-&#1489;&#1510;&#1492;-&#1500;/&#1513;&#1497;&#1512;&#1493;&#1514;-&#1511;&#1489;&#1506;/&#1492;&#1493;&#1508;&#1506;&#1492;-&#1493;&#1491;&#1497;&#1490;&#1493;&#1501;/" TargetMode="External" Id="R94736a8d70f84bf6" /><Relationship Type="http://schemas.openxmlformats.org/officeDocument/2006/relationships/hyperlink" Target="https://www.idf.il/&#1488;&#1514;&#1512;&#1497;-&#1497;&#1495;&#1497;&#1491;&#1493;&#1514;/&#1488;&#1514;&#1512;-&#1492;&#1508;&#1511;&#1493;&#1491;&#1493;&#1514;/&#1508;&#1511;&#1493;&#1491;&#1493;&#1514;-&#1502;&#1496;&#1499;-&#1500;/&#1502;&#1513;&#1496;&#1512;-&#1493;&#1502;&#1513;&#1502;&#1506;&#1514;-33/&#1502;&#1513;&#1502;&#1506;&#1514;-&#1489;&#1497;&#1495;&#1497;&#1491;&#1492;-&#1493;&#1502;&#1513;&#1496;&#1512;-&#1502;&#1495;&#1504;&#1492;-02/&#1492;&#1513;&#1497;&#1512;&#1493;&#1514;-&#1492;&#1502;&#1513;&#1493;&#1514;&#1507;-330207/" TargetMode="External" Id="R7b8bd4fc9e91486b" /><Relationship Type="http://schemas.openxmlformats.org/officeDocument/2006/relationships/hyperlink" Target="https://www.idf.il/&#1488;&#1514;&#1512;&#1497;-&#1497;&#1495;&#1497;&#1491;&#1493;&#1514;/&#1488;&#1514;&#1512;-&#1492;&#1508;&#1511;&#1493;&#1491;&#1493;&#1514;/&#1508;&#1511;&#1493;&#1491;&#1493;&#1514;-&#1502;&#1496;&#1499;-&#1500;/&#1502;&#1513;&#1496;&#1512;-&#1493;&#1502;&#1513;&#1502;&#1506;&#1514;-33/&#1502;&#1513;&#1502;&#1506;&#1514;-&#1489;&#1497;&#1495;&#1497;&#1491;&#1492;-&#1493;&#1502;&#1513;&#1496;&#1512;-&#1502;&#1495;&#1504;&#1492;-02/&#1492;&#1513;&#1497;&#1512;&#1493;&#1514;-&#1492;&#1502;&#1513;&#1493;&#1514;&#1507;-330207/" TargetMode="External" Id="Rf8c1c6c90c18498a" /><Relationship Type="http://schemas.openxmlformats.org/officeDocument/2006/relationships/hyperlink" Target="https://www.idf.il/&#1488;&#1514;&#1512;&#1497;-&#1497;&#1495;&#1497;&#1491;&#1493;&#1514;/&#1488;&#1514;&#1512;-&#1492;&#1508;&#1511;&#1493;&#1491;&#1493;&#1514;/&#1508;&#1511;&#1493;&#1491;&#1493;&#1514;-&#1502;&#1496;&#1499;-&#1500;/&#1502;&#1513;&#1496;&#1512;-&#1493;&#1502;&#1513;&#1502;&#1506;&#1514;-33/&#1502;&#1513;&#1502;&#1506;&#1514;-&#1489;&#1497;&#1495;&#1497;&#1491;&#1492;-&#1493;&#1502;&#1513;&#1496;&#1512;-&#1502;&#1495;&#1504;&#1492;-02/&#1492;&#1513;&#1497;&#1512;&#1493;&#1514;-&#1492;&#1502;&#1513;&#1493;&#1514;&#1507;-330207/" TargetMode="External" Id="R9f9d7b219a84498d" /><Relationship Type="http://schemas.openxmlformats.org/officeDocument/2006/relationships/hyperlink" Target="https://www.idf.il/&#1488;&#1514;&#1512;&#1497;-&#1497;&#1495;&#1497;&#1491;&#1493;&#1514;/&#1488;&#1514;&#1512;-&#1492;&#1508;&#1511;&#1493;&#1491;&#1493;&#1514;/&#1508;&#1511;&#1493;&#1491;&#1493;&#1514;-&#1502;&#1496;&#1499;-&#1500;/&#1502;&#1513;&#1496;&#1512;-&#1493;&#1502;&#1513;&#1502;&#1506;&#1514;-33/&#1502;&#1513;&#1502;&#1506;&#1514;-&#1489;&#1497;&#1495;&#1497;&#1491;&#1492;-&#1493;&#1502;&#1513;&#1496;&#1512;-&#1502;&#1495;&#1504;&#1492;-02/&#1492;&#1513;&#1497;&#1512;&#1493;&#1514;-&#1492;&#1502;&#1513;&#1493;&#1514;&#1507;-330207/" TargetMode="External" Id="R727f0d6649e04381" /><Relationship Type="http://schemas.openxmlformats.org/officeDocument/2006/relationships/hyperlink" Target="https://www.idf.il/&#1488;&#1514;&#1512;&#1497;-&#1497;&#1495;&#1497;&#1491;&#1493;&#1514;/&#1488;&#1514;&#1512;-&#1492;&#1508;&#1511;&#1493;&#1491;&#1493;&#1514;/&#1508;&#1511;&#1493;&#1491;&#1493;&#1514;-&#1502;&#1496;&#1499;-&#1500;/&#1502;&#1513;&#1496;&#1512;-&#1493;&#1502;&#1513;&#1502;&#1506;&#1514;-33/&#1502;&#1513;&#1502;&#1506;&#1514;-&#1489;&#1497;&#1495;&#1497;&#1491;&#1492;-&#1493;&#1502;&#1513;&#1496;&#1512;-&#1502;&#1495;&#1504;&#1492;-02/&#1492;&#1513;&#1497;&#1512;&#1493;&#1514;-&#1492;&#1502;&#1513;&#1493;&#1514;&#1507;-330207/" TargetMode="External" Id="R7ccc2762aa7b4261" /><Relationship Type="http://schemas.openxmlformats.org/officeDocument/2006/relationships/notesSlide" Target="/ppt/notesSlides/notesSlide35.xml" Id="R2af9b51378784b98"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382E"/>
        </a:solidFill>
      </p:bgPr>
    </p:bg>
    <p:spTree>
      <p:nvGrpSpPr>
        <p:cNvPr id="1" name=""/>
        <p:cNvGrpSpPr/>
        <p:nvPr/>
      </p:nvGrpSpPr>
      <p:grpSpPr>
        <a:xfrm/>
      </p:grpSpPr>
      <p:sp>
        <p:nvSpPr>
          <p:cNvPr id="17" name="title-word-0">
            <a:extLst>
              <a:ext uri="{FF2B5EF4-FFF2-40B4-BE49-F238E27FC236}">
                <ns2:creationId id="{B39E4623-3C77-4B7B-B0F8-0C87913DE8CF}"/>
              </a:ext>
            </a:extLst>
          </p:cNvPr>
          <p:cNvSpPr>
            <a:spLocks noGrp="1"/>
          </p:cNvSpPr>
          <p:nvPr/>
        </p:nvSpPr>
        <p:spPr>
          <a:xfrm>
            <a:off x="10121075" y="1428750"/>
            <a:ext cx="1232725" cy="952500"/>
          </a:xfrm>
          <a:prstGeom prst="rect">
            <a:avLst/>
          </a:prstGeom>
          <a:noFill/>
          <a:ln w="0">
            <a:noFill/>
          </a:ln>
        </p:spPr>
        <p:txBody>
          <a:bodyPr wrap="none" lIns="0" tIns="0" rIns="0" bIns="0" anchor="t">
            <a:noAutofit/>
          </a:bodyPr>
          <a:lstStyle>
            <a:defPPr algn="r">
              <a:defRPr sz="5400" b="1">
                <a:solidFill>
                  <a:srgbClr val="F8F4EA"/>
                </a:solidFill>
                <a:latin typeface="Arial"/>
                <a:ea typeface="Arial"/>
                <a:cs typeface="Arial"/>
              </a:defRPr>
            </a:defPPr>
            <a:lvl1pPr algn="r">
              <a:defRPr sz="5400" b="1">
                <a:solidFill>
                  <a:srgbClr val="F8F4EA"/>
                </a:solidFill>
                <a:latin typeface="Arial"/>
                <a:ea typeface="Arial"/>
                <a:cs typeface="Arial"/>
              </a:defRPr>
            </a:lvl1pPr>
            <a:lvl2pPr algn="r">
              <a:defRPr sz="5400" b="1">
                <a:solidFill>
                  <a:srgbClr val="F8F4EA"/>
                </a:solidFill>
                <a:latin typeface="Arial"/>
                <a:ea typeface="Arial"/>
                <a:cs typeface="Arial"/>
              </a:defRPr>
            </a:lvl2pPr>
            <a:lvl3pPr algn="r">
              <a:defRPr sz="5400" b="1">
                <a:solidFill>
                  <a:srgbClr val="F8F4EA"/>
                </a:solidFill>
                <a:latin typeface="Arial"/>
                <a:ea typeface="Arial"/>
                <a:cs typeface="Arial"/>
              </a:defRPr>
            </a:lvl3pPr>
            <a:lvl4pPr algn="r">
              <a:defRPr sz="5400" b="1">
                <a:solidFill>
                  <a:srgbClr val="F8F4EA"/>
                </a:solidFill>
                <a:latin typeface="Arial"/>
                <a:ea typeface="Arial"/>
                <a:cs typeface="Arial"/>
              </a:defRPr>
            </a:lvl4pPr>
            <a:lvl5pPr algn="r">
              <a:defRPr sz="5400" b="1">
                <a:solidFill>
                  <a:srgbClr val="F8F4EA"/>
                </a:solidFill>
                <a:latin typeface="Arial"/>
                <a:ea typeface="Arial"/>
                <a:cs typeface="Arial"/>
              </a:defRPr>
            </a:lvl5pPr>
            <a:lvl6pPr algn="r">
              <a:defRPr sz="5400" b="1">
                <a:solidFill>
                  <a:srgbClr val="F8F4EA"/>
                </a:solidFill>
                <a:latin typeface="Arial"/>
                <a:ea typeface="Arial"/>
                <a:cs typeface="Arial"/>
              </a:defRPr>
            </a:lvl6pPr>
            <a:lvl7pPr algn="r">
              <a:defRPr sz="5400" b="1">
                <a:solidFill>
                  <a:srgbClr val="F8F4EA"/>
                </a:solidFill>
                <a:latin typeface="Arial"/>
                <a:ea typeface="Arial"/>
                <a:cs typeface="Arial"/>
              </a:defRPr>
            </a:lvl7pPr>
            <a:lvl8pPr algn="r">
              <a:defRPr sz="5400" b="1">
                <a:solidFill>
                  <a:srgbClr val="F8F4EA"/>
                </a:solidFill>
                <a:latin typeface="Arial"/>
                <a:ea typeface="Arial"/>
                <a:cs typeface="Arial"/>
              </a:defRPr>
            </a:lvl8pPr>
            <a:lvl9pPr algn="r">
              <a:defRPr sz="5400" b="1">
                <a:solidFill>
                  <a:srgbClr val="F8F4EA"/>
                </a:solidFill>
                <a:latin typeface="Arial"/>
                <a:ea typeface="Arial"/>
                <a:cs typeface="Arial"/>
              </a:defRPr>
            </a:lvl9pPr>
          </a:lstStyle>
          <a:p>
            <a:pPr algn="r" rtl="1">
              <a:lnSpc>
                <a:spcPct val="100000"/>
              </a:lnSpc>
              <a:buNone/>
              <a:defRPr sz="5400" b="1">
                <a:solidFill>
                  <a:srgbClr val="F8F4EA"/>
                </a:solidFill>
                <a:latin typeface="Arial"/>
                <a:ea typeface="Arial"/>
                <a:cs typeface="Arial"/>
              </a:defRPr>
            </a:pPr>
            <a:r>
              <a:rPr sz="5400" b="1" lang="he-IL" altLang="en-US">
                <a:solidFill>
                  <a:srgbClr val="F8F4EA"/>
                </a:solidFill>
                <a:latin typeface="Arial"/>
                <a:ea typeface="Arial"/>
                <a:cs typeface="Arial"/>
              </a:rPr>
              <a:t>‏כללי</a:t>
            </a:r>
          </a:p>
        </p:txBody>
      </p:sp>
      <p:sp>
        <p:nvSpPr>
          <p:cNvPr id="2" name="title-word-1">
            <a:extLst>
              <a:ext uri="{FF2B5EF4-FFF2-40B4-BE49-F238E27FC236}">
                <ns2:creationId id="{89186C52-E676-4A71-9BB8-8D7D805B3B80}"/>
              </a:ext>
            </a:extLst>
          </p:cNvPr>
          <p:cNvSpPr>
            <a:spLocks noGrp="1"/>
          </p:cNvSpPr>
          <p:nvPr/>
        </p:nvSpPr>
        <p:spPr>
          <a:xfrm>
            <a:off x="8016335" y="1428750"/>
            <a:ext cx="1933289" cy="952500"/>
          </a:xfrm>
          <a:prstGeom prst="rect">
            <a:avLst/>
          </a:prstGeom>
          <a:noFill/>
          <a:ln w="0">
            <a:noFill/>
          </a:ln>
        </p:spPr>
        <p:txBody>
          <a:bodyPr wrap="none" lIns="0" tIns="0" rIns="0" bIns="0" anchor="t">
            <a:noAutofit/>
          </a:bodyPr>
          <a:lstStyle>
            <a:defPPr algn="r">
              <a:defRPr sz="5400" b="1">
                <a:solidFill>
                  <a:srgbClr val="F8F4EA"/>
                </a:solidFill>
                <a:latin typeface="Arial"/>
                <a:ea typeface="Arial"/>
                <a:cs typeface="Arial"/>
              </a:defRPr>
            </a:defPPr>
            <a:lvl1pPr algn="r">
              <a:defRPr sz="5400" b="1">
                <a:solidFill>
                  <a:srgbClr val="F8F4EA"/>
                </a:solidFill>
                <a:latin typeface="Arial"/>
                <a:ea typeface="Arial"/>
                <a:cs typeface="Arial"/>
              </a:defRPr>
            </a:lvl1pPr>
            <a:lvl2pPr algn="r">
              <a:defRPr sz="5400" b="1">
                <a:solidFill>
                  <a:srgbClr val="F8F4EA"/>
                </a:solidFill>
                <a:latin typeface="Arial"/>
                <a:ea typeface="Arial"/>
                <a:cs typeface="Arial"/>
              </a:defRPr>
            </a:lvl2pPr>
            <a:lvl3pPr algn="r">
              <a:defRPr sz="5400" b="1">
                <a:solidFill>
                  <a:srgbClr val="F8F4EA"/>
                </a:solidFill>
                <a:latin typeface="Arial"/>
                <a:ea typeface="Arial"/>
                <a:cs typeface="Arial"/>
              </a:defRPr>
            </a:lvl3pPr>
            <a:lvl4pPr algn="r">
              <a:defRPr sz="5400" b="1">
                <a:solidFill>
                  <a:srgbClr val="F8F4EA"/>
                </a:solidFill>
                <a:latin typeface="Arial"/>
                <a:ea typeface="Arial"/>
                <a:cs typeface="Arial"/>
              </a:defRPr>
            </a:lvl4pPr>
            <a:lvl5pPr algn="r">
              <a:defRPr sz="5400" b="1">
                <a:solidFill>
                  <a:srgbClr val="F8F4EA"/>
                </a:solidFill>
                <a:latin typeface="Arial"/>
                <a:ea typeface="Arial"/>
                <a:cs typeface="Arial"/>
              </a:defRPr>
            </a:lvl5pPr>
            <a:lvl6pPr algn="r">
              <a:defRPr sz="5400" b="1">
                <a:solidFill>
                  <a:srgbClr val="F8F4EA"/>
                </a:solidFill>
                <a:latin typeface="Arial"/>
                <a:ea typeface="Arial"/>
                <a:cs typeface="Arial"/>
              </a:defRPr>
            </a:lvl6pPr>
            <a:lvl7pPr algn="r">
              <a:defRPr sz="5400" b="1">
                <a:solidFill>
                  <a:srgbClr val="F8F4EA"/>
                </a:solidFill>
                <a:latin typeface="Arial"/>
                <a:ea typeface="Arial"/>
                <a:cs typeface="Arial"/>
              </a:defRPr>
            </a:lvl7pPr>
            <a:lvl8pPr algn="r">
              <a:defRPr sz="5400" b="1">
                <a:solidFill>
                  <a:srgbClr val="F8F4EA"/>
                </a:solidFill>
                <a:latin typeface="Arial"/>
                <a:ea typeface="Arial"/>
                <a:cs typeface="Arial"/>
              </a:defRPr>
            </a:lvl8pPr>
            <a:lvl9pPr algn="r">
              <a:defRPr sz="5400" b="1">
                <a:solidFill>
                  <a:srgbClr val="F8F4EA"/>
                </a:solidFill>
                <a:latin typeface="Arial"/>
                <a:ea typeface="Arial"/>
                <a:cs typeface="Arial"/>
              </a:defRPr>
            </a:lvl9pPr>
          </a:lstStyle>
          <a:p>
            <a:pPr algn="r" rtl="1">
              <a:lnSpc>
                <a:spcPct val="100000"/>
              </a:lnSpc>
              <a:buNone/>
              <a:defRPr sz="5400" b="1">
                <a:solidFill>
                  <a:srgbClr val="F8F4EA"/>
                </a:solidFill>
                <a:latin typeface="Arial"/>
                <a:ea typeface="Arial"/>
                <a:cs typeface="Arial"/>
              </a:defRPr>
            </a:pPr>
            <a:r>
              <a:rPr sz="5400" b="1" lang="he-IL" altLang="en-US">
                <a:solidFill>
                  <a:srgbClr val="F8F4EA"/>
                </a:solidFill>
                <a:latin typeface="Arial"/>
                <a:ea typeface="Arial"/>
                <a:cs typeface="Arial"/>
              </a:rPr>
              <a:t>‏הדיגום</a:t>
            </a:r>
          </a:p>
        </p:txBody>
      </p:sp>
      <p:sp>
        <p:nvSpPr>
          <p:cNvPr id="3" name="title-word-2">
            <a:extLst>
              <a:ext uri="{FF2B5EF4-FFF2-40B4-BE49-F238E27FC236}">
                <ns2:creationId id="{7A24351D-841C-4471-BBF8-A57930BF6BCC}"/>
              </a:ext>
            </a:extLst>
          </p:cNvPr>
          <p:cNvSpPr>
            <a:spLocks noGrp="1"/>
          </p:cNvSpPr>
          <p:nvPr/>
        </p:nvSpPr>
        <p:spPr>
          <a:xfrm>
            <a:off x="5963221" y="1428750"/>
            <a:ext cx="1881664" cy="952500"/>
          </a:xfrm>
          <a:prstGeom prst="rect">
            <a:avLst/>
          </a:prstGeom>
          <a:noFill/>
          <a:ln w="0">
            <a:noFill/>
          </a:ln>
        </p:spPr>
        <p:txBody>
          <a:bodyPr wrap="none" lIns="0" tIns="0" rIns="0" bIns="0" anchor="t">
            <a:noAutofit/>
          </a:bodyPr>
          <a:lstStyle>
            <a:defPPr algn="r">
              <a:defRPr sz="5400" b="1">
                <a:solidFill>
                  <a:srgbClr val="F8F4EA"/>
                </a:solidFill>
                <a:latin typeface="Arial"/>
                <a:ea typeface="Arial"/>
                <a:cs typeface="Arial"/>
              </a:defRPr>
            </a:defPPr>
            <a:lvl1pPr algn="r">
              <a:defRPr sz="5400" b="1">
                <a:solidFill>
                  <a:srgbClr val="F8F4EA"/>
                </a:solidFill>
                <a:latin typeface="Arial"/>
                <a:ea typeface="Arial"/>
                <a:cs typeface="Arial"/>
              </a:defRPr>
            </a:lvl1pPr>
            <a:lvl2pPr algn="r">
              <a:defRPr sz="5400" b="1">
                <a:solidFill>
                  <a:srgbClr val="F8F4EA"/>
                </a:solidFill>
                <a:latin typeface="Arial"/>
                <a:ea typeface="Arial"/>
                <a:cs typeface="Arial"/>
              </a:defRPr>
            </a:lvl2pPr>
            <a:lvl3pPr algn="r">
              <a:defRPr sz="5400" b="1">
                <a:solidFill>
                  <a:srgbClr val="F8F4EA"/>
                </a:solidFill>
                <a:latin typeface="Arial"/>
                <a:ea typeface="Arial"/>
                <a:cs typeface="Arial"/>
              </a:defRPr>
            </a:lvl3pPr>
            <a:lvl4pPr algn="r">
              <a:defRPr sz="5400" b="1">
                <a:solidFill>
                  <a:srgbClr val="F8F4EA"/>
                </a:solidFill>
                <a:latin typeface="Arial"/>
                <a:ea typeface="Arial"/>
                <a:cs typeface="Arial"/>
              </a:defRPr>
            </a:lvl4pPr>
            <a:lvl5pPr algn="r">
              <a:defRPr sz="5400" b="1">
                <a:solidFill>
                  <a:srgbClr val="F8F4EA"/>
                </a:solidFill>
                <a:latin typeface="Arial"/>
                <a:ea typeface="Arial"/>
                <a:cs typeface="Arial"/>
              </a:defRPr>
            </a:lvl5pPr>
            <a:lvl6pPr algn="r">
              <a:defRPr sz="5400" b="1">
                <a:solidFill>
                  <a:srgbClr val="F8F4EA"/>
                </a:solidFill>
                <a:latin typeface="Arial"/>
                <a:ea typeface="Arial"/>
                <a:cs typeface="Arial"/>
              </a:defRPr>
            </a:lvl6pPr>
            <a:lvl7pPr algn="r">
              <a:defRPr sz="5400" b="1">
                <a:solidFill>
                  <a:srgbClr val="F8F4EA"/>
                </a:solidFill>
                <a:latin typeface="Arial"/>
                <a:ea typeface="Arial"/>
                <a:cs typeface="Arial"/>
              </a:defRPr>
            </a:lvl7pPr>
            <a:lvl8pPr algn="r">
              <a:defRPr sz="5400" b="1">
                <a:solidFill>
                  <a:srgbClr val="F8F4EA"/>
                </a:solidFill>
                <a:latin typeface="Arial"/>
                <a:ea typeface="Arial"/>
                <a:cs typeface="Arial"/>
              </a:defRPr>
            </a:lvl8pPr>
            <a:lvl9pPr algn="r">
              <a:defRPr sz="5400" b="1">
                <a:solidFill>
                  <a:srgbClr val="F8F4EA"/>
                </a:solidFill>
                <a:latin typeface="Arial"/>
                <a:ea typeface="Arial"/>
                <a:cs typeface="Arial"/>
              </a:defRPr>
            </a:lvl9pPr>
          </a:lstStyle>
          <a:p>
            <a:pPr algn="r" rtl="1">
              <a:lnSpc>
                <a:spcPct val="100000"/>
              </a:lnSpc>
              <a:buNone/>
              <a:defRPr sz="5400" b="1">
                <a:solidFill>
                  <a:srgbClr val="F8F4EA"/>
                </a:solidFill>
                <a:latin typeface="Arial"/>
                <a:ea typeface="Arial"/>
                <a:cs typeface="Arial"/>
              </a:defRPr>
            </a:pPr>
            <a:r>
              <a:rPr sz="5400" b="1" lang="he-IL" altLang="en-US">
                <a:solidFill>
                  <a:srgbClr val="F8F4EA"/>
                </a:solidFill>
                <a:latin typeface="Arial"/>
                <a:ea typeface="Arial"/>
                <a:cs typeface="Arial"/>
              </a:rPr>
              <a:t>‏בצה״ל</a:t>
            </a:r>
          </a:p>
        </p:txBody>
      </p:sp>
      <p:sp>
        <p:nvSpPr>
          <p:cNvPr id="4" name="subtitle-word-0">
            <a:extLst>
              <a:ext uri="{FF2B5EF4-FFF2-40B4-BE49-F238E27FC236}">
                <ns2:creationId id="{94992D2D-C5AE-4831-BA85-42A498D45155}"/>
              </a:ext>
            </a:extLst>
          </p:cNvPr>
          <p:cNvSpPr>
            <a:spLocks noGrp="1"/>
          </p:cNvSpPr>
          <p:nvPr/>
        </p:nvSpPr>
        <p:spPr>
          <a:xfrm>
            <a:off x="10285667" y="2524125"/>
            <a:ext cx="1068133" cy="762000"/>
          </a:xfrm>
          <a:prstGeom prst="rect">
            <a:avLst/>
          </a:prstGeom>
          <a:noFill/>
          <a:ln w="0">
            <a:noFill/>
          </a:ln>
        </p:spPr>
        <p:txBody>
          <a:bodyPr wrap="none" lIns="0" tIns="0" rIns="0" bIns="0" anchor="t">
            <a:noAutofit/>
          </a:bodyPr>
          <a:lstStyle>
            <a:defPPr algn="r">
              <a:defRPr sz="4125" b="1">
                <a:solidFill>
                  <a:srgbClr val="F8F4EA"/>
                </a:solidFill>
                <a:latin typeface="Arial"/>
                <a:ea typeface="Arial"/>
                <a:cs typeface="Arial"/>
              </a:defRPr>
            </a:defPPr>
            <a:lvl1pPr algn="r">
              <a:defRPr sz="4125" b="1">
                <a:solidFill>
                  <a:srgbClr val="F8F4EA"/>
                </a:solidFill>
                <a:latin typeface="Arial"/>
                <a:ea typeface="Arial"/>
                <a:cs typeface="Arial"/>
              </a:defRPr>
            </a:lvl1pPr>
            <a:lvl2pPr algn="r">
              <a:defRPr sz="4125" b="1">
                <a:solidFill>
                  <a:srgbClr val="F8F4EA"/>
                </a:solidFill>
                <a:latin typeface="Arial"/>
                <a:ea typeface="Arial"/>
                <a:cs typeface="Arial"/>
              </a:defRPr>
            </a:lvl2pPr>
            <a:lvl3pPr algn="r">
              <a:defRPr sz="4125" b="1">
                <a:solidFill>
                  <a:srgbClr val="F8F4EA"/>
                </a:solidFill>
                <a:latin typeface="Arial"/>
                <a:ea typeface="Arial"/>
                <a:cs typeface="Arial"/>
              </a:defRPr>
            </a:lvl3pPr>
            <a:lvl4pPr algn="r">
              <a:defRPr sz="4125" b="1">
                <a:solidFill>
                  <a:srgbClr val="F8F4EA"/>
                </a:solidFill>
                <a:latin typeface="Arial"/>
                <a:ea typeface="Arial"/>
                <a:cs typeface="Arial"/>
              </a:defRPr>
            </a:lvl4pPr>
            <a:lvl5pPr algn="r">
              <a:defRPr sz="4125" b="1">
                <a:solidFill>
                  <a:srgbClr val="F8F4EA"/>
                </a:solidFill>
                <a:latin typeface="Arial"/>
                <a:ea typeface="Arial"/>
                <a:cs typeface="Arial"/>
              </a:defRPr>
            </a:lvl5pPr>
            <a:lvl6pPr algn="r">
              <a:defRPr sz="4125" b="1">
                <a:solidFill>
                  <a:srgbClr val="F8F4EA"/>
                </a:solidFill>
                <a:latin typeface="Arial"/>
                <a:ea typeface="Arial"/>
                <a:cs typeface="Arial"/>
              </a:defRPr>
            </a:lvl6pPr>
            <a:lvl7pPr algn="r">
              <a:defRPr sz="4125" b="1">
                <a:solidFill>
                  <a:srgbClr val="F8F4EA"/>
                </a:solidFill>
                <a:latin typeface="Arial"/>
                <a:ea typeface="Arial"/>
                <a:cs typeface="Arial"/>
              </a:defRPr>
            </a:lvl7pPr>
            <a:lvl8pPr algn="r">
              <a:defRPr sz="4125" b="1">
                <a:solidFill>
                  <a:srgbClr val="F8F4EA"/>
                </a:solidFill>
                <a:latin typeface="Arial"/>
                <a:ea typeface="Arial"/>
                <a:cs typeface="Arial"/>
              </a:defRPr>
            </a:lvl8pPr>
            <a:lvl9pPr algn="r">
              <a:defRPr sz="4125" b="1">
                <a:solidFill>
                  <a:srgbClr val="F8F4EA"/>
                </a:solidFill>
                <a:latin typeface="Arial"/>
                <a:ea typeface="Arial"/>
                <a:cs typeface="Arial"/>
              </a:defRPr>
            </a:lvl9pPr>
          </a:lstStyle>
          <a:p>
            <a:pPr algn="r" rtl="1">
              <a:lnSpc>
                <a:spcPct val="100000"/>
              </a:lnSpc>
              <a:buNone/>
              <a:defRPr sz="4125" b="1">
                <a:solidFill>
                  <a:srgbClr val="F8F4EA"/>
                </a:solidFill>
                <a:latin typeface="Arial"/>
                <a:ea typeface="Arial"/>
                <a:cs typeface="Arial"/>
              </a:defRPr>
            </a:pPr>
            <a:r>
              <a:rPr sz="4125" b="1" lang="he-IL" altLang="en-US">
                <a:solidFill>
                  <a:srgbClr val="F8F4EA"/>
                </a:solidFill>
                <a:latin typeface="Arial"/>
                <a:ea typeface="Arial"/>
                <a:cs typeface="Arial"/>
              </a:rPr>
              <a:t>‏נשים</a:t>
            </a:r>
          </a:p>
        </p:txBody>
      </p:sp>
      <p:sp>
        <p:nvSpPr>
          <p:cNvPr id="5" name="subtitle-word-1">
            <a:extLst>
              <a:ext uri="{FF2B5EF4-FFF2-40B4-BE49-F238E27FC236}">
                <ns2:creationId id="{88E0BF7B-17D2-40F8-9326-4008D0FF6225}"/>
              </a:ext>
            </a:extLst>
          </p:cNvPr>
          <p:cNvSpPr>
            <a:spLocks noGrp="1"/>
          </p:cNvSpPr>
          <p:nvPr/>
        </p:nvSpPr>
        <p:spPr>
          <a:xfrm>
            <a:off x="8710708" y="2524125"/>
            <a:ext cx="1448467" cy="762000"/>
          </a:xfrm>
          <a:prstGeom prst="rect">
            <a:avLst/>
          </a:prstGeom>
          <a:noFill/>
          <a:ln w="0">
            <a:noFill/>
          </a:ln>
        </p:spPr>
        <p:txBody>
          <a:bodyPr wrap="none" lIns="0" tIns="0" rIns="0" bIns="0" anchor="t">
            <a:noAutofit/>
          </a:bodyPr>
          <a:lstStyle>
            <a:defPPr algn="r">
              <a:defRPr sz="4125" b="1">
                <a:solidFill>
                  <a:srgbClr val="F8F4EA"/>
                </a:solidFill>
                <a:latin typeface="Arial"/>
                <a:ea typeface="Arial"/>
                <a:cs typeface="Arial"/>
              </a:defRPr>
            </a:defPPr>
            <a:lvl1pPr algn="r">
              <a:defRPr sz="4125" b="1">
                <a:solidFill>
                  <a:srgbClr val="F8F4EA"/>
                </a:solidFill>
                <a:latin typeface="Arial"/>
                <a:ea typeface="Arial"/>
                <a:cs typeface="Arial"/>
              </a:defRPr>
            </a:lvl1pPr>
            <a:lvl2pPr algn="r">
              <a:defRPr sz="4125" b="1">
                <a:solidFill>
                  <a:srgbClr val="F8F4EA"/>
                </a:solidFill>
                <a:latin typeface="Arial"/>
                <a:ea typeface="Arial"/>
                <a:cs typeface="Arial"/>
              </a:defRPr>
            </a:lvl2pPr>
            <a:lvl3pPr algn="r">
              <a:defRPr sz="4125" b="1">
                <a:solidFill>
                  <a:srgbClr val="F8F4EA"/>
                </a:solidFill>
                <a:latin typeface="Arial"/>
                <a:ea typeface="Arial"/>
                <a:cs typeface="Arial"/>
              </a:defRPr>
            </a:lvl3pPr>
            <a:lvl4pPr algn="r">
              <a:defRPr sz="4125" b="1">
                <a:solidFill>
                  <a:srgbClr val="F8F4EA"/>
                </a:solidFill>
                <a:latin typeface="Arial"/>
                <a:ea typeface="Arial"/>
                <a:cs typeface="Arial"/>
              </a:defRPr>
            </a:lvl4pPr>
            <a:lvl5pPr algn="r">
              <a:defRPr sz="4125" b="1">
                <a:solidFill>
                  <a:srgbClr val="F8F4EA"/>
                </a:solidFill>
                <a:latin typeface="Arial"/>
                <a:ea typeface="Arial"/>
                <a:cs typeface="Arial"/>
              </a:defRPr>
            </a:lvl5pPr>
            <a:lvl6pPr algn="r">
              <a:defRPr sz="4125" b="1">
                <a:solidFill>
                  <a:srgbClr val="F8F4EA"/>
                </a:solidFill>
                <a:latin typeface="Arial"/>
                <a:ea typeface="Arial"/>
                <a:cs typeface="Arial"/>
              </a:defRPr>
            </a:lvl6pPr>
            <a:lvl7pPr algn="r">
              <a:defRPr sz="4125" b="1">
                <a:solidFill>
                  <a:srgbClr val="F8F4EA"/>
                </a:solidFill>
                <a:latin typeface="Arial"/>
                <a:ea typeface="Arial"/>
                <a:cs typeface="Arial"/>
              </a:defRPr>
            </a:lvl7pPr>
            <a:lvl8pPr algn="r">
              <a:defRPr sz="4125" b="1">
                <a:solidFill>
                  <a:srgbClr val="F8F4EA"/>
                </a:solidFill>
                <a:latin typeface="Arial"/>
                <a:ea typeface="Arial"/>
                <a:cs typeface="Arial"/>
              </a:defRPr>
            </a:lvl8pPr>
            <a:lvl9pPr algn="r">
              <a:defRPr sz="4125" b="1">
                <a:solidFill>
                  <a:srgbClr val="F8F4EA"/>
                </a:solidFill>
                <a:latin typeface="Arial"/>
                <a:ea typeface="Arial"/>
                <a:cs typeface="Arial"/>
              </a:defRPr>
            </a:lvl9pPr>
          </a:lstStyle>
          <a:p>
            <a:pPr algn="r" rtl="1">
              <a:lnSpc>
                <a:spcPct val="100000"/>
              </a:lnSpc>
              <a:buNone/>
              <a:defRPr sz="4125" b="1">
                <a:solidFill>
                  <a:srgbClr val="F8F4EA"/>
                </a:solidFill>
                <a:latin typeface="Arial"/>
                <a:ea typeface="Arial"/>
                <a:cs typeface="Arial"/>
              </a:defRPr>
            </a:pPr>
            <a:r>
              <a:rPr sz="4125" b="1" lang="he-IL" altLang="en-US">
                <a:solidFill>
                  <a:srgbClr val="F8F4EA"/>
                </a:solidFill>
                <a:latin typeface="Arial"/>
                <a:ea typeface="Arial"/>
                <a:cs typeface="Arial"/>
              </a:rPr>
              <a:t>‏וגברים</a:t>
            </a:r>
          </a:p>
        </p:txBody>
      </p:sp>
      <p:sp>
        <p:nvSpPr>
          <p:cNvPr id="6" name="scope-word-0">
            <a:extLst>
              <a:ext uri="{FF2B5EF4-FFF2-40B4-BE49-F238E27FC236}">
                <ns2:creationId id="{E90EEA3A-093F-4B8F-8700-4B0A7BBD23CF}"/>
              </a:ext>
            </a:extLst>
          </p:cNvPr>
          <p:cNvSpPr>
            <a:spLocks noGrp="1"/>
          </p:cNvSpPr>
          <p:nvPr/>
        </p:nvSpPr>
        <p:spPr>
          <a:xfrm>
            <a:off x="10634186" y="3810000"/>
            <a:ext cx="719614" cy="571500"/>
          </a:xfrm>
          <a:prstGeom prst="rect">
            <a:avLst/>
          </a:prstGeom>
          <a:noFill/>
          <a:ln w="0">
            <a:noFill/>
          </a:ln>
        </p:spPr>
        <p:txBody>
          <a:bodyPr wrap="none" lIns="0" tIns="0" rIns="0" bIns="0" anchor="t">
            <a:noAutofit/>
          </a:bodyPr>
          <a:lstStyle>
            <a:defPPr algn="r">
              <a:defRPr sz="2400" b="0">
                <a:solidFill>
                  <a:srgbClr val="DDDCCB"/>
                </a:solidFill>
                <a:latin typeface="Arial"/>
                <a:ea typeface="Arial"/>
                <a:cs typeface="Arial"/>
              </a:defRPr>
            </a:defPPr>
            <a:lvl1pPr algn="r">
              <a:defRPr sz="2400" b="0">
                <a:solidFill>
                  <a:srgbClr val="DDDCCB"/>
                </a:solidFill>
                <a:latin typeface="Arial"/>
                <a:ea typeface="Arial"/>
                <a:cs typeface="Arial"/>
              </a:defRPr>
            </a:lvl1pPr>
            <a:lvl2pPr algn="r">
              <a:defRPr sz="2400" b="0">
                <a:solidFill>
                  <a:srgbClr val="DDDCCB"/>
                </a:solidFill>
                <a:latin typeface="Arial"/>
                <a:ea typeface="Arial"/>
                <a:cs typeface="Arial"/>
              </a:defRPr>
            </a:lvl2pPr>
            <a:lvl3pPr algn="r">
              <a:defRPr sz="2400" b="0">
                <a:solidFill>
                  <a:srgbClr val="DDDCCB"/>
                </a:solidFill>
                <a:latin typeface="Arial"/>
                <a:ea typeface="Arial"/>
                <a:cs typeface="Arial"/>
              </a:defRPr>
            </a:lvl3pPr>
            <a:lvl4pPr algn="r">
              <a:defRPr sz="2400" b="0">
                <a:solidFill>
                  <a:srgbClr val="DDDCCB"/>
                </a:solidFill>
                <a:latin typeface="Arial"/>
                <a:ea typeface="Arial"/>
                <a:cs typeface="Arial"/>
              </a:defRPr>
            </a:lvl4pPr>
            <a:lvl5pPr algn="r">
              <a:defRPr sz="2400" b="0">
                <a:solidFill>
                  <a:srgbClr val="DDDCCB"/>
                </a:solidFill>
                <a:latin typeface="Arial"/>
                <a:ea typeface="Arial"/>
                <a:cs typeface="Arial"/>
              </a:defRPr>
            </a:lvl5pPr>
            <a:lvl6pPr algn="r">
              <a:defRPr sz="2400" b="0">
                <a:solidFill>
                  <a:srgbClr val="DDDCCB"/>
                </a:solidFill>
                <a:latin typeface="Arial"/>
                <a:ea typeface="Arial"/>
                <a:cs typeface="Arial"/>
              </a:defRPr>
            </a:lvl6pPr>
            <a:lvl7pPr algn="r">
              <a:defRPr sz="2400" b="0">
                <a:solidFill>
                  <a:srgbClr val="DDDCCB"/>
                </a:solidFill>
                <a:latin typeface="Arial"/>
                <a:ea typeface="Arial"/>
                <a:cs typeface="Arial"/>
              </a:defRPr>
            </a:lvl7pPr>
            <a:lvl8pPr algn="r">
              <a:defRPr sz="2400" b="0">
                <a:solidFill>
                  <a:srgbClr val="DDDCCB"/>
                </a:solidFill>
                <a:latin typeface="Arial"/>
                <a:ea typeface="Arial"/>
                <a:cs typeface="Arial"/>
              </a:defRPr>
            </a:lvl8pPr>
            <a:lvl9pPr algn="r">
              <a:defRPr sz="2400" b="0">
                <a:solidFill>
                  <a:srgbClr val="DDDCCB"/>
                </a:solidFill>
                <a:latin typeface="Arial"/>
                <a:ea typeface="Arial"/>
                <a:cs typeface="Arial"/>
              </a:defRPr>
            </a:lvl9pPr>
          </a:lstStyle>
          <a:p>
            <a:pPr algn="r" rtl="1">
              <a:lnSpc>
                <a:spcPct val="100000"/>
              </a:lnSpc>
              <a:buNone/>
              <a:defRPr sz="2400" b="0">
                <a:solidFill>
                  <a:srgbClr val="DDDCCB"/>
                </a:solidFill>
                <a:latin typeface="Arial"/>
                <a:ea typeface="Arial"/>
                <a:cs typeface="Arial"/>
              </a:defRPr>
            </a:pPr>
            <a:r>
              <a:rPr sz="2400" b="0" lang="he-IL" altLang="en-US">
                <a:solidFill>
                  <a:srgbClr val="DDDCCB"/>
                </a:solidFill>
                <a:latin typeface="Arial"/>
                <a:ea typeface="Arial"/>
                <a:cs typeface="Arial"/>
              </a:rPr>
              <a:t>‏חובה,</a:t>
            </a:r>
          </a:p>
        </p:txBody>
      </p:sp>
      <p:sp>
        <p:nvSpPr>
          <p:cNvPr id="7" name="scope-word-1">
            <a:extLst>
              <a:ext uri="{FF2B5EF4-FFF2-40B4-BE49-F238E27FC236}">
                <ns2:creationId id="{E3582D2E-0E39-4BF0-8FE8-5D7A76BFCC0F}"/>
              </a:ext>
            </a:extLst>
          </p:cNvPr>
          <p:cNvSpPr>
            <a:spLocks noGrp="1"/>
          </p:cNvSpPr>
          <p:nvPr/>
        </p:nvSpPr>
        <p:spPr>
          <a:xfrm>
            <a:off x="10045827" y="3810000"/>
            <a:ext cx="522732" cy="571500"/>
          </a:xfrm>
          <a:prstGeom prst="rect">
            <a:avLst/>
          </a:prstGeom>
          <a:noFill/>
          <a:ln w="0">
            <a:noFill/>
          </a:ln>
        </p:spPr>
        <p:txBody>
          <a:bodyPr wrap="none" lIns="0" tIns="0" rIns="0" bIns="0" anchor="t">
            <a:noAutofit/>
          </a:bodyPr>
          <a:lstStyle>
            <a:defPPr algn="r">
              <a:defRPr sz="2400" b="0">
                <a:solidFill>
                  <a:srgbClr val="DDDCCB"/>
                </a:solidFill>
                <a:latin typeface="Arial"/>
                <a:ea typeface="Arial"/>
                <a:cs typeface="Arial"/>
              </a:defRPr>
            </a:defPPr>
            <a:lvl1pPr algn="r">
              <a:defRPr sz="2400" b="0">
                <a:solidFill>
                  <a:srgbClr val="DDDCCB"/>
                </a:solidFill>
                <a:latin typeface="Arial"/>
                <a:ea typeface="Arial"/>
                <a:cs typeface="Arial"/>
              </a:defRPr>
            </a:lvl1pPr>
            <a:lvl2pPr algn="r">
              <a:defRPr sz="2400" b="0">
                <a:solidFill>
                  <a:srgbClr val="DDDCCB"/>
                </a:solidFill>
                <a:latin typeface="Arial"/>
                <a:ea typeface="Arial"/>
                <a:cs typeface="Arial"/>
              </a:defRPr>
            </a:lvl2pPr>
            <a:lvl3pPr algn="r">
              <a:defRPr sz="2400" b="0">
                <a:solidFill>
                  <a:srgbClr val="DDDCCB"/>
                </a:solidFill>
                <a:latin typeface="Arial"/>
                <a:ea typeface="Arial"/>
                <a:cs typeface="Arial"/>
              </a:defRPr>
            </a:lvl3pPr>
            <a:lvl4pPr algn="r">
              <a:defRPr sz="2400" b="0">
                <a:solidFill>
                  <a:srgbClr val="DDDCCB"/>
                </a:solidFill>
                <a:latin typeface="Arial"/>
                <a:ea typeface="Arial"/>
                <a:cs typeface="Arial"/>
              </a:defRPr>
            </a:lvl4pPr>
            <a:lvl5pPr algn="r">
              <a:defRPr sz="2400" b="0">
                <a:solidFill>
                  <a:srgbClr val="DDDCCB"/>
                </a:solidFill>
                <a:latin typeface="Arial"/>
                <a:ea typeface="Arial"/>
                <a:cs typeface="Arial"/>
              </a:defRPr>
            </a:lvl5pPr>
            <a:lvl6pPr algn="r">
              <a:defRPr sz="2400" b="0">
                <a:solidFill>
                  <a:srgbClr val="DDDCCB"/>
                </a:solidFill>
                <a:latin typeface="Arial"/>
                <a:ea typeface="Arial"/>
                <a:cs typeface="Arial"/>
              </a:defRPr>
            </a:lvl6pPr>
            <a:lvl7pPr algn="r">
              <a:defRPr sz="2400" b="0">
                <a:solidFill>
                  <a:srgbClr val="DDDCCB"/>
                </a:solidFill>
                <a:latin typeface="Arial"/>
                <a:ea typeface="Arial"/>
                <a:cs typeface="Arial"/>
              </a:defRPr>
            </a:lvl7pPr>
            <a:lvl8pPr algn="r">
              <a:defRPr sz="2400" b="0">
                <a:solidFill>
                  <a:srgbClr val="DDDCCB"/>
                </a:solidFill>
                <a:latin typeface="Arial"/>
                <a:ea typeface="Arial"/>
                <a:cs typeface="Arial"/>
              </a:defRPr>
            </a:lvl8pPr>
            <a:lvl9pPr algn="r">
              <a:defRPr sz="2400" b="0">
                <a:solidFill>
                  <a:srgbClr val="DDDCCB"/>
                </a:solidFill>
                <a:latin typeface="Arial"/>
                <a:ea typeface="Arial"/>
                <a:cs typeface="Arial"/>
              </a:defRPr>
            </a:lvl9pPr>
          </a:lstStyle>
          <a:p>
            <a:pPr algn="r" rtl="1">
              <a:lnSpc>
                <a:spcPct val="100000"/>
              </a:lnSpc>
              <a:buNone/>
              <a:defRPr sz="2400" b="0">
                <a:solidFill>
                  <a:srgbClr val="DDDCCB"/>
                </a:solidFill>
                <a:latin typeface="Arial"/>
                <a:ea typeface="Arial"/>
                <a:cs typeface="Arial"/>
              </a:defRPr>
            </a:pPr>
            <a:r>
              <a:rPr sz="2400" b="0" lang="he-IL" altLang="en-US">
                <a:solidFill>
                  <a:srgbClr val="DDDCCB"/>
                </a:solidFill>
                <a:latin typeface="Arial"/>
                <a:ea typeface="Arial"/>
                <a:cs typeface="Arial"/>
              </a:rPr>
              <a:t>‏קבע</a:t>
            </a:r>
          </a:p>
        </p:txBody>
      </p:sp>
      <p:sp>
        <p:nvSpPr>
          <p:cNvPr id="8" name="scope-word-2">
            <a:extLst>
              <a:ext uri="{FF2B5EF4-FFF2-40B4-BE49-F238E27FC236}">
                <ns2:creationId id="{80E341D4-4D49-4C51-98FA-64F5D661F733}"/>
              </a:ext>
            </a:extLst>
          </p:cNvPr>
          <p:cNvSpPr>
            <a:spLocks noGrp="1"/>
          </p:cNvSpPr>
          <p:nvPr/>
        </p:nvSpPr>
        <p:spPr>
          <a:xfrm>
            <a:off x="8972645" y="3810000"/>
            <a:ext cx="1007554" cy="571500"/>
          </a:xfrm>
          <a:prstGeom prst="rect">
            <a:avLst/>
          </a:prstGeom>
          <a:noFill/>
          <a:ln w="0">
            <a:noFill/>
          </a:ln>
        </p:spPr>
        <p:txBody>
          <a:bodyPr wrap="none" lIns="0" tIns="0" rIns="0" bIns="0" anchor="t">
            <a:noAutofit/>
          </a:bodyPr>
          <a:lstStyle>
            <a:defPPr algn="r">
              <a:defRPr sz="2400" b="0">
                <a:solidFill>
                  <a:srgbClr val="DDDCCB"/>
                </a:solidFill>
                <a:latin typeface="Arial"/>
                <a:ea typeface="Arial"/>
                <a:cs typeface="Arial"/>
              </a:defRPr>
            </a:defPPr>
            <a:lvl1pPr algn="r">
              <a:defRPr sz="2400" b="0">
                <a:solidFill>
                  <a:srgbClr val="DDDCCB"/>
                </a:solidFill>
                <a:latin typeface="Arial"/>
                <a:ea typeface="Arial"/>
                <a:cs typeface="Arial"/>
              </a:defRPr>
            </a:lvl1pPr>
            <a:lvl2pPr algn="r">
              <a:defRPr sz="2400" b="0">
                <a:solidFill>
                  <a:srgbClr val="DDDCCB"/>
                </a:solidFill>
                <a:latin typeface="Arial"/>
                <a:ea typeface="Arial"/>
                <a:cs typeface="Arial"/>
              </a:defRPr>
            </a:lvl2pPr>
            <a:lvl3pPr algn="r">
              <a:defRPr sz="2400" b="0">
                <a:solidFill>
                  <a:srgbClr val="DDDCCB"/>
                </a:solidFill>
                <a:latin typeface="Arial"/>
                <a:ea typeface="Arial"/>
                <a:cs typeface="Arial"/>
              </a:defRPr>
            </a:lvl3pPr>
            <a:lvl4pPr algn="r">
              <a:defRPr sz="2400" b="0">
                <a:solidFill>
                  <a:srgbClr val="DDDCCB"/>
                </a:solidFill>
                <a:latin typeface="Arial"/>
                <a:ea typeface="Arial"/>
                <a:cs typeface="Arial"/>
              </a:defRPr>
            </a:lvl4pPr>
            <a:lvl5pPr algn="r">
              <a:defRPr sz="2400" b="0">
                <a:solidFill>
                  <a:srgbClr val="DDDCCB"/>
                </a:solidFill>
                <a:latin typeface="Arial"/>
                <a:ea typeface="Arial"/>
                <a:cs typeface="Arial"/>
              </a:defRPr>
            </a:lvl5pPr>
            <a:lvl6pPr algn="r">
              <a:defRPr sz="2400" b="0">
                <a:solidFill>
                  <a:srgbClr val="DDDCCB"/>
                </a:solidFill>
                <a:latin typeface="Arial"/>
                <a:ea typeface="Arial"/>
                <a:cs typeface="Arial"/>
              </a:defRPr>
            </a:lvl6pPr>
            <a:lvl7pPr algn="r">
              <a:defRPr sz="2400" b="0">
                <a:solidFill>
                  <a:srgbClr val="DDDCCB"/>
                </a:solidFill>
                <a:latin typeface="Arial"/>
                <a:ea typeface="Arial"/>
                <a:cs typeface="Arial"/>
              </a:defRPr>
            </a:lvl7pPr>
            <a:lvl8pPr algn="r">
              <a:defRPr sz="2400" b="0">
                <a:solidFill>
                  <a:srgbClr val="DDDCCB"/>
                </a:solidFill>
                <a:latin typeface="Arial"/>
                <a:ea typeface="Arial"/>
                <a:cs typeface="Arial"/>
              </a:defRPr>
            </a:lvl8pPr>
            <a:lvl9pPr algn="r">
              <a:defRPr sz="2400" b="0">
                <a:solidFill>
                  <a:srgbClr val="DDDCCB"/>
                </a:solidFill>
                <a:latin typeface="Arial"/>
                <a:ea typeface="Arial"/>
                <a:cs typeface="Arial"/>
              </a:defRPr>
            </a:lvl9pPr>
          </a:lstStyle>
          <a:p>
            <a:pPr algn="r" rtl="1">
              <a:lnSpc>
                <a:spcPct val="100000"/>
              </a:lnSpc>
              <a:buNone/>
              <a:defRPr sz="2400" b="0">
                <a:solidFill>
                  <a:srgbClr val="DDDCCB"/>
                </a:solidFill>
                <a:latin typeface="Arial"/>
                <a:ea typeface="Arial"/>
                <a:cs typeface="Arial"/>
              </a:defRPr>
            </a:pPr>
            <a:r>
              <a:rPr sz="2400" b="0" lang="he-IL" altLang="en-US">
                <a:solidFill>
                  <a:srgbClr val="DDDCCB"/>
                </a:solidFill>
                <a:latin typeface="Arial"/>
                <a:ea typeface="Arial"/>
                <a:cs typeface="Arial"/>
              </a:rPr>
              <a:t>‏ומילואים</a:t>
            </a:r>
          </a:p>
        </p:txBody>
      </p:sp>
      <p:sp>
        <p:nvSpPr>
          <p:cNvPr id="9" name="duration-word-0">
            <a:extLst>
              <a:ext uri="{FF2B5EF4-FFF2-40B4-BE49-F238E27FC236}">
                <ns2:creationId id="{E1FE7615-88EA-45B3-87F6-3656DF6D0144}"/>
              </a:ext>
            </a:extLst>
          </p:cNvPr>
          <p:cNvSpPr>
            <a:spLocks noGrp="1"/>
          </p:cNvSpPr>
          <p:nvPr/>
        </p:nvSpPr>
        <p:spPr>
          <a:xfrm>
            <a:off x="10537984" y="4524375"/>
            <a:ext cx="815816" cy="523875"/>
          </a:xfrm>
          <a:prstGeom prst="rect">
            <a:avLst/>
          </a:prstGeom>
          <a:noFill/>
          <a:ln w="0">
            <a:noFill/>
          </a:ln>
        </p:spPr>
        <p:txBody>
          <a:bodyPr wrap="none" lIns="0" tIns="0" rIns="0" bIns="0" anchor="t">
            <a:noAutofit/>
          </a:bodyPr>
          <a:lstStyle>
            <a:defPPr algn="r">
              <a:defRPr sz="2250" b="0">
                <a:solidFill>
                  <a:srgbClr val="DDDCCB"/>
                </a:solidFill>
                <a:latin typeface="Arial"/>
                <a:ea typeface="Arial"/>
                <a:cs typeface="Arial"/>
              </a:defRPr>
            </a:defPPr>
            <a:lvl1pPr algn="r">
              <a:defRPr sz="2250" b="0">
                <a:solidFill>
                  <a:srgbClr val="DDDCCB"/>
                </a:solidFill>
                <a:latin typeface="Arial"/>
                <a:ea typeface="Arial"/>
                <a:cs typeface="Arial"/>
              </a:defRPr>
            </a:lvl1pPr>
            <a:lvl2pPr algn="r">
              <a:defRPr sz="2250" b="0">
                <a:solidFill>
                  <a:srgbClr val="DDDCCB"/>
                </a:solidFill>
                <a:latin typeface="Arial"/>
                <a:ea typeface="Arial"/>
                <a:cs typeface="Arial"/>
              </a:defRPr>
            </a:lvl2pPr>
            <a:lvl3pPr algn="r">
              <a:defRPr sz="2250" b="0">
                <a:solidFill>
                  <a:srgbClr val="DDDCCB"/>
                </a:solidFill>
                <a:latin typeface="Arial"/>
                <a:ea typeface="Arial"/>
                <a:cs typeface="Arial"/>
              </a:defRPr>
            </a:lvl3pPr>
            <a:lvl4pPr algn="r">
              <a:defRPr sz="2250" b="0">
                <a:solidFill>
                  <a:srgbClr val="DDDCCB"/>
                </a:solidFill>
                <a:latin typeface="Arial"/>
                <a:ea typeface="Arial"/>
                <a:cs typeface="Arial"/>
              </a:defRPr>
            </a:lvl4pPr>
            <a:lvl5pPr algn="r">
              <a:defRPr sz="2250" b="0">
                <a:solidFill>
                  <a:srgbClr val="DDDCCB"/>
                </a:solidFill>
                <a:latin typeface="Arial"/>
                <a:ea typeface="Arial"/>
                <a:cs typeface="Arial"/>
              </a:defRPr>
            </a:lvl5pPr>
            <a:lvl6pPr algn="r">
              <a:defRPr sz="2250" b="0">
                <a:solidFill>
                  <a:srgbClr val="DDDCCB"/>
                </a:solidFill>
                <a:latin typeface="Arial"/>
                <a:ea typeface="Arial"/>
                <a:cs typeface="Arial"/>
              </a:defRPr>
            </a:lvl6pPr>
            <a:lvl7pPr algn="r">
              <a:defRPr sz="2250" b="0">
                <a:solidFill>
                  <a:srgbClr val="DDDCCB"/>
                </a:solidFill>
                <a:latin typeface="Arial"/>
                <a:ea typeface="Arial"/>
                <a:cs typeface="Arial"/>
              </a:defRPr>
            </a:lvl7pPr>
            <a:lvl8pPr algn="r">
              <a:defRPr sz="2250" b="0">
                <a:solidFill>
                  <a:srgbClr val="DDDCCB"/>
                </a:solidFill>
                <a:latin typeface="Arial"/>
                <a:ea typeface="Arial"/>
                <a:cs typeface="Arial"/>
              </a:defRPr>
            </a:lvl8pPr>
            <a:lvl9pPr algn="r">
              <a:defRPr sz="2250" b="0">
                <a:solidFill>
                  <a:srgbClr val="DDDCCB"/>
                </a:solidFill>
                <a:latin typeface="Arial"/>
                <a:ea typeface="Arial"/>
                <a:cs typeface="Arial"/>
              </a:defRPr>
            </a:lvl9pPr>
          </a:lstStyle>
          <a:p>
            <a:pPr algn="r" rtl="1">
              <a:lnSpc>
                <a:spcPct val="100000"/>
              </a:lnSpc>
              <a:buNone/>
              <a:defRPr sz="2250" b="0">
                <a:solidFill>
                  <a:srgbClr val="DDDCCB"/>
                </a:solidFill>
                <a:latin typeface="Arial"/>
                <a:ea typeface="Arial"/>
                <a:cs typeface="Arial"/>
              </a:defRPr>
            </a:pPr>
            <a:r>
              <a:rPr sz="2250" b="0" lang="he-IL" altLang="en-US">
                <a:solidFill>
                  <a:srgbClr val="DDDCCB"/>
                </a:solidFill>
                <a:latin typeface="Arial"/>
                <a:ea typeface="Arial"/>
                <a:cs typeface="Arial"/>
              </a:rPr>
              <a:t>‏הרצאה</a:t>
            </a:r>
          </a:p>
        </p:txBody>
      </p:sp>
      <p:sp>
        <p:nvSpPr>
          <p:cNvPr id="10" name="duration-word-1">
            <a:extLst>
              <a:ext uri="{FF2B5EF4-FFF2-40B4-BE49-F238E27FC236}">
                <ns2:creationId id="{5CAE014A-D92E-447E-954F-4895EA760A89}"/>
              </a:ext>
            </a:extLst>
          </p:cNvPr>
          <p:cNvSpPr>
            <a:spLocks noGrp="1"/>
          </p:cNvSpPr>
          <p:nvPr/>
        </p:nvSpPr>
        <p:spPr>
          <a:xfrm>
            <a:off x="9732740" y="4524375"/>
            <a:ext cx="744950" cy="523875"/>
          </a:xfrm>
          <a:prstGeom prst="rect">
            <a:avLst/>
          </a:prstGeom>
          <a:noFill/>
          <a:ln w="0">
            <a:noFill/>
          </a:ln>
        </p:spPr>
        <p:txBody>
          <a:bodyPr wrap="none" lIns="0" tIns="0" rIns="0" bIns="0" anchor="t">
            <a:noAutofit/>
          </a:bodyPr>
          <a:lstStyle>
            <a:defPPr algn="r">
              <a:defRPr sz="2250" b="0">
                <a:solidFill>
                  <a:srgbClr val="DDDCCB"/>
                </a:solidFill>
                <a:latin typeface="Arial"/>
                <a:ea typeface="Arial"/>
                <a:cs typeface="Arial"/>
              </a:defRPr>
            </a:defPPr>
            <a:lvl1pPr algn="r">
              <a:defRPr sz="2250" b="0">
                <a:solidFill>
                  <a:srgbClr val="DDDCCB"/>
                </a:solidFill>
                <a:latin typeface="Arial"/>
                <a:ea typeface="Arial"/>
                <a:cs typeface="Arial"/>
              </a:defRPr>
            </a:lvl1pPr>
            <a:lvl2pPr algn="r">
              <a:defRPr sz="2250" b="0">
                <a:solidFill>
                  <a:srgbClr val="DDDCCB"/>
                </a:solidFill>
                <a:latin typeface="Arial"/>
                <a:ea typeface="Arial"/>
                <a:cs typeface="Arial"/>
              </a:defRPr>
            </a:lvl2pPr>
            <a:lvl3pPr algn="r">
              <a:defRPr sz="2250" b="0">
                <a:solidFill>
                  <a:srgbClr val="DDDCCB"/>
                </a:solidFill>
                <a:latin typeface="Arial"/>
                <a:ea typeface="Arial"/>
                <a:cs typeface="Arial"/>
              </a:defRPr>
            </a:lvl3pPr>
            <a:lvl4pPr algn="r">
              <a:defRPr sz="2250" b="0">
                <a:solidFill>
                  <a:srgbClr val="DDDCCB"/>
                </a:solidFill>
                <a:latin typeface="Arial"/>
                <a:ea typeface="Arial"/>
                <a:cs typeface="Arial"/>
              </a:defRPr>
            </a:lvl4pPr>
            <a:lvl5pPr algn="r">
              <a:defRPr sz="2250" b="0">
                <a:solidFill>
                  <a:srgbClr val="DDDCCB"/>
                </a:solidFill>
                <a:latin typeface="Arial"/>
                <a:ea typeface="Arial"/>
                <a:cs typeface="Arial"/>
              </a:defRPr>
            </a:lvl5pPr>
            <a:lvl6pPr algn="r">
              <a:defRPr sz="2250" b="0">
                <a:solidFill>
                  <a:srgbClr val="DDDCCB"/>
                </a:solidFill>
                <a:latin typeface="Arial"/>
                <a:ea typeface="Arial"/>
                <a:cs typeface="Arial"/>
              </a:defRPr>
            </a:lvl6pPr>
            <a:lvl7pPr algn="r">
              <a:defRPr sz="2250" b="0">
                <a:solidFill>
                  <a:srgbClr val="DDDCCB"/>
                </a:solidFill>
                <a:latin typeface="Arial"/>
                <a:ea typeface="Arial"/>
                <a:cs typeface="Arial"/>
              </a:defRPr>
            </a:lvl7pPr>
            <a:lvl8pPr algn="r">
              <a:defRPr sz="2250" b="0">
                <a:solidFill>
                  <a:srgbClr val="DDDCCB"/>
                </a:solidFill>
                <a:latin typeface="Arial"/>
                <a:ea typeface="Arial"/>
                <a:cs typeface="Arial"/>
              </a:defRPr>
            </a:lvl8pPr>
            <a:lvl9pPr algn="r">
              <a:defRPr sz="2250" b="0">
                <a:solidFill>
                  <a:srgbClr val="DDDCCB"/>
                </a:solidFill>
                <a:latin typeface="Arial"/>
                <a:ea typeface="Arial"/>
                <a:cs typeface="Arial"/>
              </a:defRPr>
            </a:lvl9pPr>
          </a:lstStyle>
          <a:p>
            <a:pPr algn="r" rtl="1">
              <a:lnSpc>
                <a:spcPct val="100000"/>
              </a:lnSpc>
              <a:buNone/>
              <a:defRPr sz="2250" b="0">
                <a:solidFill>
                  <a:srgbClr val="DDDCCB"/>
                </a:solidFill>
                <a:latin typeface="Arial"/>
                <a:ea typeface="Arial"/>
                <a:cs typeface="Arial"/>
              </a:defRPr>
            </a:pPr>
            <a:r>
              <a:rPr sz="2250" b="0" lang="he-IL" altLang="en-US">
                <a:solidFill>
                  <a:srgbClr val="DDDCCB"/>
                </a:solidFill>
                <a:latin typeface="Arial"/>
                <a:ea typeface="Arial"/>
                <a:cs typeface="Arial"/>
              </a:rPr>
              <a:t>‏ותרגול</a:t>
            </a:r>
          </a:p>
        </p:txBody>
      </p:sp>
      <p:sp>
        <p:nvSpPr>
          <p:cNvPr id="11" name="duration-word-2">
            <a:extLst>
              <a:ext uri="{FF2B5EF4-FFF2-40B4-BE49-F238E27FC236}">
                <ns2:creationId id="{3A92BC28-5E9B-4D34-AB45-24750E418071}"/>
              </a:ext>
            </a:extLst>
          </p:cNvPr>
          <p:cNvSpPr>
            <a:spLocks noGrp="1"/>
          </p:cNvSpPr>
          <p:nvPr/>
        </p:nvSpPr>
        <p:spPr>
          <a:xfrm>
            <a:off x="9313164" y="4524375"/>
            <a:ext cx="359283" cy="523875"/>
          </a:xfrm>
          <a:prstGeom prst="rect">
            <a:avLst/>
          </a:prstGeom>
          <a:noFill/>
          <a:ln w="0">
            <a:noFill/>
          </a:ln>
        </p:spPr>
        <p:txBody>
          <a:bodyPr wrap="none" lIns="0" tIns="0" rIns="0" bIns="0" anchor="t">
            <a:noAutofit/>
          </a:bodyPr>
          <a:lstStyle>
            <a:defPPr algn="r">
              <a:defRPr sz="2250" b="0">
                <a:solidFill>
                  <a:srgbClr val="DDDCCB"/>
                </a:solidFill>
                <a:latin typeface="Arial"/>
                <a:ea typeface="Arial"/>
                <a:cs typeface="Arial"/>
              </a:defRPr>
            </a:defPPr>
            <a:lvl1pPr algn="r">
              <a:defRPr sz="2250" b="0">
                <a:solidFill>
                  <a:srgbClr val="DDDCCB"/>
                </a:solidFill>
                <a:latin typeface="Arial"/>
                <a:ea typeface="Arial"/>
                <a:cs typeface="Arial"/>
              </a:defRPr>
            </a:lvl1pPr>
            <a:lvl2pPr algn="r">
              <a:defRPr sz="2250" b="0">
                <a:solidFill>
                  <a:srgbClr val="DDDCCB"/>
                </a:solidFill>
                <a:latin typeface="Arial"/>
                <a:ea typeface="Arial"/>
                <a:cs typeface="Arial"/>
              </a:defRPr>
            </a:lvl2pPr>
            <a:lvl3pPr algn="r">
              <a:defRPr sz="2250" b="0">
                <a:solidFill>
                  <a:srgbClr val="DDDCCB"/>
                </a:solidFill>
                <a:latin typeface="Arial"/>
                <a:ea typeface="Arial"/>
                <a:cs typeface="Arial"/>
              </a:defRPr>
            </a:lvl3pPr>
            <a:lvl4pPr algn="r">
              <a:defRPr sz="2250" b="0">
                <a:solidFill>
                  <a:srgbClr val="DDDCCB"/>
                </a:solidFill>
                <a:latin typeface="Arial"/>
                <a:ea typeface="Arial"/>
                <a:cs typeface="Arial"/>
              </a:defRPr>
            </a:lvl4pPr>
            <a:lvl5pPr algn="r">
              <a:defRPr sz="2250" b="0">
                <a:solidFill>
                  <a:srgbClr val="DDDCCB"/>
                </a:solidFill>
                <a:latin typeface="Arial"/>
                <a:ea typeface="Arial"/>
                <a:cs typeface="Arial"/>
              </a:defRPr>
            </a:lvl5pPr>
            <a:lvl6pPr algn="r">
              <a:defRPr sz="2250" b="0">
                <a:solidFill>
                  <a:srgbClr val="DDDCCB"/>
                </a:solidFill>
                <a:latin typeface="Arial"/>
                <a:ea typeface="Arial"/>
                <a:cs typeface="Arial"/>
              </a:defRPr>
            </a:lvl6pPr>
            <a:lvl7pPr algn="r">
              <a:defRPr sz="2250" b="0">
                <a:solidFill>
                  <a:srgbClr val="DDDCCB"/>
                </a:solidFill>
                <a:latin typeface="Arial"/>
                <a:ea typeface="Arial"/>
                <a:cs typeface="Arial"/>
              </a:defRPr>
            </a:lvl7pPr>
            <a:lvl8pPr algn="r">
              <a:defRPr sz="2250" b="0">
                <a:solidFill>
                  <a:srgbClr val="DDDCCB"/>
                </a:solidFill>
                <a:latin typeface="Arial"/>
                <a:ea typeface="Arial"/>
                <a:cs typeface="Arial"/>
              </a:defRPr>
            </a:lvl8pPr>
            <a:lvl9pPr algn="r">
              <a:defRPr sz="2250" b="0">
                <a:solidFill>
                  <a:srgbClr val="DDDCCB"/>
                </a:solidFill>
                <a:latin typeface="Arial"/>
                <a:ea typeface="Arial"/>
                <a:cs typeface="Arial"/>
              </a:defRPr>
            </a:lvl9pPr>
          </a:lstStyle>
          <a:p>
            <a:pPr algn="r" rtl="1">
              <a:lnSpc>
                <a:spcPct val="100000"/>
              </a:lnSpc>
              <a:buNone/>
              <a:defRPr sz="2250" b="0">
                <a:solidFill>
                  <a:srgbClr val="DDDCCB"/>
                </a:solidFill>
                <a:latin typeface="Arial"/>
                <a:ea typeface="Arial"/>
                <a:cs typeface="Arial"/>
              </a:defRPr>
            </a:pPr>
            <a:r>
              <a:rPr sz="2250" b="0" lang="he-IL" altLang="en-US">
                <a:solidFill>
                  <a:srgbClr val="DDDCCB"/>
                </a:solidFill>
                <a:latin typeface="Arial"/>
                <a:ea typeface="Arial"/>
                <a:cs typeface="Arial"/>
              </a:rPr>
              <a:t>‏של</a:t>
            </a:r>
          </a:p>
        </p:txBody>
      </p:sp>
      <p:sp>
        <p:nvSpPr>
          <p:cNvPr id="12" name="duration-word-3">
            <a:extLst>
              <a:ext uri="{FF2B5EF4-FFF2-40B4-BE49-F238E27FC236}">
                <ns2:creationId id="{4A7B5BD6-49AD-4205-8FCF-3E4F24CBDE15}"/>
              </a:ext>
            </a:extLst>
          </p:cNvPr>
          <p:cNvSpPr>
            <a:spLocks noGrp="1"/>
          </p:cNvSpPr>
          <p:nvPr/>
        </p:nvSpPr>
        <p:spPr>
          <a:xfrm>
            <a:off x="8906446" y="4524375"/>
            <a:ext cx="346424" cy="523875"/>
          </a:xfrm>
          <a:prstGeom prst="rect">
            <a:avLst/>
          </a:prstGeom>
          <a:noFill/>
          <a:ln w="0">
            <a:noFill/>
          </a:ln>
        </p:spPr>
        <p:txBody>
          <a:bodyPr wrap="none" lIns="0" tIns="0" rIns="0" bIns="0" anchor="t">
            <a:noAutofit/>
          </a:bodyPr>
          <a:lstStyle>
            <a:defPPr algn="r">
              <a:defRPr sz="2250" b="0">
                <a:solidFill>
                  <a:srgbClr val="DDDCCB"/>
                </a:solidFill>
                <a:latin typeface="Arial"/>
                <a:ea typeface="Arial"/>
                <a:cs typeface="Arial"/>
              </a:defRPr>
            </a:defPPr>
            <a:lvl1pPr algn="r">
              <a:defRPr sz="2250" b="0">
                <a:solidFill>
                  <a:srgbClr val="DDDCCB"/>
                </a:solidFill>
                <a:latin typeface="Arial"/>
                <a:ea typeface="Arial"/>
                <a:cs typeface="Arial"/>
              </a:defRPr>
            </a:lvl1pPr>
            <a:lvl2pPr algn="r">
              <a:defRPr sz="2250" b="0">
                <a:solidFill>
                  <a:srgbClr val="DDDCCB"/>
                </a:solidFill>
                <a:latin typeface="Arial"/>
                <a:ea typeface="Arial"/>
                <a:cs typeface="Arial"/>
              </a:defRPr>
            </a:lvl2pPr>
            <a:lvl3pPr algn="r">
              <a:defRPr sz="2250" b="0">
                <a:solidFill>
                  <a:srgbClr val="DDDCCB"/>
                </a:solidFill>
                <a:latin typeface="Arial"/>
                <a:ea typeface="Arial"/>
                <a:cs typeface="Arial"/>
              </a:defRPr>
            </a:lvl3pPr>
            <a:lvl4pPr algn="r">
              <a:defRPr sz="2250" b="0">
                <a:solidFill>
                  <a:srgbClr val="DDDCCB"/>
                </a:solidFill>
                <a:latin typeface="Arial"/>
                <a:ea typeface="Arial"/>
                <a:cs typeface="Arial"/>
              </a:defRPr>
            </a:lvl4pPr>
            <a:lvl5pPr algn="r">
              <a:defRPr sz="2250" b="0">
                <a:solidFill>
                  <a:srgbClr val="DDDCCB"/>
                </a:solidFill>
                <a:latin typeface="Arial"/>
                <a:ea typeface="Arial"/>
                <a:cs typeface="Arial"/>
              </a:defRPr>
            </a:lvl5pPr>
            <a:lvl6pPr algn="r">
              <a:defRPr sz="2250" b="0">
                <a:solidFill>
                  <a:srgbClr val="DDDCCB"/>
                </a:solidFill>
                <a:latin typeface="Arial"/>
                <a:ea typeface="Arial"/>
                <a:cs typeface="Arial"/>
              </a:defRPr>
            </a:lvl6pPr>
            <a:lvl7pPr algn="r">
              <a:defRPr sz="2250" b="0">
                <a:solidFill>
                  <a:srgbClr val="DDDCCB"/>
                </a:solidFill>
                <a:latin typeface="Arial"/>
                <a:ea typeface="Arial"/>
                <a:cs typeface="Arial"/>
              </a:defRPr>
            </a:lvl7pPr>
            <a:lvl8pPr algn="r">
              <a:defRPr sz="2250" b="0">
                <a:solidFill>
                  <a:srgbClr val="DDDCCB"/>
                </a:solidFill>
                <a:latin typeface="Arial"/>
                <a:ea typeface="Arial"/>
                <a:cs typeface="Arial"/>
              </a:defRPr>
            </a:lvl8pPr>
            <a:lvl9pPr algn="r">
              <a:defRPr sz="2250" b="0">
                <a:solidFill>
                  <a:srgbClr val="DDDCCB"/>
                </a:solidFill>
                <a:latin typeface="Arial"/>
                <a:ea typeface="Arial"/>
                <a:cs typeface="Arial"/>
              </a:defRPr>
            </a:lvl9pPr>
          </a:lstStyle>
          <a:p>
            <a:pPr algn="r">
              <a:lnSpc>
                <a:spcPct val="100000"/>
              </a:lnSpc>
              <a:buNone/>
              <a:defRPr sz="2250" b="0">
                <a:solidFill>
                  <a:srgbClr val="DDDCCB"/>
                </a:solidFill>
                <a:latin typeface="Arial"/>
                <a:ea typeface="Arial"/>
                <a:cs typeface="Arial"/>
              </a:defRPr>
            </a:pPr>
            <a:r>
              <a:rPr sz="2250" b="0">
                <a:solidFill>
                  <a:srgbClr val="DDDCCB"/>
                </a:solidFill>
                <a:latin typeface="Arial"/>
                <a:ea typeface="Arial"/>
                <a:cs typeface="Arial"/>
              </a:rPr>
              <a:t>‏30</a:t>
            </a:r>
          </a:p>
        </p:txBody>
      </p:sp>
      <p:sp>
        <p:nvSpPr>
          <p:cNvPr id="13" name="duration-word-4">
            <a:extLst>
              <a:ext uri="{FF2B5EF4-FFF2-40B4-BE49-F238E27FC236}">
                <ns2:creationId id="{7B1815D2-9316-44F7-89FC-62657AF0A7A7}"/>
              </a:ext>
            </a:extLst>
          </p:cNvPr>
          <p:cNvSpPr>
            <a:spLocks noGrp="1"/>
          </p:cNvSpPr>
          <p:nvPr/>
        </p:nvSpPr>
        <p:spPr>
          <a:xfrm>
            <a:off x="8261128" y="4524375"/>
            <a:ext cx="585025" cy="523875"/>
          </a:xfrm>
          <a:prstGeom prst="rect">
            <a:avLst/>
          </a:prstGeom>
          <a:noFill/>
          <a:ln w="0">
            <a:noFill/>
          </a:ln>
        </p:spPr>
        <p:txBody>
          <a:bodyPr wrap="none" lIns="0" tIns="0" rIns="0" bIns="0" anchor="t">
            <a:noAutofit/>
          </a:bodyPr>
          <a:lstStyle>
            <a:defPPr algn="r">
              <a:defRPr sz="2250" b="0">
                <a:solidFill>
                  <a:srgbClr val="DDDCCB"/>
                </a:solidFill>
                <a:latin typeface="Arial"/>
                <a:ea typeface="Arial"/>
                <a:cs typeface="Arial"/>
              </a:defRPr>
            </a:defPPr>
            <a:lvl1pPr algn="r">
              <a:defRPr sz="2250" b="0">
                <a:solidFill>
                  <a:srgbClr val="DDDCCB"/>
                </a:solidFill>
                <a:latin typeface="Arial"/>
                <a:ea typeface="Arial"/>
                <a:cs typeface="Arial"/>
              </a:defRPr>
            </a:lvl1pPr>
            <a:lvl2pPr algn="r">
              <a:defRPr sz="2250" b="0">
                <a:solidFill>
                  <a:srgbClr val="DDDCCB"/>
                </a:solidFill>
                <a:latin typeface="Arial"/>
                <a:ea typeface="Arial"/>
                <a:cs typeface="Arial"/>
              </a:defRPr>
            </a:lvl2pPr>
            <a:lvl3pPr algn="r">
              <a:defRPr sz="2250" b="0">
                <a:solidFill>
                  <a:srgbClr val="DDDCCB"/>
                </a:solidFill>
                <a:latin typeface="Arial"/>
                <a:ea typeface="Arial"/>
                <a:cs typeface="Arial"/>
              </a:defRPr>
            </a:lvl3pPr>
            <a:lvl4pPr algn="r">
              <a:defRPr sz="2250" b="0">
                <a:solidFill>
                  <a:srgbClr val="DDDCCB"/>
                </a:solidFill>
                <a:latin typeface="Arial"/>
                <a:ea typeface="Arial"/>
                <a:cs typeface="Arial"/>
              </a:defRPr>
            </a:lvl4pPr>
            <a:lvl5pPr algn="r">
              <a:defRPr sz="2250" b="0">
                <a:solidFill>
                  <a:srgbClr val="DDDCCB"/>
                </a:solidFill>
                <a:latin typeface="Arial"/>
                <a:ea typeface="Arial"/>
                <a:cs typeface="Arial"/>
              </a:defRPr>
            </a:lvl5pPr>
            <a:lvl6pPr algn="r">
              <a:defRPr sz="2250" b="0">
                <a:solidFill>
                  <a:srgbClr val="DDDCCB"/>
                </a:solidFill>
                <a:latin typeface="Arial"/>
                <a:ea typeface="Arial"/>
                <a:cs typeface="Arial"/>
              </a:defRPr>
            </a:lvl6pPr>
            <a:lvl7pPr algn="r">
              <a:defRPr sz="2250" b="0">
                <a:solidFill>
                  <a:srgbClr val="DDDCCB"/>
                </a:solidFill>
                <a:latin typeface="Arial"/>
                <a:ea typeface="Arial"/>
                <a:cs typeface="Arial"/>
              </a:defRPr>
            </a:lvl7pPr>
            <a:lvl8pPr algn="r">
              <a:defRPr sz="2250" b="0">
                <a:solidFill>
                  <a:srgbClr val="DDDCCB"/>
                </a:solidFill>
                <a:latin typeface="Arial"/>
                <a:ea typeface="Arial"/>
                <a:cs typeface="Arial"/>
              </a:defRPr>
            </a:lvl8pPr>
            <a:lvl9pPr algn="r">
              <a:defRPr sz="2250" b="0">
                <a:solidFill>
                  <a:srgbClr val="DDDCCB"/>
                </a:solidFill>
                <a:latin typeface="Arial"/>
                <a:ea typeface="Arial"/>
                <a:cs typeface="Arial"/>
              </a:defRPr>
            </a:lvl9pPr>
          </a:lstStyle>
          <a:p>
            <a:pPr algn="r" rtl="1">
              <a:lnSpc>
                <a:spcPct val="100000"/>
              </a:lnSpc>
              <a:buNone/>
              <a:defRPr sz="2250" b="0">
                <a:solidFill>
                  <a:srgbClr val="DDDCCB"/>
                </a:solidFill>
                <a:latin typeface="Arial"/>
                <a:ea typeface="Arial"/>
                <a:cs typeface="Arial"/>
              </a:defRPr>
            </a:pPr>
            <a:r>
              <a:rPr sz="2250" b="0" lang="he-IL" altLang="en-US">
                <a:solidFill>
                  <a:srgbClr val="DDDCCB"/>
                </a:solidFill>
                <a:latin typeface="Arial"/>
                <a:ea typeface="Arial"/>
                <a:cs typeface="Arial"/>
              </a:rPr>
              <a:t>‏דקות</a:t>
            </a:r>
          </a:p>
        </p:txBody>
      </p:sp>
      <p:sp>
        <p:nvSpPr>
          <p:cNvPr id="14" name="date-word-0">
            <a:extLst>
              <a:ext uri="{FF2B5EF4-FFF2-40B4-BE49-F238E27FC236}">
                <ns2:creationId id="{A2A15797-A5AD-4E58-9075-EE70DD828C9A}"/>
              </a:ext>
            </a:extLst>
          </p:cNvPr>
          <p:cNvSpPr>
            <a:spLocks noGrp="1"/>
          </p:cNvSpPr>
          <p:nvPr/>
        </p:nvSpPr>
        <p:spPr>
          <a:xfrm>
            <a:off x="10850975" y="5857875"/>
            <a:ext cx="502825" cy="285750"/>
          </a:xfrm>
          <a:prstGeom prst="rect">
            <a:avLst/>
          </a:prstGeom>
          <a:noFill/>
          <a:ln w="0">
            <a:noFill/>
          </a:ln>
        </p:spPr>
        <p:txBody>
          <a:bodyPr wrap="none" lIns="0" tIns="0" rIns="0" bIns="0" anchor="t">
            <a:noAutofit/>
          </a:bodyPr>
          <a:lstStyle>
            <a:defPPr algn="r">
              <a:defRPr sz="1500" b="0">
                <a:solidFill>
                  <a:srgbClr val="DDDCCB"/>
                </a:solidFill>
                <a:latin typeface="Arial"/>
                <a:ea typeface="Arial"/>
                <a:cs typeface="Arial"/>
              </a:defRPr>
            </a:defPPr>
            <a:lvl1pPr algn="r">
              <a:defRPr sz="1500" b="0">
                <a:solidFill>
                  <a:srgbClr val="DDDCCB"/>
                </a:solidFill>
                <a:latin typeface="Arial"/>
                <a:ea typeface="Arial"/>
                <a:cs typeface="Arial"/>
              </a:defRPr>
            </a:lvl1pPr>
            <a:lvl2pPr algn="r">
              <a:defRPr sz="1500" b="0">
                <a:solidFill>
                  <a:srgbClr val="DDDCCB"/>
                </a:solidFill>
                <a:latin typeface="Arial"/>
                <a:ea typeface="Arial"/>
                <a:cs typeface="Arial"/>
              </a:defRPr>
            </a:lvl2pPr>
            <a:lvl3pPr algn="r">
              <a:defRPr sz="1500" b="0">
                <a:solidFill>
                  <a:srgbClr val="DDDCCB"/>
                </a:solidFill>
                <a:latin typeface="Arial"/>
                <a:ea typeface="Arial"/>
                <a:cs typeface="Arial"/>
              </a:defRPr>
            </a:lvl3pPr>
            <a:lvl4pPr algn="r">
              <a:defRPr sz="1500" b="0">
                <a:solidFill>
                  <a:srgbClr val="DDDCCB"/>
                </a:solidFill>
                <a:latin typeface="Arial"/>
                <a:ea typeface="Arial"/>
                <a:cs typeface="Arial"/>
              </a:defRPr>
            </a:lvl4pPr>
            <a:lvl5pPr algn="r">
              <a:defRPr sz="1500" b="0">
                <a:solidFill>
                  <a:srgbClr val="DDDCCB"/>
                </a:solidFill>
                <a:latin typeface="Arial"/>
                <a:ea typeface="Arial"/>
                <a:cs typeface="Arial"/>
              </a:defRPr>
            </a:lvl5pPr>
            <a:lvl6pPr algn="r">
              <a:defRPr sz="1500" b="0">
                <a:solidFill>
                  <a:srgbClr val="DDDCCB"/>
                </a:solidFill>
                <a:latin typeface="Arial"/>
                <a:ea typeface="Arial"/>
                <a:cs typeface="Arial"/>
              </a:defRPr>
            </a:lvl6pPr>
            <a:lvl7pPr algn="r">
              <a:defRPr sz="1500" b="0">
                <a:solidFill>
                  <a:srgbClr val="DDDCCB"/>
                </a:solidFill>
                <a:latin typeface="Arial"/>
                <a:ea typeface="Arial"/>
                <a:cs typeface="Arial"/>
              </a:defRPr>
            </a:lvl7pPr>
            <a:lvl8pPr algn="r">
              <a:defRPr sz="1500" b="0">
                <a:solidFill>
                  <a:srgbClr val="DDDCCB"/>
                </a:solidFill>
                <a:latin typeface="Arial"/>
                <a:ea typeface="Arial"/>
                <a:cs typeface="Arial"/>
              </a:defRPr>
            </a:lvl8pPr>
            <a:lvl9pPr algn="r">
              <a:defRPr sz="1500" b="0">
                <a:solidFill>
                  <a:srgbClr val="DDDCCB"/>
                </a:solidFill>
                <a:latin typeface="Arial"/>
                <a:ea typeface="Arial"/>
                <a:cs typeface="Arial"/>
              </a:defRPr>
            </a:lvl9pPr>
          </a:lstStyle>
          <a:p>
            <a:pPr algn="r" rtl="1">
              <a:lnSpc>
                <a:spcPct val="100000"/>
              </a:lnSpc>
              <a:buNone/>
              <a:defRPr sz="1500" b="0">
                <a:solidFill>
                  <a:srgbClr val="DDDCCB"/>
                </a:solidFill>
                <a:latin typeface="Arial"/>
                <a:ea typeface="Arial"/>
                <a:cs typeface="Arial"/>
              </a:defRPr>
            </a:pPr>
            <a:r>
              <a:rPr sz="1500" b="0" lang="he-IL" altLang="en-US">
                <a:solidFill>
                  <a:srgbClr val="DDDCCB"/>
                </a:solidFill>
                <a:latin typeface="Arial"/>
                <a:ea typeface="Arial"/>
                <a:cs typeface="Arial"/>
              </a:rPr>
              <a:t>‏בדיקת</a:t>
            </a:r>
          </a:p>
        </p:txBody>
      </p:sp>
      <p:sp>
        <p:nvSpPr>
          <p:cNvPr id="15" name="date-word-1">
            <a:extLst>
              <a:ext uri="{FF2B5EF4-FFF2-40B4-BE49-F238E27FC236}">
                <ns2:creationId id="{74733F8F-8FD6-4209-9C5A-3DB67A80D7D9}"/>
              </a:ext>
            </a:extLst>
          </p:cNvPr>
          <p:cNvSpPr>
            <a:spLocks noGrp="1"/>
          </p:cNvSpPr>
          <p:nvPr/>
        </p:nvSpPr>
        <p:spPr>
          <a:xfrm>
            <a:off x="10202989" y="5857875"/>
            <a:ext cx="614077" cy="285750"/>
          </a:xfrm>
          <a:prstGeom prst="rect">
            <a:avLst/>
          </a:prstGeom>
          <a:noFill/>
          <a:ln w="0">
            <a:noFill/>
          </a:ln>
        </p:spPr>
        <p:txBody>
          <a:bodyPr wrap="none" lIns="0" tIns="0" rIns="0" bIns="0" anchor="t">
            <a:noAutofit/>
          </a:bodyPr>
          <a:lstStyle>
            <a:defPPr algn="r">
              <a:defRPr sz="1500" b="0">
                <a:solidFill>
                  <a:srgbClr val="DDDCCB"/>
                </a:solidFill>
                <a:latin typeface="Arial"/>
                <a:ea typeface="Arial"/>
                <a:cs typeface="Arial"/>
              </a:defRPr>
            </a:defPPr>
            <a:lvl1pPr algn="r">
              <a:defRPr sz="1500" b="0">
                <a:solidFill>
                  <a:srgbClr val="DDDCCB"/>
                </a:solidFill>
                <a:latin typeface="Arial"/>
                <a:ea typeface="Arial"/>
                <a:cs typeface="Arial"/>
              </a:defRPr>
            </a:lvl1pPr>
            <a:lvl2pPr algn="r">
              <a:defRPr sz="1500" b="0">
                <a:solidFill>
                  <a:srgbClr val="DDDCCB"/>
                </a:solidFill>
                <a:latin typeface="Arial"/>
                <a:ea typeface="Arial"/>
                <a:cs typeface="Arial"/>
              </a:defRPr>
            </a:lvl2pPr>
            <a:lvl3pPr algn="r">
              <a:defRPr sz="1500" b="0">
                <a:solidFill>
                  <a:srgbClr val="DDDCCB"/>
                </a:solidFill>
                <a:latin typeface="Arial"/>
                <a:ea typeface="Arial"/>
                <a:cs typeface="Arial"/>
              </a:defRPr>
            </a:lvl3pPr>
            <a:lvl4pPr algn="r">
              <a:defRPr sz="1500" b="0">
                <a:solidFill>
                  <a:srgbClr val="DDDCCB"/>
                </a:solidFill>
                <a:latin typeface="Arial"/>
                <a:ea typeface="Arial"/>
                <a:cs typeface="Arial"/>
              </a:defRPr>
            </a:lvl4pPr>
            <a:lvl5pPr algn="r">
              <a:defRPr sz="1500" b="0">
                <a:solidFill>
                  <a:srgbClr val="DDDCCB"/>
                </a:solidFill>
                <a:latin typeface="Arial"/>
                <a:ea typeface="Arial"/>
                <a:cs typeface="Arial"/>
              </a:defRPr>
            </a:lvl5pPr>
            <a:lvl6pPr algn="r">
              <a:defRPr sz="1500" b="0">
                <a:solidFill>
                  <a:srgbClr val="DDDCCB"/>
                </a:solidFill>
                <a:latin typeface="Arial"/>
                <a:ea typeface="Arial"/>
                <a:cs typeface="Arial"/>
              </a:defRPr>
            </a:lvl6pPr>
            <a:lvl7pPr algn="r">
              <a:defRPr sz="1500" b="0">
                <a:solidFill>
                  <a:srgbClr val="DDDCCB"/>
                </a:solidFill>
                <a:latin typeface="Arial"/>
                <a:ea typeface="Arial"/>
                <a:cs typeface="Arial"/>
              </a:defRPr>
            </a:lvl7pPr>
            <a:lvl8pPr algn="r">
              <a:defRPr sz="1500" b="0">
                <a:solidFill>
                  <a:srgbClr val="DDDCCB"/>
                </a:solidFill>
                <a:latin typeface="Arial"/>
                <a:ea typeface="Arial"/>
                <a:cs typeface="Arial"/>
              </a:defRPr>
            </a:lvl8pPr>
            <a:lvl9pPr algn="r">
              <a:defRPr sz="1500" b="0">
                <a:solidFill>
                  <a:srgbClr val="DDDCCB"/>
                </a:solidFill>
                <a:latin typeface="Arial"/>
                <a:ea typeface="Arial"/>
                <a:cs typeface="Arial"/>
              </a:defRPr>
            </a:lvl9pPr>
          </a:lstStyle>
          <a:p>
            <a:pPr algn="r" rtl="1">
              <a:lnSpc>
                <a:spcPct val="100000"/>
              </a:lnSpc>
              <a:buNone/>
              <a:defRPr sz="1500" b="0">
                <a:solidFill>
                  <a:srgbClr val="DDDCCB"/>
                </a:solidFill>
                <a:latin typeface="Arial"/>
                <a:ea typeface="Arial"/>
                <a:cs typeface="Arial"/>
              </a:defRPr>
            </a:pPr>
            <a:r>
              <a:rPr sz="1500" b="0" lang="he-IL" altLang="en-US">
                <a:solidFill>
                  <a:srgbClr val="DDDCCB"/>
                </a:solidFill>
                <a:latin typeface="Arial"/>
                <a:ea typeface="Arial"/>
                <a:cs typeface="Arial"/>
              </a:rPr>
              <a:t>‏מקורות:</a:t>
            </a:r>
          </a:p>
        </p:txBody>
      </p:sp>
      <p:sp>
        <p:nvSpPr>
          <p:cNvPr id="16" name="date-word-2">
            <a:extLst>
              <a:ext uri="{FF2B5EF4-FFF2-40B4-BE49-F238E27FC236}">
                <ns2:creationId id="{C7B619C0-A55C-4147-9FCF-BA2CCD94A25C}"/>
              </a:ext>
            </a:extLst>
          </p:cNvPr>
          <p:cNvSpPr>
            <a:spLocks noGrp="1"/>
          </p:cNvSpPr>
          <p:nvPr/>
        </p:nvSpPr>
        <p:spPr>
          <a:xfrm>
            <a:off x="9187053" y="5857875"/>
            <a:ext cx="982027" cy="285750"/>
          </a:xfrm>
          <a:prstGeom prst="rect">
            <a:avLst/>
          </a:prstGeom>
          <a:noFill/>
          <a:ln w="0">
            <a:noFill/>
          </a:ln>
        </p:spPr>
        <p:txBody>
          <a:bodyPr wrap="none" lIns="0" tIns="0" rIns="0" bIns="0" anchor="t">
            <a:noAutofit/>
          </a:bodyPr>
          <a:lstStyle>
            <a:defPPr algn="r">
              <a:defRPr sz="1500" b="0">
                <a:solidFill>
                  <a:srgbClr val="DDDCCB"/>
                </a:solidFill>
                <a:latin typeface="Arial"/>
                <a:ea typeface="Arial"/>
                <a:cs typeface="Arial"/>
              </a:defRPr>
            </a:defPPr>
            <a:lvl1pPr algn="r">
              <a:defRPr sz="1500" b="0">
                <a:solidFill>
                  <a:srgbClr val="DDDCCB"/>
                </a:solidFill>
                <a:latin typeface="Arial"/>
                <a:ea typeface="Arial"/>
                <a:cs typeface="Arial"/>
              </a:defRPr>
            </a:lvl1pPr>
            <a:lvl2pPr algn="r">
              <a:defRPr sz="1500" b="0">
                <a:solidFill>
                  <a:srgbClr val="DDDCCB"/>
                </a:solidFill>
                <a:latin typeface="Arial"/>
                <a:ea typeface="Arial"/>
                <a:cs typeface="Arial"/>
              </a:defRPr>
            </a:lvl2pPr>
            <a:lvl3pPr algn="r">
              <a:defRPr sz="1500" b="0">
                <a:solidFill>
                  <a:srgbClr val="DDDCCB"/>
                </a:solidFill>
                <a:latin typeface="Arial"/>
                <a:ea typeface="Arial"/>
                <a:cs typeface="Arial"/>
              </a:defRPr>
            </a:lvl3pPr>
            <a:lvl4pPr algn="r">
              <a:defRPr sz="1500" b="0">
                <a:solidFill>
                  <a:srgbClr val="DDDCCB"/>
                </a:solidFill>
                <a:latin typeface="Arial"/>
                <a:ea typeface="Arial"/>
                <a:cs typeface="Arial"/>
              </a:defRPr>
            </a:lvl4pPr>
            <a:lvl5pPr algn="r">
              <a:defRPr sz="1500" b="0">
                <a:solidFill>
                  <a:srgbClr val="DDDCCB"/>
                </a:solidFill>
                <a:latin typeface="Arial"/>
                <a:ea typeface="Arial"/>
                <a:cs typeface="Arial"/>
              </a:defRPr>
            </a:lvl5pPr>
            <a:lvl6pPr algn="r">
              <a:defRPr sz="1500" b="0">
                <a:solidFill>
                  <a:srgbClr val="DDDCCB"/>
                </a:solidFill>
                <a:latin typeface="Arial"/>
                <a:ea typeface="Arial"/>
                <a:cs typeface="Arial"/>
              </a:defRPr>
            </a:lvl6pPr>
            <a:lvl7pPr algn="r">
              <a:defRPr sz="1500" b="0">
                <a:solidFill>
                  <a:srgbClr val="DDDCCB"/>
                </a:solidFill>
                <a:latin typeface="Arial"/>
                <a:ea typeface="Arial"/>
                <a:cs typeface="Arial"/>
              </a:defRPr>
            </a:lvl7pPr>
            <a:lvl8pPr algn="r">
              <a:defRPr sz="1500" b="0">
                <a:solidFill>
                  <a:srgbClr val="DDDCCB"/>
                </a:solidFill>
                <a:latin typeface="Arial"/>
                <a:ea typeface="Arial"/>
                <a:cs typeface="Arial"/>
              </a:defRPr>
            </a:lvl8pPr>
            <a:lvl9pPr algn="r">
              <a:defRPr sz="1500" b="0">
                <a:solidFill>
                  <a:srgbClr val="DDDCCB"/>
                </a:solidFill>
                <a:latin typeface="Arial"/>
                <a:ea typeface="Arial"/>
                <a:cs typeface="Arial"/>
              </a:defRPr>
            </a:lvl9pPr>
          </a:lstStyle>
          <a:p>
            <a:pPr algn="r">
              <a:lnSpc>
                <a:spcPct val="100000"/>
              </a:lnSpc>
              <a:buNone/>
              <a:defRPr sz="1500" b="0">
                <a:solidFill>
                  <a:srgbClr val="DDDCCB"/>
                </a:solidFill>
                <a:latin typeface="Arial"/>
                <a:ea typeface="Arial"/>
                <a:cs typeface="Arial"/>
              </a:defRPr>
            </a:pPr>
            <a:r>
              <a:rPr sz="1500" b="0">
                <a:solidFill>
                  <a:srgbClr val="DDDCCB"/>
                </a:solidFill>
                <a:latin typeface="Arial"/>
                <a:ea typeface="Arial"/>
                <a:cs typeface="Arial"/>
              </a:rPr>
              <a:t>‏29.10.2026</a:t>
            </a:r>
          </a:p>
        </p:txBody>
      </p:sp>
    </p:spTree>
    <p:extLst>
      <p:ext uri="{BB962C8B-B14F-4D97-AF65-F5344CB8AC3E}">
        <ns3:creationId val="1896491243"/>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75" name="title-word-0">
            <a:extLst>
              <a:ext uri="{FF2B5EF4-FFF2-40B4-BE49-F238E27FC236}">
                <ns2:creationId id="{C4A381F6-D119-4928-87BD-98CAE3CDEC60}"/>
              </a:ext>
            </a:extLst>
          </p:cNvPr>
          <p:cNvSpPr>
            <a:spLocks noGrp="1"/>
          </p:cNvSpPr>
          <p:nvPr/>
        </p:nvSpPr>
        <p:spPr>
          <a:xfrm>
            <a:off x="10899076" y="571500"/>
            <a:ext cx="54997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‏מה</a:t>
            </a:r>
          </a:p>
        </p:txBody>
      </p:sp>
      <p:sp>
        <p:nvSpPr>
          <p:cNvPr id="2" name="title-word-1">
            <a:extLst>
              <a:ext uri="{FF2B5EF4-FFF2-40B4-BE49-F238E27FC236}">
                <ns2:creationId id="{1E7BDA16-68D5-40ED-938F-2A2863ED7C3F}"/>
              </a:ext>
            </a:extLst>
          </p:cNvPr>
          <p:cNvSpPr>
            <a:spLocks noGrp="1"/>
          </p:cNvSpPr>
          <p:nvPr/>
        </p:nvSpPr>
        <p:spPr>
          <a:xfrm>
            <a:off x="9785318" y="571500"/>
            <a:ext cx="101641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‏נבדוק</a:t>
            </a:r>
          </a:p>
        </p:txBody>
      </p:sp>
      <p:sp>
        <p:nvSpPr>
          <p:cNvPr id="3" name="title-word-2">
            <a:extLst>
              <a:ext uri="{FF2B5EF4-FFF2-40B4-BE49-F238E27FC236}">
                <ns2:creationId id="{592B2666-2C24-4329-B3EE-B459A1B03E9D}"/>
              </a:ext>
            </a:extLst>
          </p:cNvPr>
          <p:cNvSpPr>
            <a:spLocks noGrp="1"/>
          </p:cNvSpPr>
          <p:nvPr/>
        </p:nvSpPr>
        <p:spPr>
          <a:xfrm>
            <a:off x="8315134" y="571500"/>
            <a:ext cx="137283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‏בהופעה</a:t>
            </a:r>
          </a:p>
        </p:txBody>
      </p:sp>
      <p:sp>
        <p:nvSpPr>
          <p:cNvPr id="4" name="title-word-3">
            <a:extLst>
              <a:ext uri="{FF2B5EF4-FFF2-40B4-BE49-F238E27FC236}">
                <ns2:creationId id="{5B0705B0-786A-4162-A62F-B22E28B8E2AF}"/>
              </a:ext>
            </a:extLst>
          </p:cNvPr>
          <p:cNvSpPr>
            <a:spLocks noGrp="1"/>
          </p:cNvSpPr>
          <p:nvPr/>
        </p:nvSpPr>
        <p:spPr>
          <a:xfrm>
            <a:off x="6835330" y="571500"/>
            <a:ext cx="138245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‏הצבאית</a:t>
            </a:r>
          </a:p>
        </p:txBody>
      </p:sp>
      <p:sp>
        <p:nvSpPr>
          <p:cNvPr id="5" name="body-1-1-word-0">
            <a:extLst>
              <a:ext uri="{FF2B5EF4-FFF2-40B4-BE49-F238E27FC236}">
                <ns2:creationId id="{813B2741-C409-4EE2-8BDF-E228398B41C4}"/>
              </a:ext>
            </a:extLst>
          </p:cNvPr>
          <p:cNvSpPr>
            <a:spLocks noGrp="1"/>
          </p:cNvSpPr>
          <p:nvPr/>
        </p:nvSpPr>
        <p:spPr>
          <a:xfrm>
            <a:off x="10849261" y="1762125"/>
            <a:ext cx="5997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‏דיגום</a:t>
            </a:r>
          </a:p>
        </p:txBody>
      </p:sp>
      <p:sp>
        <p:nvSpPr>
          <p:cNvPr id="6" name="body-1-1-word-1">
            <a:extLst>
              <a:ext uri="{FF2B5EF4-FFF2-40B4-BE49-F238E27FC236}">
                <ns2:creationId id="{7618C2B8-9906-4419-996D-74AFA8DA26C3}"/>
              </a:ext>
            </a:extLst>
          </p:cNvPr>
          <p:cNvSpPr>
            <a:spLocks noGrp="1"/>
          </p:cNvSpPr>
          <p:nvPr/>
        </p:nvSpPr>
        <p:spPr>
          <a:xfrm>
            <a:off x="10293667" y="1762125"/>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‏כולל</a:t>
            </a:r>
          </a:p>
        </p:txBody>
      </p:sp>
      <p:sp>
        <p:nvSpPr>
          <p:cNvPr id="7" name="body-1-1-word-2">
            <a:extLst>
              <a:ext uri="{FF2B5EF4-FFF2-40B4-BE49-F238E27FC236}">
                <ns2:creationId id="{AAC72507-2843-45A5-B35C-A1A8E161A90A}"/>
              </a:ext>
            </a:extLst>
          </p:cNvPr>
          <p:cNvSpPr>
            <a:spLocks noGrp="1"/>
          </p:cNvSpPr>
          <p:nvPr/>
        </p:nvSpPr>
        <p:spPr>
          <a:xfrm>
            <a:off x="9860280"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8" name="body-1-1-word-3">
            <a:extLst>
              <a:ext uri="{FF2B5EF4-FFF2-40B4-BE49-F238E27FC236}">
                <ns2:creationId id="{90DFB2E8-3AD5-45E3-90F0-E18395698473}"/>
              </a:ext>
            </a:extLst>
          </p:cNvPr>
          <p:cNvSpPr>
            <a:spLocks noGrp="1"/>
          </p:cNvSpPr>
          <p:nvPr/>
        </p:nvSpPr>
        <p:spPr>
          <a:xfrm>
            <a:off x="9422892" y="1762125"/>
            <a:ext cx="3770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‏סוג</a:t>
            </a:r>
          </a:p>
        </p:txBody>
      </p:sp>
      <p:sp>
        <p:nvSpPr>
          <p:cNvPr id="9" name="body-1-1-word-4">
            <a:extLst>
              <a:ext uri="{FF2B5EF4-FFF2-40B4-BE49-F238E27FC236}">
                <ns2:creationId id="{C2C82126-AD1D-48B7-96E1-590D39BC1FAE}"/>
              </a:ext>
            </a:extLst>
          </p:cNvPr>
          <p:cNvSpPr>
            <a:spLocks noGrp="1"/>
          </p:cNvSpPr>
          <p:nvPr/>
        </p:nvSpPr>
        <p:spPr>
          <a:xfrm>
            <a:off x="8524113" y="1762125"/>
            <a:ext cx="8384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10" name="body-1-1-word-5">
            <a:extLst>
              <a:ext uri="{FF2B5EF4-FFF2-40B4-BE49-F238E27FC236}">
                <ns2:creationId id="{C8C01DC5-661F-4790-9092-6B7AEE6CA1D9}"/>
              </a:ext>
            </a:extLst>
          </p:cNvPr>
          <p:cNvSpPr>
            <a:spLocks noGrp="1"/>
          </p:cNvSpPr>
          <p:nvPr/>
        </p:nvSpPr>
        <p:spPr>
          <a:xfrm>
            <a:off x="7977283" y="1762125"/>
            <a:ext cx="4865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‏אופן</a:t>
            </a:r>
          </a:p>
        </p:txBody>
      </p:sp>
      <p:sp>
        <p:nvSpPr>
          <p:cNvPr id="11" name="body-1-1-word-6">
            <a:extLst>
              <a:ext uri="{FF2B5EF4-FFF2-40B4-BE49-F238E27FC236}">
                <ns2:creationId id="{C37DCB0C-DE47-4B4A-B43D-36BA73463344}"/>
              </a:ext>
            </a:extLst>
          </p:cNvPr>
          <p:cNvSpPr>
            <a:spLocks noGrp="1"/>
          </p:cNvSpPr>
          <p:nvPr/>
        </p:nvSpPr>
        <p:spPr>
          <a:xfrm>
            <a:off x="6908959" y="1762125"/>
            <a:ext cx="10080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‏הלבישה,</a:t>
            </a:r>
          </a:p>
        </p:txBody>
      </p:sp>
      <p:sp>
        <p:nvSpPr>
          <p:cNvPr id="12" name="body-1-1-word-7">
            <a:extLst>
              <a:ext uri="{FF2B5EF4-FFF2-40B4-BE49-F238E27FC236}">
                <ns2:creationId id="{F2F78612-F43F-4259-8403-733ADFB6FAAC}"/>
              </a:ext>
            </a:extLst>
          </p:cNvPr>
          <p:cNvSpPr>
            <a:spLocks noGrp="1"/>
          </p:cNvSpPr>
          <p:nvPr/>
        </p:nvSpPr>
        <p:spPr>
          <a:xfrm>
            <a:off x="5872448" y="1762125"/>
            <a:ext cx="9762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‏הנעליים,</a:t>
            </a:r>
          </a:p>
        </p:txBody>
      </p:sp>
      <p:sp>
        <p:nvSpPr>
          <p:cNvPr id="13" name="body-1-1-word-8">
            <a:extLst>
              <a:ext uri="{FF2B5EF4-FFF2-40B4-BE49-F238E27FC236}">
                <ns2:creationId id="{55D93CFA-DC30-474C-849E-7EF9BF66CC51}"/>
              </a:ext>
            </a:extLst>
          </p:cNvPr>
          <p:cNvSpPr>
            <a:spLocks noGrp="1"/>
          </p:cNvSpPr>
          <p:nvPr/>
        </p:nvSpPr>
        <p:spPr>
          <a:xfrm>
            <a:off x="4802600" y="1762125"/>
            <a:ext cx="10095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‏הכומתה,</a:t>
            </a:r>
          </a:p>
        </p:txBody>
      </p:sp>
      <p:sp>
        <p:nvSpPr>
          <p:cNvPr id="14" name="body-1-1-word-9">
            <a:extLst>
              <a:ext uri="{FF2B5EF4-FFF2-40B4-BE49-F238E27FC236}">
                <ns2:creationId id="{C802C137-9769-4B52-A2A1-014C93A50F39}"/>
              </a:ext>
            </a:extLst>
          </p:cNvPr>
          <p:cNvSpPr>
            <a:spLocks noGrp="1"/>
          </p:cNvSpPr>
          <p:nvPr/>
        </p:nvSpPr>
        <p:spPr>
          <a:xfrm>
            <a:off x="3832098" y="1762125"/>
            <a:ext cx="9102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‏הסמלים</a:t>
            </a:r>
          </a:p>
        </p:txBody>
      </p:sp>
      <p:sp>
        <p:nvSpPr>
          <p:cNvPr id="15" name="body-1-1-word-10">
            <a:extLst>
              <a:ext uri="{FF2B5EF4-FFF2-40B4-BE49-F238E27FC236}">
                <ns2:creationId id="{BFE34BFD-A26A-4708-8946-99D43ADE10F1}"/>
              </a:ext>
            </a:extLst>
          </p:cNvPr>
          <p:cNvSpPr>
            <a:spLocks noGrp="1"/>
          </p:cNvSpPr>
          <p:nvPr/>
        </p:nvSpPr>
        <p:spPr>
          <a:xfrm>
            <a:off x="2778824" y="1762125"/>
            <a:ext cx="9929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‏וההופעה</a:t>
            </a:r>
          </a:p>
        </p:txBody>
      </p:sp>
      <p:sp>
        <p:nvSpPr>
          <p:cNvPr id="16" name="body-1-1-word-11">
            <a:extLst>
              <a:ext uri="{FF2B5EF4-FFF2-40B4-BE49-F238E27FC236}">
                <ns2:creationId id="{7B1A086C-EB74-4393-935A-6911F91E889F}"/>
              </a:ext>
            </a:extLst>
          </p:cNvPr>
          <p:cNvSpPr>
            <a:spLocks noGrp="1"/>
          </p:cNvSpPr>
          <p:nvPr/>
        </p:nvSpPr>
        <p:spPr>
          <a:xfrm>
            <a:off x="1754696" y="1762125"/>
            <a:ext cx="9638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‏האישית.</a:t>
            </a:r>
          </a:p>
        </p:txBody>
      </p:sp>
      <p:sp>
        <p:nvSpPr>
          <p:cNvPr id="17" name="body-1-1-word-12">
            <a:extLst>
              <a:ext uri="{FF2B5EF4-FFF2-40B4-BE49-F238E27FC236}">
                <ns2:creationId id="{E5C6681F-6385-40BF-9259-9F858A3EC6C7}"/>
              </a:ext>
            </a:extLst>
          </p:cNvPr>
          <p:cNvSpPr>
            <a:spLocks noGrp="1"/>
          </p:cNvSpPr>
          <p:nvPr/>
        </p:nvSpPr>
        <p:spPr>
          <a:xfrm>
            <a:off x="1380744" y="176212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18" name="body-1-1-word-13">
            <a:extLst>
              <a:ext uri="{FF2B5EF4-FFF2-40B4-BE49-F238E27FC236}">
                <ns2:creationId id="{B3252223-6B18-471B-98D5-DF3613D7A2DF}"/>
              </a:ext>
            </a:extLst>
          </p:cNvPr>
          <p:cNvSpPr>
            <a:spLocks noGrp="1"/>
          </p:cNvSpPr>
          <p:nvPr/>
        </p:nvSpPr>
        <p:spPr>
          <a:xfrm>
            <a:off x="821627" y="1762125"/>
            <a:ext cx="4988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‏פרט</a:t>
            </a:r>
          </a:p>
        </p:txBody>
      </p:sp>
      <p:sp>
        <p:nvSpPr>
          <p:cNvPr id="19" name="body-1-2-word-0">
            <a:extLst>
              <a:ext uri="{FF2B5EF4-FFF2-40B4-BE49-F238E27FC236}">
                <ns2:creationId id="{26108838-6A8E-4271-AD51-C07E44B1545B}"/>
              </a:ext>
            </a:extLst>
          </p:cNvPr>
          <p:cNvSpPr>
            <a:spLocks noGrp="1"/>
          </p:cNvSpPr>
          <p:nvPr/>
        </p:nvSpPr>
        <p:spPr>
          <a:xfrm>
            <a:off x="11024330" y="2113598"/>
            <a:ext cx="4247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‏קטן</a:t>
            </a:r>
          </a:p>
        </p:txBody>
      </p:sp>
      <p:sp>
        <p:nvSpPr>
          <p:cNvPr id="20" name="body-1-2-word-1">
            <a:extLst>
              <a:ext uri="{FF2B5EF4-FFF2-40B4-BE49-F238E27FC236}">
                <ns2:creationId id="{83A6F6B8-BC16-4AC0-8F27-A7F1BCBC77D5}"/>
              </a:ext>
            </a:extLst>
          </p:cNvPr>
          <p:cNvSpPr>
            <a:spLocks noGrp="1"/>
          </p:cNvSpPr>
          <p:nvPr/>
        </p:nvSpPr>
        <p:spPr>
          <a:xfrm>
            <a:off x="10444924" y="2113598"/>
            <a:ext cx="5191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‏עשוי</a:t>
            </a:r>
          </a:p>
        </p:txBody>
      </p:sp>
      <p:sp>
        <p:nvSpPr>
          <p:cNvPr id="21" name="body-1-2-word-2">
            <a:extLst>
              <a:ext uri="{FF2B5EF4-FFF2-40B4-BE49-F238E27FC236}">
                <ns2:creationId id="{A59672FE-E464-49FD-B6EE-B9468D974403}"/>
              </a:ext>
            </a:extLst>
          </p:cNvPr>
          <p:cNvSpPr>
            <a:spLocks noGrp="1"/>
          </p:cNvSpPr>
          <p:nvPr/>
        </p:nvSpPr>
        <p:spPr>
          <a:xfrm>
            <a:off x="9727216" y="2113598"/>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22" name="body-1-2-word-3">
            <a:extLst>
              <a:ext uri="{FF2B5EF4-FFF2-40B4-BE49-F238E27FC236}">
                <ns2:creationId id="{EEE89817-ACF7-45AE-8320-35F6F5BC58DA}"/>
              </a:ext>
            </a:extLst>
          </p:cNvPr>
          <p:cNvSpPr>
            <a:spLocks noGrp="1"/>
          </p:cNvSpPr>
          <p:nvPr/>
        </p:nvSpPr>
        <p:spPr>
          <a:xfrm>
            <a:off x="9118187" y="2113598"/>
            <a:ext cx="5487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‏כפוף</a:t>
            </a:r>
          </a:p>
        </p:txBody>
      </p:sp>
      <p:sp>
        <p:nvSpPr>
          <p:cNvPr id="23" name="body-1-2-word-4">
            <a:extLst>
              <a:ext uri="{FF2B5EF4-FFF2-40B4-BE49-F238E27FC236}">
                <ns2:creationId id="{06357D1F-7A20-4C07-ABDA-C5662F5A66EE}"/>
              </a:ext>
            </a:extLst>
          </p:cNvPr>
          <p:cNvSpPr>
            <a:spLocks noGrp="1"/>
          </p:cNvSpPr>
          <p:nvPr/>
        </p:nvSpPr>
        <p:spPr>
          <a:xfrm>
            <a:off x="8500777" y="2113598"/>
            <a:ext cx="5571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‏לכלל</a:t>
            </a:r>
          </a:p>
        </p:txBody>
      </p:sp>
      <p:sp>
        <p:nvSpPr>
          <p:cNvPr id="24" name="body-1-2-word-5">
            <a:extLst>
              <a:ext uri="{FF2B5EF4-FFF2-40B4-BE49-F238E27FC236}">
                <ns2:creationId id="{5B1BEC13-D016-4CF8-BD0D-F6B54A3776CA}"/>
              </a:ext>
            </a:extLst>
          </p:cNvPr>
          <p:cNvSpPr>
            <a:spLocks noGrp="1"/>
          </p:cNvSpPr>
          <p:nvPr/>
        </p:nvSpPr>
        <p:spPr>
          <a:xfrm>
            <a:off x="7784878" y="2113598"/>
            <a:ext cx="6556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‏נפרד.</a:t>
            </a:r>
          </a:p>
        </p:txBody>
      </p:sp>
      <p:sp>
        <p:nvSpPr>
          <p:cNvPr id="25" name="body-2-1-word-0">
            <a:extLst>
              <a:ext uri="{FF2B5EF4-FFF2-40B4-BE49-F238E27FC236}">
                <ns2:creationId id="{D4B2A879-0744-4F1E-9069-571F04A34149}"/>
              </a:ext>
            </a:extLst>
          </p:cNvPr>
          <p:cNvSpPr>
            <a:spLocks noGrp="1"/>
          </p:cNvSpPr>
          <p:nvPr/>
        </p:nvSpPr>
        <p:spPr>
          <a:xfrm>
            <a:off x="10960894" y="2655570"/>
            <a:ext cx="4881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‏לפני</a:t>
            </a:r>
          </a:p>
        </p:txBody>
      </p:sp>
      <p:sp>
        <p:nvSpPr>
          <p:cNvPr id="26" name="body-2-1-word-1">
            <a:extLst>
              <a:ext uri="{FF2B5EF4-FFF2-40B4-BE49-F238E27FC236}">
                <ns2:creationId id="{0350342C-144D-4237-B811-92921A3B878C}"/>
              </a:ext>
            </a:extLst>
          </p:cNvPr>
          <p:cNvSpPr>
            <a:spLocks noGrp="1"/>
          </p:cNvSpPr>
          <p:nvPr/>
        </p:nvSpPr>
        <p:spPr>
          <a:xfrm>
            <a:off x="9898380" y="2655570"/>
            <a:ext cx="10022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‏שקובעים</a:t>
            </a:r>
          </a:p>
        </p:txBody>
      </p:sp>
      <p:sp>
        <p:nvSpPr>
          <p:cNvPr id="27" name="body-2-1-word-2">
            <a:extLst>
              <a:ext uri="{FF2B5EF4-FFF2-40B4-BE49-F238E27FC236}">
                <ns2:creationId id="{5091F54D-539A-4037-9AB1-854CA45B57AD}"/>
              </a:ext>
            </a:extLst>
          </p:cNvPr>
          <p:cNvSpPr>
            <a:spLocks noGrp="1"/>
          </p:cNvSpPr>
          <p:nvPr/>
        </p:nvSpPr>
        <p:spPr>
          <a:xfrm>
            <a:off x="9477566" y="2655570"/>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28" name="body-2-1-word-3">
            <a:extLst>
              <a:ext uri="{FF2B5EF4-FFF2-40B4-BE49-F238E27FC236}">
                <ns2:creationId id="{AD9618A4-2A51-4EA6-8FD1-FF4A52C3B10C}"/>
              </a:ext>
            </a:extLst>
          </p:cNvPr>
          <p:cNvSpPr>
            <a:spLocks noGrp="1"/>
          </p:cNvSpPr>
          <p:nvPr/>
        </p:nvSpPr>
        <p:spPr>
          <a:xfrm>
            <a:off x="8666797" y="2655570"/>
            <a:ext cx="750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‏הופעה</a:t>
            </a:r>
          </a:p>
        </p:txBody>
      </p:sp>
      <p:sp>
        <p:nvSpPr>
          <p:cNvPr id="29" name="body-2-1-word-4">
            <a:extLst>
              <a:ext uri="{FF2B5EF4-FFF2-40B4-BE49-F238E27FC236}">
                <ns2:creationId id="{3E3E9EB7-9178-4E7B-B946-7C4ECEE35AAE}"/>
              </a:ext>
            </a:extLst>
          </p:cNvPr>
          <p:cNvSpPr>
            <a:spLocks noGrp="1"/>
          </p:cNvSpPr>
          <p:nvPr/>
        </p:nvSpPr>
        <p:spPr>
          <a:xfrm>
            <a:off x="7814596" y="2655570"/>
            <a:ext cx="7919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‏תקינה,</a:t>
            </a:r>
          </a:p>
        </p:txBody>
      </p:sp>
      <p:sp>
        <p:nvSpPr>
          <p:cNvPr id="30" name="body-2-1-word-5">
            <a:extLst>
              <a:ext uri="{FF2B5EF4-FFF2-40B4-BE49-F238E27FC236}">
                <ns2:creationId id="{2CDFEC18-752B-410E-8FE5-4AC76AE0F01C}"/>
              </a:ext>
            </a:extLst>
          </p:cNvPr>
          <p:cNvSpPr>
            <a:spLocks noGrp="1"/>
          </p:cNvSpPr>
          <p:nvPr/>
        </p:nvSpPr>
        <p:spPr>
          <a:xfrm>
            <a:off x="6866477" y="2655570"/>
            <a:ext cx="8878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‏מבררים</a:t>
            </a:r>
          </a:p>
        </p:txBody>
      </p:sp>
      <p:sp>
        <p:nvSpPr>
          <p:cNvPr id="31" name="body-2-1-word-6">
            <a:extLst>
              <a:ext uri="{FF2B5EF4-FFF2-40B4-BE49-F238E27FC236}">
                <ns2:creationId id="{D06B28AB-2CB1-4A08-A411-3A7C9C69D32D}"/>
              </a:ext>
            </a:extLst>
          </p:cNvPr>
          <p:cNvSpPr>
            <a:spLocks noGrp="1"/>
          </p:cNvSpPr>
          <p:nvPr/>
        </p:nvSpPr>
        <p:spPr>
          <a:xfrm>
            <a:off x="6433090" y="265557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2" name="body-2-1-word-7">
            <a:extLst>
              <a:ext uri="{FF2B5EF4-FFF2-40B4-BE49-F238E27FC236}">
                <ns2:creationId id="{A05E89E4-B5A7-49D2-9A8C-A2EF36259AC5}"/>
              </a:ext>
            </a:extLst>
          </p:cNvPr>
          <p:cNvSpPr>
            <a:spLocks noGrp="1"/>
          </p:cNvSpPr>
          <p:nvPr/>
        </p:nvSpPr>
        <p:spPr>
          <a:xfrm>
            <a:off x="5995702" y="2655570"/>
            <a:ext cx="3770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‏סוג</a:t>
            </a:r>
          </a:p>
        </p:txBody>
      </p:sp>
      <p:sp>
        <p:nvSpPr>
          <p:cNvPr id="33" name="body-2-1-word-8">
            <a:extLst>
              <a:ext uri="{FF2B5EF4-FFF2-40B4-BE49-F238E27FC236}">
                <ns2:creationId id="{AE240E82-D882-4A96-A31E-6A76D20F2640}"/>
              </a:ext>
            </a:extLst>
          </p:cNvPr>
          <p:cNvSpPr>
            <a:spLocks noGrp="1"/>
          </p:cNvSpPr>
          <p:nvPr/>
        </p:nvSpPr>
        <p:spPr>
          <a:xfrm>
            <a:off x="4986909" y="2655570"/>
            <a:ext cx="9485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‏השירות,</a:t>
            </a:r>
          </a:p>
        </p:txBody>
      </p:sp>
      <p:sp>
        <p:nvSpPr>
          <p:cNvPr id="34" name="body-2-1-word-9">
            <a:extLst>
              <a:ext uri="{FF2B5EF4-FFF2-40B4-BE49-F238E27FC236}">
                <ns2:creationId id="{E0A0E279-77A8-4B1C-A515-57D67D8F96EE}"/>
              </a:ext>
            </a:extLst>
          </p:cNvPr>
          <p:cNvSpPr>
            <a:spLocks noGrp="1"/>
          </p:cNvSpPr>
          <p:nvPr/>
        </p:nvSpPr>
        <p:spPr>
          <a:xfrm>
            <a:off x="4549521" y="2655570"/>
            <a:ext cx="3770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‏סוג</a:t>
            </a:r>
          </a:p>
        </p:txBody>
      </p:sp>
      <p:sp>
        <p:nvSpPr>
          <p:cNvPr id="35" name="body-2-1-word-10">
            <a:extLst>
              <a:ext uri="{FF2B5EF4-FFF2-40B4-BE49-F238E27FC236}">
                <ns2:creationId id="{B7A83534-5F36-4E78-8D74-BE44CBA4EF9B}"/>
              </a:ext>
            </a:extLst>
          </p:cNvPr>
          <p:cNvSpPr>
            <a:spLocks noGrp="1"/>
          </p:cNvSpPr>
          <p:nvPr/>
        </p:nvSpPr>
        <p:spPr>
          <a:xfrm>
            <a:off x="3730085" y="2655570"/>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36" name="body-2-1-word-11">
            <a:extLst>
              <a:ext uri="{FF2B5EF4-FFF2-40B4-BE49-F238E27FC236}">
                <ns2:creationId id="{4D61C36D-155E-4C9D-A7DD-B789D26507B1}"/>
              </a:ext>
            </a:extLst>
          </p:cNvPr>
          <p:cNvSpPr>
            <a:spLocks noGrp="1"/>
          </p:cNvSpPr>
          <p:nvPr/>
        </p:nvSpPr>
        <p:spPr>
          <a:xfrm>
            <a:off x="2540318" y="2655570"/>
            <a:ext cx="1129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‏והמסגרת:</a:t>
            </a:r>
          </a:p>
        </p:txBody>
      </p:sp>
      <p:sp>
        <p:nvSpPr>
          <p:cNvPr id="37" name="body-2-1-word-12">
            <a:extLst>
              <a:ext uri="{FF2B5EF4-FFF2-40B4-BE49-F238E27FC236}">
                <ns2:creationId id="{A2B76F6F-131B-4C09-8D1C-A3F016B8749B}"/>
              </a:ext>
            </a:extLst>
          </p:cNvPr>
          <p:cNvSpPr>
            <a:spLocks noGrp="1"/>
          </p:cNvSpPr>
          <p:nvPr/>
        </p:nvSpPr>
        <p:spPr>
          <a:xfrm>
            <a:off x="1742123" y="2655570"/>
            <a:ext cx="7379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‏שגרה,</a:t>
            </a:r>
          </a:p>
        </p:txBody>
      </p:sp>
      <p:sp>
        <p:nvSpPr>
          <p:cNvPr id="38" name="body-2-1-word-13">
            <a:extLst>
              <a:ext uri="{FF2B5EF4-FFF2-40B4-BE49-F238E27FC236}">
                <ns2:creationId id="{4F734C46-C074-49A0-9E15-8B3454B36E08}"/>
              </a:ext>
            </a:extLst>
          </p:cNvPr>
          <p:cNvSpPr>
            <a:spLocks noGrp="1"/>
          </p:cNvSpPr>
          <p:nvPr/>
        </p:nvSpPr>
        <p:spPr>
          <a:xfrm>
            <a:off x="895731" y="2655570"/>
            <a:ext cx="786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‏תנועה,</a:t>
            </a:r>
          </a:p>
        </p:txBody>
      </p:sp>
      <p:sp>
        <p:nvSpPr>
          <p:cNvPr id="39" name="body-2-2-word-0">
            <a:extLst>
              <a:ext uri="{FF2B5EF4-FFF2-40B4-BE49-F238E27FC236}">
                <ns2:creationId id="{9A2E82FE-24FC-4BE0-BA29-96D087E6D64E}"/>
              </a:ext>
            </a:extLst>
          </p:cNvPr>
          <p:cNvSpPr>
            <a:spLocks noGrp="1"/>
          </p:cNvSpPr>
          <p:nvPr/>
        </p:nvSpPr>
        <p:spPr>
          <a:xfrm>
            <a:off x="10656284" y="3007043"/>
            <a:ext cx="792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‏פעילות</a:t>
            </a:r>
          </a:p>
        </p:txBody>
      </p:sp>
      <p:sp>
        <p:nvSpPr>
          <p:cNvPr id="40" name="body-2-2-word-1">
            <a:extLst>
              <a:ext uri="{FF2B5EF4-FFF2-40B4-BE49-F238E27FC236}">
                <ns2:creationId id="{564B9D09-6C76-4393-B88A-E380A4F45AA0}"/>
              </a:ext>
            </a:extLst>
          </p:cNvPr>
          <p:cNvSpPr>
            <a:spLocks noGrp="1"/>
          </p:cNvSpPr>
          <p:nvPr/>
        </p:nvSpPr>
        <p:spPr>
          <a:xfrm>
            <a:off x="10336054" y="30070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1" name="body-2-2-word-2">
            <a:extLst>
              <a:ext uri="{FF2B5EF4-FFF2-40B4-BE49-F238E27FC236}">
                <ns2:creationId id="{D97077EE-238B-4DEB-90FA-C3878DB9E232}"/>
              </a:ext>
            </a:extLst>
          </p:cNvPr>
          <p:cNvSpPr>
            <a:spLocks noGrp="1"/>
          </p:cNvSpPr>
          <p:nvPr/>
        </p:nvSpPr>
        <p:spPr>
          <a:xfrm>
            <a:off x="9678067" y="3007043"/>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‏טקס.</a:t>
            </a:r>
          </a:p>
        </p:txBody>
      </p:sp>
      <p:sp>
        <p:nvSpPr>
          <p:cNvPr id="42" name="body-3-1-word-0">
            <a:extLst>
              <a:ext uri="{FF2B5EF4-FFF2-40B4-BE49-F238E27FC236}">
                <ns2:creationId id="{BDEA07EC-634E-48C4-B57B-B48133B9FFC9}"/>
              </a:ext>
            </a:extLst>
          </p:cNvPr>
          <p:cNvSpPr>
            <a:spLocks noGrp="1"/>
          </p:cNvSpPr>
          <p:nvPr/>
        </p:nvSpPr>
        <p:spPr>
          <a:xfrm>
            <a:off x="10751058" y="3549015"/>
            <a:ext cx="6979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‏מטרת</a:t>
            </a:r>
          </a:p>
        </p:txBody>
      </p:sp>
      <p:sp>
        <p:nvSpPr>
          <p:cNvPr id="43" name="body-3-1-word-1">
            <a:extLst>
              <a:ext uri="{FF2B5EF4-FFF2-40B4-BE49-F238E27FC236}">
                <ns2:creationId id="{59B1DC30-CED4-4EDA-8494-9019FC027F06}"/>
              </a:ext>
            </a:extLst>
          </p:cNvPr>
          <p:cNvSpPr>
            <a:spLocks noGrp="1"/>
          </p:cNvSpPr>
          <p:nvPr/>
        </p:nvSpPr>
        <p:spPr>
          <a:xfrm>
            <a:off x="9723596" y="3549015"/>
            <a:ext cx="9671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‏ההדרכה</a:t>
            </a:r>
          </a:p>
        </p:txBody>
      </p:sp>
      <p:sp>
        <p:nvSpPr>
          <p:cNvPr id="44" name="body-3-1-word-2">
            <a:extLst>
              <a:ext uri="{FF2B5EF4-FFF2-40B4-BE49-F238E27FC236}">
                <ns2:creationId id="{7095DD0B-480C-4853-910A-F9F06AB13981}"/>
              </a:ext>
            </a:extLst>
          </p:cNvPr>
          <p:cNvSpPr>
            <a:spLocks noGrp="1"/>
          </p:cNvSpPr>
          <p:nvPr/>
        </p:nvSpPr>
        <p:spPr>
          <a:xfrm>
            <a:off x="9231344" y="3549015"/>
            <a:ext cx="431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‏היא</a:t>
            </a:r>
          </a:p>
        </p:txBody>
      </p:sp>
      <p:sp>
        <p:nvSpPr>
          <p:cNvPr id="45" name="body-3-1-word-3">
            <a:extLst>
              <a:ext uri="{FF2B5EF4-FFF2-40B4-BE49-F238E27FC236}">
                <ns2:creationId id="{AFE2106B-7E04-4161-A2B2-FC36D02E099D}"/>
              </a:ext>
            </a:extLst>
          </p:cNvPr>
          <p:cNvSpPr>
            <a:spLocks noGrp="1"/>
          </p:cNvSpPr>
          <p:nvPr/>
        </p:nvSpPr>
        <p:spPr>
          <a:xfrm>
            <a:off x="8474869" y="3549015"/>
            <a:ext cx="6961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‏לזהות</a:t>
            </a:r>
          </a:p>
        </p:txBody>
      </p:sp>
      <p:sp>
        <p:nvSpPr>
          <p:cNvPr id="46" name="body-3-1-word-4">
            <a:extLst>
              <a:ext uri="{FF2B5EF4-FFF2-40B4-BE49-F238E27FC236}">
                <ns2:creationId id="{72639351-7FC3-4666-8974-1BF88B0CF395}"/>
              </a:ext>
            </a:extLst>
          </p:cNvPr>
          <p:cNvSpPr>
            <a:spLocks noGrp="1"/>
          </p:cNvSpPr>
          <p:nvPr/>
        </p:nvSpPr>
        <p:spPr>
          <a:xfrm>
            <a:off x="8041481"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7" name="body-3-1-word-5">
            <a:extLst>
              <a:ext uri="{FF2B5EF4-FFF2-40B4-BE49-F238E27FC236}">
                <ns2:creationId id="{F2B0C3ED-BD9B-4B81-889E-33D14F86CB4B}"/>
              </a:ext>
            </a:extLst>
          </p:cNvPr>
          <p:cNvSpPr>
            <a:spLocks noGrp="1"/>
          </p:cNvSpPr>
          <p:nvPr/>
        </p:nvSpPr>
        <p:spPr>
          <a:xfrm>
            <a:off x="7384352" y="3549015"/>
            <a:ext cx="5968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‏הכלל</a:t>
            </a:r>
          </a:p>
        </p:txBody>
      </p:sp>
      <p:sp>
        <p:nvSpPr>
          <p:cNvPr id="48" name="body-3-1-word-6">
            <a:extLst>
              <a:ext uri="{FF2B5EF4-FFF2-40B4-BE49-F238E27FC236}">
                <ns2:creationId id="{7F04AA4A-EC0B-4EAE-B6BF-5BB2B6DB6482}"/>
              </a:ext>
            </a:extLst>
          </p:cNvPr>
          <p:cNvSpPr>
            <a:spLocks noGrp="1"/>
          </p:cNvSpPr>
          <p:nvPr/>
        </p:nvSpPr>
        <p:spPr>
          <a:xfrm>
            <a:off x="6365653" y="3549015"/>
            <a:ext cx="9584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‏המתאים</a:t>
            </a:r>
          </a:p>
        </p:txBody>
      </p:sp>
      <p:sp>
        <p:nvSpPr>
          <p:cNvPr id="49" name="body-3-1-word-7">
            <a:extLst>
              <a:ext uri="{FF2B5EF4-FFF2-40B4-BE49-F238E27FC236}">
                <ns2:creationId id="{AA0BEDCC-6C05-4231-A6E1-613AE1E5F451}"/>
              </a:ext>
            </a:extLst>
          </p:cNvPr>
          <p:cNvSpPr>
            <a:spLocks noGrp="1"/>
          </p:cNvSpPr>
          <p:nvPr/>
        </p:nvSpPr>
        <p:spPr>
          <a:xfrm>
            <a:off x="5418677" y="3549015"/>
            <a:ext cx="8866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‏למקרה.</a:t>
            </a:r>
          </a:p>
        </p:txBody>
      </p:sp>
      <p:sp>
        <p:nvSpPr>
          <p:cNvPr id="50" name="body-3-1-word-8">
            <a:extLst>
              <a:ext uri="{FF2B5EF4-FFF2-40B4-BE49-F238E27FC236}">
                <ns2:creationId id="{0D3105F1-5131-43CD-93E1-BA955E88E576}"/>
              </a:ext>
            </a:extLst>
          </p:cNvPr>
          <p:cNvSpPr>
            <a:spLocks noGrp="1"/>
          </p:cNvSpPr>
          <p:nvPr/>
        </p:nvSpPr>
        <p:spPr>
          <a:xfrm>
            <a:off x="4765548" y="3549015"/>
            <a:ext cx="5928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‏נקרא</a:t>
            </a:r>
          </a:p>
        </p:txBody>
      </p:sp>
      <p:sp>
        <p:nvSpPr>
          <p:cNvPr id="51" name="body-3-1-word-9">
            <a:extLst>
              <a:ext uri="{FF2B5EF4-FFF2-40B4-BE49-F238E27FC236}">
                <ns2:creationId id="{EC53C55B-3BAC-4E46-B235-DB8279163819}"/>
              </a:ext>
            </a:extLst>
          </p:cNvPr>
          <p:cNvSpPr>
            <a:spLocks noGrp="1"/>
          </p:cNvSpPr>
          <p:nvPr/>
        </p:nvSpPr>
        <p:spPr>
          <a:xfrm>
            <a:off x="4332161"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2" name="body-3-1-word-10">
            <a:extLst>
              <a:ext uri="{FF2B5EF4-FFF2-40B4-BE49-F238E27FC236}">
                <ns2:creationId id="{62071A48-0756-45CE-AFDF-A74865799077}"/>
              </a:ext>
            </a:extLst>
          </p:cNvPr>
          <p:cNvSpPr>
            <a:spLocks noGrp="1"/>
          </p:cNvSpPr>
          <p:nvPr/>
        </p:nvSpPr>
        <p:spPr>
          <a:xfrm>
            <a:off x="3188875" y="3549015"/>
            <a:ext cx="10829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‏ההוראות,</a:t>
            </a:r>
          </a:p>
        </p:txBody>
      </p:sp>
      <p:sp>
        <p:nvSpPr>
          <p:cNvPr id="53" name="body-3-1-word-11">
            <a:extLst>
              <a:ext uri="{FF2B5EF4-FFF2-40B4-BE49-F238E27FC236}">
                <ns2:creationId id="{4761D587-DEE5-42CC-8CEE-907093180E19}"/>
              </a:ext>
            </a:extLst>
          </p:cNvPr>
          <p:cNvSpPr>
            <a:spLocks noGrp="1"/>
          </p:cNvSpPr>
          <p:nvPr/>
        </p:nvSpPr>
        <p:spPr>
          <a:xfrm>
            <a:off x="2487930" y="3549015"/>
            <a:ext cx="640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‏נשווה</a:t>
            </a:r>
          </a:p>
        </p:txBody>
      </p:sp>
      <p:sp>
        <p:nvSpPr>
          <p:cNvPr id="54" name="body-3-1-word-12">
            <a:extLst>
              <a:ext uri="{FF2B5EF4-FFF2-40B4-BE49-F238E27FC236}">
                <ns2:creationId id="{D273157C-5179-4212-B42B-3489AD2EB4F8}"/>
              </a:ext>
            </a:extLst>
          </p:cNvPr>
          <p:cNvSpPr>
            <a:spLocks noGrp="1"/>
          </p:cNvSpPr>
          <p:nvPr/>
        </p:nvSpPr>
        <p:spPr>
          <a:xfrm>
            <a:off x="2103311" y="3549015"/>
            <a:ext cx="3243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‏בין</a:t>
            </a:r>
          </a:p>
        </p:txBody>
      </p:sp>
      <p:sp>
        <p:nvSpPr>
          <p:cNvPr id="55" name="body-3-1-word-13">
            <a:extLst>
              <a:ext uri="{FF2B5EF4-FFF2-40B4-BE49-F238E27FC236}">
                <ns2:creationId id="{F1D7E3BC-0436-4998-BD16-7C6D27D680B8}"/>
              </a:ext>
            </a:extLst>
          </p:cNvPr>
          <p:cNvSpPr>
            <a:spLocks noGrp="1"/>
          </p:cNvSpPr>
          <p:nvPr/>
        </p:nvSpPr>
        <p:spPr>
          <a:xfrm>
            <a:off x="960025" y="3549015"/>
            <a:ext cx="10829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‏אוכלוסיות</a:t>
            </a:r>
          </a:p>
        </p:txBody>
      </p:sp>
      <p:sp>
        <p:nvSpPr>
          <p:cNvPr id="56" name="body-3-2-word-0">
            <a:extLst>
              <a:ext uri="{FF2B5EF4-FFF2-40B4-BE49-F238E27FC236}">
                <ns2:creationId id="{08D65154-37CA-436B-B96D-DA2D5E84208D}"/>
              </a:ext>
            </a:extLst>
          </p:cNvPr>
          <p:cNvSpPr>
            <a:spLocks noGrp="1"/>
          </p:cNvSpPr>
          <p:nvPr/>
        </p:nvSpPr>
        <p:spPr>
          <a:xfrm>
            <a:off x="10693527" y="3900488"/>
            <a:ext cx="7555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‏ונפתור</a:t>
            </a:r>
          </a:p>
        </p:txBody>
      </p:sp>
      <p:sp>
        <p:nvSpPr>
          <p:cNvPr id="57" name="body-3-2-word-1">
            <a:extLst>
              <a:ext uri="{FF2B5EF4-FFF2-40B4-BE49-F238E27FC236}">
                <ns2:creationId id="{99350573-8059-4C94-991C-5F4EFF9440FF}"/>
              </a:ext>
            </a:extLst>
          </p:cNvPr>
          <p:cNvSpPr>
            <a:spLocks noGrp="1"/>
          </p:cNvSpPr>
          <p:nvPr/>
        </p:nvSpPr>
        <p:spPr>
          <a:xfrm>
            <a:off x="9688259" y="3900488"/>
            <a:ext cx="9449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‏דוגמאות</a:t>
            </a:r>
          </a:p>
        </p:txBody>
      </p:sp>
      <p:sp>
        <p:nvSpPr>
          <p:cNvPr id="58" name="body-3-2-word-2">
            <a:extLst>
              <a:ext uri="{FF2B5EF4-FFF2-40B4-BE49-F238E27FC236}">
                <ns2:creationId id="{7EBC1411-E3B3-4910-8944-FD592482AFAB}"/>
              </a:ext>
            </a:extLst>
          </p:cNvPr>
          <p:cNvSpPr>
            <a:spLocks noGrp="1"/>
          </p:cNvSpPr>
          <p:nvPr/>
        </p:nvSpPr>
        <p:spPr>
          <a:xfrm>
            <a:off x="9277064" y="3900488"/>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59" name="body-3-2-word-3">
            <a:extLst>
              <a:ext uri="{FF2B5EF4-FFF2-40B4-BE49-F238E27FC236}">
                <ns2:creationId id="{62C7510E-BF13-41E6-936E-072E51D61B74}"/>
              </a:ext>
            </a:extLst>
          </p:cNvPr>
          <p:cNvSpPr>
            <a:spLocks noGrp="1"/>
          </p:cNvSpPr>
          <p:nvPr/>
        </p:nvSpPr>
        <p:spPr>
          <a:xfrm>
            <a:off x="8326755" y="3900488"/>
            <a:ext cx="8900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‏תשובות</a:t>
            </a:r>
          </a:p>
        </p:txBody>
      </p:sp>
      <p:sp>
        <p:nvSpPr>
          <p:cNvPr id="60" name="body-3-2-word-4">
            <a:extLst>
              <a:ext uri="{FF2B5EF4-FFF2-40B4-BE49-F238E27FC236}">
                <ns2:creationId id="{BDC49AB9-1695-4150-9C42-BBE34C2B2457}"/>
              </a:ext>
            </a:extLst>
          </p:cNvPr>
          <p:cNvSpPr>
            <a:spLocks noGrp="1"/>
          </p:cNvSpPr>
          <p:nvPr/>
        </p:nvSpPr>
        <p:spPr>
          <a:xfrm>
            <a:off x="7439501" y="3900488"/>
            <a:ext cx="8269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‏מלאות.</a:t>
            </a:r>
          </a:p>
        </p:txBody>
      </p:sp>
      <p:sp>
        <p:nvSpPr>
          <p:cNvPr id="61" name="sources-word-0">
            <a:extLst>
              <a:ext uri="{FF2B5EF4-FFF2-40B4-BE49-F238E27FC236}">
                <ns2:creationId id="{08CA73B9-8987-4864-B80D-37B8BB6DB7C6}"/>
              </a:ext>
            </a:extLst>
          </p:cNvPr>
          <p:cNvSpPr>
            <a:spLocks noGrp="1"/>
          </p:cNvSpPr>
          <p:nvPr/>
        </p:nvSpPr>
        <p:spPr>
          <a:xfrm>
            <a:off x="11064240"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62" name="sources-word-1">
            <a:extLst>
              <a:ext uri="{FF2B5EF4-FFF2-40B4-BE49-F238E27FC236}">
                <ns2:creationId id="{DCE933F5-B680-413E-B071-F5C3BCBB6D64}"/>
              </a:ext>
            </a:extLst>
          </p:cNvPr>
          <p:cNvSpPr>
            <a:spLocks noGrp="1"/>
          </p:cNvSpPr>
          <p:nvPr/>
        </p:nvSpPr>
        <p:spPr>
          <a:xfrm>
            <a:off x="10653236"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63" name="sources-word-2">
            <a:extLst>
              <a:ext uri="{FF2B5EF4-FFF2-40B4-BE49-F238E27FC236}">
                <ns2:creationId id="{1562F43E-762C-445B-A7BE-A33A36B32A23}"/>
              </a:ext>
            </a:extLst>
          </p:cNvPr>
          <p:cNvSpPr>
            <a:spLocks noGrp="1"/>
          </p:cNvSpPr>
          <p:nvPr/>
        </p:nvSpPr>
        <p:spPr>
          <a:xfrm>
            <a:off x="10047827"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64" name="sources-word-3">
            <a:extLst>
              <a:ext uri="{FF2B5EF4-FFF2-40B4-BE49-F238E27FC236}">
                <ns2:creationId id="{27743F42-B6F7-4B20-90F4-F7DCA9161349}"/>
              </a:ext>
            </a:extLst>
          </p:cNvPr>
          <p:cNvSpPr>
            <a:spLocks noGrp="1"/>
          </p:cNvSpPr>
          <p:nvPr/>
        </p:nvSpPr>
        <p:spPr>
          <a:xfrm>
            <a:off x="9719310"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65" name="sources-word-4">
            <a:extLst>
              <a:ext uri="{FF2B5EF4-FFF2-40B4-BE49-F238E27FC236}">
                <ns2:creationId id="{4AA18DCC-8667-4004-BD38-5DF6358DD18E}"/>
              </a:ext>
            </a:extLst>
          </p:cNvPr>
          <p:cNvSpPr>
            <a:spLocks noGrp="1"/>
          </p:cNvSpPr>
          <p:nvPr/>
        </p:nvSpPr>
        <p:spPr>
          <a:xfrm>
            <a:off x="962244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6" name="sources-word-5">
            <a:extLst>
              <a:ext uri="{FF2B5EF4-FFF2-40B4-BE49-F238E27FC236}">
                <ns2:creationId id="{32401213-D8A2-424A-ABA8-8B7161DCA6B7}"/>
              </a:ext>
            </a:extLst>
          </p:cNvPr>
          <p:cNvSpPr>
            <a:spLocks noGrp="1"/>
          </p:cNvSpPr>
          <p:nvPr/>
        </p:nvSpPr>
        <p:spPr>
          <a:xfrm>
            <a:off x="9288590"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67" name="sources-word-6">
            <a:extLst>
              <a:ext uri="{FF2B5EF4-FFF2-40B4-BE49-F238E27FC236}">
                <ns2:creationId id="{61C72D1A-F239-4B64-BEDA-930C452F4BF9}"/>
              </a:ext>
            </a:extLst>
          </p:cNvPr>
          <p:cNvSpPr>
            <a:spLocks noGrp="1"/>
          </p:cNvSpPr>
          <p:nvPr/>
        </p:nvSpPr>
        <p:spPr>
          <a:xfrm>
            <a:off x="8914066"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68" name="sources-word-7">
            <a:extLst>
              <a:ext uri="{FF2B5EF4-FFF2-40B4-BE49-F238E27FC236}">
                <ns2:creationId id="{53DD3180-B107-4ACA-924A-25981A0145E4}"/>
              </a:ext>
            </a:extLst>
          </p:cNvPr>
          <p:cNvSpPr>
            <a:spLocks noGrp="1"/>
          </p:cNvSpPr>
          <p:nvPr/>
        </p:nvSpPr>
        <p:spPr>
          <a:xfrm>
            <a:off x="8149780"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69" name="page">
            <a:extLst>
              <a:ext uri="{FF2B5EF4-FFF2-40B4-BE49-F238E27FC236}">
                <ns2:creationId id="{7AC8A308-5B5B-414F-8057-8431EE3B6C0B}"/>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02 / 35</a:t>
            </a:r>
          </a:p>
        </p:txBody>
      </p:sp>
      <p:sp>
        <p:nvSpPr>
          <p:cNvPr id="70" name="timing-word-0">
            <a:extLst>
              <a:ext uri="{FF2B5EF4-FFF2-40B4-BE49-F238E27FC236}">
                <ns2:creationId id="{8876AFF8-C8B2-4501-A67F-E491952D2028}"/>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‏00:30</a:t>
            </a:r>
          </a:p>
        </p:txBody>
      </p:sp>
      <p:sp>
        <p:nvSpPr>
          <p:cNvPr id="71" name="timing-word-1">
            <a:extLst>
              <a:ext uri="{FF2B5EF4-FFF2-40B4-BE49-F238E27FC236}">
                <ns2:creationId id="{4B3534FE-7C71-47FA-B184-18B8CEF5425A}"/>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72" name="timing-word-2">
            <a:extLst>
              <a:ext uri="{FF2B5EF4-FFF2-40B4-BE49-F238E27FC236}">
                <ns2:creationId id="{824529B2-78CC-4214-B0D4-B74F93C383A0}"/>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‏01:15</a:t>
            </a:r>
          </a:p>
        </p:txBody>
      </p:sp>
      <p:sp>
        <p:nvSpPr>
          <p:cNvPr id="73" name="timing-word-3">
            <a:extLst>
              <a:ext uri="{FF2B5EF4-FFF2-40B4-BE49-F238E27FC236}">
                <ns2:creationId id="{F83E35C2-E212-4381-8EDE-C29C18954AE2}"/>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74" name="timing-word-4">
            <a:extLst>
              <a:ext uri="{FF2B5EF4-FFF2-40B4-BE49-F238E27FC236}">
                <ns2:creationId id="{76A10B7C-96E5-4764-9337-162E0B96B24E}"/>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936488981"/>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3" name="title-word-0">
            <a:extLst>
              <a:ext uri="{FF2B5EF4-FFF2-40B4-BE49-F238E27FC236}">
                <ns2:creationId id="{12F4C3F4-3CB2-42F6-B895-30FEBA17A5F6}"/>
              </a:ext>
            </a:extLst>
          </p:cNvPr>
          <p:cNvSpPr>
            <a:spLocks noGrp="1"/>
          </p:cNvSpPr>
          <p:nvPr/>
        </p:nvSpPr>
        <p:spPr>
          <a:xfrm>
            <a:off x="9929432" y="571500"/>
            <a:ext cx="151961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‏המקורות</a:t>
            </a:r>
          </a:p>
        </p:txBody>
      </p:sp>
      <p:sp>
        <p:nvSpPr>
          <p:cNvPr id="2" name="title-word-1">
            <a:extLst>
              <a:ext uri="{FF2B5EF4-FFF2-40B4-BE49-F238E27FC236}">
                <ns2:creationId id="{65C128FD-B528-431C-B59C-8715A5FC8F22}"/>
              </a:ext>
            </a:extLst>
          </p:cNvPr>
          <p:cNvSpPr>
            <a:spLocks noGrp="1"/>
          </p:cNvSpPr>
          <p:nvPr/>
        </p:nvSpPr>
        <p:spPr>
          <a:xfrm>
            <a:off x="8546211" y="571500"/>
            <a:ext cx="128587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‏והתוקף</a:t>
            </a:r>
          </a:p>
        </p:txBody>
      </p:sp>
      <p:sp>
        <p:nvSpPr>
          <p:cNvPr id="3" name="title-word-2">
            <a:extLst>
              <a:ext uri="{FF2B5EF4-FFF2-40B4-BE49-F238E27FC236}">
                <ns2:creationId id="{E1F30290-64FC-4F96-8602-9EB07C77889F}"/>
              </a:ext>
            </a:extLst>
          </p:cNvPr>
          <p:cNvSpPr>
            <a:spLocks noGrp="1"/>
          </p:cNvSpPr>
          <p:nvPr/>
        </p:nvSpPr>
        <p:spPr>
          <a:xfrm>
            <a:off x="7912799" y="571500"/>
            <a:ext cx="5360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‏של</a:t>
            </a:r>
          </a:p>
        </p:txBody>
      </p:sp>
      <p:sp>
        <p:nvSpPr>
          <p:cNvPr id="4" name="title-word-3">
            <a:extLst>
              <a:ext uri="{FF2B5EF4-FFF2-40B4-BE49-F238E27FC236}">
                <ns2:creationId id="{494F5CF0-9D8F-4B81-83A5-2697E77B2BB7}"/>
              </a:ext>
            </a:extLst>
          </p:cNvPr>
          <p:cNvSpPr>
            <a:spLocks noGrp="1"/>
          </p:cNvSpPr>
          <p:nvPr/>
        </p:nvSpPr>
        <p:spPr>
          <a:xfrm>
            <a:off x="6359938" y="571500"/>
            <a:ext cx="145551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‏ההדרכה</a:t>
            </a:r>
          </a:p>
        </p:txBody>
      </p:sp>
      <p:sp>
        <p:nvSpPr>
          <p:cNvPr id="5" name="body-1-1-word-0">
            <a:extLst>
              <a:ext uri="{FF2B5EF4-FFF2-40B4-BE49-F238E27FC236}">
                <ns2:creationId id="{451A08DA-9DF4-459E-9EB7-4D7AD44E3C94}"/>
              </a:ext>
            </a:extLst>
          </p:cNvPr>
          <p:cNvSpPr>
            <a:spLocks noGrp="1"/>
          </p:cNvSpPr>
          <p:nvPr/>
        </p:nvSpPr>
        <p:spPr>
          <a:xfrm>
            <a:off x="10694956" y="1762125"/>
            <a:ext cx="754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‏הבסיס</a:t>
            </a:r>
          </a:p>
        </p:txBody>
      </p:sp>
      <p:sp>
        <p:nvSpPr>
          <p:cNvPr id="6" name="body-1-1-word-1">
            <a:extLst>
              <a:ext uri="{FF2B5EF4-FFF2-40B4-BE49-F238E27FC236}">
                <ns2:creationId id="{DBB169B6-504C-4AAC-8263-48EB835FCD11}"/>
              </a:ext>
            </a:extLst>
          </p:cNvPr>
          <p:cNvSpPr>
            <a:spLocks noGrp="1"/>
          </p:cNvSpPr>
          <p:nvPr/>
        </p:nvSpPr>
        <p:spPr>
          <a:xfrm>
            <a:off x="10202704" y="1762125"/>
            <a:ext cx="431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‏הוא</a:t>
            </a:r>
          </a:p>
        </p:txBody>
      </p:sp>
      <p:sp>
        <p:nvSpPr>
          <p:cNvPr id="7" name="body-1-1-word-2">
            <a:extLst>
              <a:ext uri="{FF2B5EF4-FFF2-40B4-BE49-F238E27FC236}">
                <ns2:creationId id="{C0277C41-564E-4037-AB34-1F3AEA17C8BE}"/>
              </a:ext>
            </a:extLst>
          </p:cNvPr>
          <p:cNvSpPr>
            <a:spLocks noGrp="1"/>
          </p:cNvSpPr>
          <p:nvPr/>
        </p:nvSpPr>
        <p:spPr>
          <a:xfrm>
            <a:off x="9666827" y="1762125"/>
            <a:ext cx="4755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‏פ״מ</a:t>
            </a:r>
          </a:p>
        </p:txBody>
      </p:sp>
      <p:sp>
        <p:nvSpPr>
          <p:cNvPr id="8" name="body-1-1-word-3">
            <a:extLst>
              <a:ext uri="{FF2B5EF4-FFF2-40B4-BE49-F238E27FC236}">
                <ns2:creationId id="{95543EE3-EFA7-4096-AD6F-11CC2039CAEC}"/>
              </a:ext>
            </a:extLst>
          </p:cNvPr>
          <p:cNvSpPr>
            <a:spLocks noGrp="1"/>
          </p:cNvSpPr>
          <p:nvPr/>
        </p:nvSpPr>
        <p:spPr>
          <a:xfrm>
            <a:off x="8545068" y="1762125"/>
            <a:ext cx="10614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‏33.0501</a:t>
            </a:r>
          </a:p>
        </p:txBody>
      </p:sp>
      <p:sp>
        <p:nvSpPr>
          <p:cNvPr id="9" name="body-1-1-word-4">
            <a:extLst>
              <a:ext uri="{FF2B5EF4-FFF2-40B4-BE49-F238E27FC236}">
                <ns2:creationId id="{BA13FFFA-C858-4877-BBE0-86E167D3963A}"/>
              </a:ext>
            </a:extLst>
          </p:cNvPr>
          <p:cNvSpPr>
            <a:spLocks noGrp="1"/>
          </p:cNvSpPr>
          <p:nvPr/>
        </p:nvSpPr>
        <p:spPr>
          <a:xfrm>
            <a:off x="7776591" y="1762125"/>
            <a:ext cx="7081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‏והק״א</a:t>
            </a:r>
          </a:p>
        </p:txBody>
      </p:sp>
      <p:sp>
        <p:nvSpPr>
          <p:cNvPr id="10" name="body-1-1-word-5">
            <a:extLst>
              <a:ext uri="{FF2B5EF4-FFF2-40B4-BE49-F238E27FC236}">
                <ns2:creationId id="{7309AA41-6578-41D7-9E37-305F76B4E1AC}"/>
              </a:ext>
            </a:extLst>
          </p:cNvPr>
          <p:cNvSpPr>
            <a:spLocks noGrp="1"/>
          </p:cNvSpPr>
          <p:nvPr/>
        </p:nvSpPr>
        <p:spPr>
          <a:xfrm>
            <a:off x="6464522" y="1762125"/>
            <a:ext cx="12517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‏33-05-01.</a:t>
            </a:r>
          </a:p>
        </p:txBody>
      </p:sp>
      <p:sp>
        <p:nvSpPr>
          <p:cNvPr id="11" name="body-1-1-word-6">
            <a:extLst>
              <a:ext uri="{FF2B5EF4-FFF2-40B4-BE49-F238E27FC236}">
                <ns2:creationId id="{B722EC75-8E05-4677-96CA-56EF74A5917A}"/>
              </a:ext>
            </a:extLst>
          </p:cNvPr>
          <p:cNvSpPr>
            <a:spLocks noGrp="1"/>
          </p:cNvSpPr>
          <p:nvPr/>
        </p:nvSpPr>
        <p:spPr>
          <a:xfrm>
            <a:off x="5574316" y="1762125"/>
            <a:ext cx="8299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‏במקרה</a:t>
            </a:r>
          </a:p>
        </p:txBody>
      </p:sp>
      <p:sp>
        <p:nvSpPr>
          <p:cNvPr id="12" name="body-1-1-word-7">
            <a:extLst>
              <a:ext uri="{FF2B5EF4-FFF2-40B4-BE49-F238E27FC236}">
                <ns2:creationId id="{868A09A1-C26C-4E3C-9766-2DDF4A235B3F}"/>
              </a:ext>
            </a:extLst>
          </p:cNvPr>
          <p:cNvSpPr>
            <a:spLocks noGrp="1"/>
          </p:cNvSpPr>
          <p:nvPr/>
        </p:nvSpPr>
        <p:spPr>
          <a:xfrm>
            <a:off x="5154740" y="176212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13" name="body-1-1-word-8">
            <a:extLst>
              <a:ext uri="{FF2B5EF4-FFF2-40B4-BE49-F238E27FC236}">
                <ns2:creationId id="{55AB893F-11E5-45E5-BB3B-CED12985E68B}"/>
              </a:ext>
            </a:extLst>
          </p:cNvPr>
          <p:cNvSpPr>
            <a:spLocks noGrp="1"/>
          </p:cNvSpPr>
          <p:nvPr/>
        </p:nvSpPr>
        <p:spPr>
          <a:xfrm>
            <a:off x="4250722" y="1762125"/>
            <a:ext cx="8437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‏סתירה,</a:t>
            </a:r>
          </a:p>
        </p:txBody>
      </p:sp>
      <p:sp>
        <p:nvSpPr>
          <p:cNvPr id="14" name="body-1-1-word-9">
            <a:extLst>
              <a:ext uri="{FF2B5EF4-FFF2-40B4-BE49-F238E27FC236}">
                <ns2:creationId id="{14228F4A-DF44-4429-B736-81527C96576F}"/>
              </a:ext>
            </a:extLst>
          </p:cNvPr>
          <p:cNvSpPr>
            <a:spLocks noGrp="1"/>
          </p:cNvSpPr>
          <p:nvPr/>
        </p:nvSpPr>
        <p:spPr>
          <a:xfrm>
            <a:off x="3655505" y="1762125"/>
            <a:ext cx="5349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‏נוסח</a:t>
            </a:r>
          </a:p>
        </p:txBody>
      </p:sp>
      <p:sp>
        <p:nvSpPr>
          <p:cNvPr id="15" name="body-1-1-word-10">
            <a:extLst>
              <a:ext uri="{FF2B5EF4-FFF2-40B4-BE49-F238E27FC236}">
                <ns2:creationId id="{9806E991-917D-40C6-AE41-662653E8A90D}"/>
              </a:ext>
            </a:extLst>
          </p:cNvPr>
          <p:cNvSpPr>
            <a:spLocks noGrp="1"/>
          </p:cNvSpPr>
          <p:nvPr/>
        </p:nvSpPr>
        <p:spPr>
          <a:xfrm>
            <a:off x="2693575" y="1762125"/>
            <a:ext cx="9016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‏הפקודה</a:t>
            </a:r>
          </a:p>
        </p:txBody>
      </p:sp>
      <p:sp>
        <p:nvSpPr>
          <p:cNvPr id="16" name="body-1-1-word-11">
            <a:extLst>
              <a:ext uri="{FF2B5EF4-FFF2-40B4-BE49-F238E27FC236}">
                <ns2:creationId id="{0A1E6D6B-22FA-4B42-A955-E612D659B5CD}"/>
              </a:ext>
            </a:extLst>
          </p:cNvPr>
          <p:cNvSpPr>
            <a:spLocks noGrp="1"/>
          </p:cNvSpPr>
          <p:nvPr/>
        </p:nvSpPr>
        <p:spPr>
          <a:xfrm>
            <a:off x="1833277" y="1762125"/>
            <a:ext cx="8000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‏העדכני</a:t>
            </a:r>
          </a:p>
        </p:txBody>
      </p:sp>
      <p:sp>
        <p:nvSpPr>
          <p:cNvPr id="17" name="body-1-1-word-12">
            <a:extLst>
              <a:ext uri="{FF2B5EF4-FFF2-40B4-BE49-F238E27FC236}">
                <ns2:creationId id="{3FACA68D-0FF7-4E69-B5A9-231D66E5C85F}"/>
              </a:ext>
            </a:extLst>
          </p:cNvPr>
          <p:cNvSpPr>
            <a:spLocks noGrp="1"/>
          </p:cNvSpPr>
          <p:nvPr/>
        </p:nvSpPr>
        <p:spPr>
          <a:xfrm>
            <a:off x="1131284" y="1762125"/>
            <a:ext cx="6416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‏קובע.</a:t>
            </a:r>
          </a:p>
        </p:txBody>
      </p:sp>
      <p:sp>
        <p:nvSpPr>
          <p:cNvPr id="18" name="body-2-1-word-0">
            <a:extLst>
              <a:ext uri="{FF2B5EF4-FFF2-40B4-BE49-F238E27FC236}">
                <ns2:creationId id="{6369892F-DFE0-4D9B-BDF1-01ACCE8F3293}"/>
              </a:ext>
            </a:extLst>
          </p:cNvPr>
          <p:cNvSpPr>
            <a:spLocks noGrp="1"/>
          </p:cNvSpPr>
          <p:nvPr/>
        </p:nvSpPr>
        <p:spPr>
          <a:xfrm>
            <a:off x="10709148" y="2304098"/>
            <a:ext cx="7399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‏בדיקת</a:t>
            </a:r>
          </a:p>
        </p:txBody>
      </p:sp>
      <p:sp>
        <p:nvSpPr>
          <p:cNvPr id="19" name="body-2-1-word-1">
            <a:extLst>
              <a:ext uri="{FF2B5EF4-FFF2-40B4-BE49-F238E27FC236}">
                <ns2:creationId id="{D2CFB1C9-09C6-49A7-BBA9-9727B07748F4}"/>
              </a:ext>
            </a:extLst>
          </p:cNvPr>
          <p:cNvSpPr>
            <a:spLocks noGrp="1"/>
          </p:cNvSpPr>
          <p:nvPr/>
        </p:nvSpPr>
        <p:spPr>
          <a:xfrm>
            <a:off x="9569958" y="2304098"/>
            <a:ext cx="10788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‏המקורות:</a:t>
            </a:r>
          </a:p>
        </p:txBody>
      </p:sp>
      <p:sp>
        <p:nvSpPr>
          <p:cNvPr id="20" name="body-2-1-word-2">
            <a:extLst>
              <a:ext uri="{FF2B5EF4-FFF2-40B4-BE49-F238E27FC236}">
                <ns2:creationId id="{1A592D88-3076-4ABF-BC5F-DCD90CC856B2}"/>
              </a:ext>
            </a:extLst>
          </p:cNvPr>
          <p:cNvSpPr>
            <a:spLocks noGrp="1"/>
          </p:cNvSpPr>
          <p:nvPr/>
        </p:nvSpPr>
        <p:spPr>
          <a:xfrm>
            <a:off x="7971568" y="2304098"/>
            <a:ext cx="15380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‏29.10.2026.</a:t>
            </a:r>
          </a:p>
        </p:txBody>
      </p:sp>
      <p:sp>
        <p:nvSpPr>
          <p:cNvPr id="21" name="body-2-1-word-3">
            <a:extLst>
              <a:ext uri="{FF2B5EF4-FFF2-40B4-BE49-F238E27FC236}">
                <ns2:creationId id="{731A4E10-ED01-4695-84EC-03041B62D31F}"/>
              </a:ext>
            </a:extLst>
          </p:cNvPr>
          <p:cNvSpPr>
            <a:spLocks noGrp="1"/>
          </p:cNvSpPr>
          <p:nvPr/>
        </p:nvSpPr>
        <p:spPr>
          <a:xfrm>
            <a:off x="7141559" y="2304098"/>
            <a:ext cx="7697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‏העדכון</a:t>
            </a:r>
          </a:p>
        </p:txBody>
      </p:sp>
      <p:sp>
        <p:nvSpPr>
          <p:cNvPr id="22" name="body-2-1-word-4">
            <a:extLst>
              <a:ext uri="{FF2B5EF4-FFF2-40B4-BE49-F238E27FC236}">
                <ns2:creationId id="{6407B932-C3DA-4D2C-B919-59322BDF3D26}"/>
              </a:ext>
            </a:extLst>
          </p:cNvPr>
          <p:cNvSpPr>
            <a:spLocks noGrp="1"/>
          </p:cNvSpPr>
          <p:nvPr/>
        </p:nvSpPr>
        <p:spPr>
          <a:xfrm>
            <a:off x="6268307" y="2304098"/>
            <a:ext cx="812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‏הרוחבי</a:t>
            </a:r>
          </a:p>
        </p:txBody>
      </p:sp>
      <p:sp>
        <p:nvSpPr>
          <p:cNvPr id="23" name="body-2-1-word-5">
            <a:extLst>
              <a:ext uri="{FF2B5EF4-FFF2-40B4-BE49-F238E27FC236}">
                <ns2:creationId id="{CA45248B-64B3-4947-8411-C69F7F68399C}"/>
              </a:ext>
            </a:extLst>
          </p:cNvPr>
          <p:cNvSpPr>
            <a:spLocks noGrp="1"/>
          </p:cNvSpPr>
          <p:nvPr/>
        </p:nvSpPr>
        <p:spPr>
          <a:xfrm>
            <a:off x="5383721" y="2304098"/>
            <a:ext cx="8242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‏הפומבי</a:t>
            </a:r>
          </a:p>
        </p:txBody>
      </p:sp>
      <p:sp>
        <p:nvSpPr>
          <p:cNvPr id="24" name="body-2-1-word-6">
            <a:extLst>
              <a:ext uri="{FF2B5EF4-FFF2-40B4-BE49-F238E27FC236}">
                <ns2:creationId id="{5CE787CE-0434-457E-9322-1153C37A8394}"/>
              </a:ext>
            </a:extLst>
          </p:cNvPr>
          <p:cNvSpPr>
            <a:spLocks noGrp="1"/>
          </p:cNvSpPr>
          <p:nvPr/>
        </p:nvSpPr>
        <p:spPr>
          <a:xfrm>
            <a:off x="4504468" y="2304098"/>
            <a:ext cx="8189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‏האחרון</a:t>
            </a:r>
          </a:p>
        </p:txBody>
      </p:sp>
      <p:sp>
        <p:nvSpPr>
          <p:cNvPr id="25" name="body-2-1-word-7">
            <a:extLst>
              <a:ext uri="{FF2B5EF4-FFF2-40B4-BE49-F238E27FC236}">
                <ns2:creationId id="{C57BF527-20A2-40EB-B831-7FA2F57F1CA0}"/>
              </a:ext>
            </a:extLst>
          </p:cNvPr>
          <p:cNvSpPr>
            <a:spLocks noGrp="1"/>
          </p:cNvSpPr>
          <p:nvPr/>
        </p:nvSpPr>
        <p:spPr>
          <a:xfrm>
            <a:off x="3656743" y="2304098"/>
            <a:ext cx="7874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‏שאותר</a:t>
            </a:r>
          </a:p>
        </p:txBody>
      </p:sp>
      <p:sp>
        <p:nvSpPr>
          <p:cNvPr id="26" name="body-2-1-word-8">
            <a:extLst>
              <a:ext uri="{FF2B5EF4-FFF2-40B4-BE49-F238E27FC236}">
                <ns2:creationId id="{772E9538-1BC3-4E3C-9410-08D370974B53}"/>
              </a:ext>
            </a:extLst>
          </p:cNvPr>
          <p:cNvSpPr>
            <a:spLocks noGrp="1"/>
          </p:cNvSpPr>
          <p:nvPr/>
        </p:nvSpPr>
        <p:spPr>
          <a:xfrm>
            <a:off x="2860643" y="2304098"/>
            <a:ext cx="7358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‏פורסם</a:t>
            </a:r>
          </a:p>
        </p:txBody>
      </p:sp>
      <p:sp>
        <p:nvSpPr>
          <p:cNvPr id="27" name="body-2-1-word-9">
            <a:extLst>
              <a:ext uri="{FF2B5EF4-FFF2-40B4-BE49-F238E27FC236}">
                <ns2:creationId id="{26ED4AB6-B84F-4B81-BEEC-05DA33D03630}"/>
              </a:ext>
            </a:extLst>
          </p:cNvPr>
          <p:cNvSpPr>
            <a:spLocks noGrp="1"/>
          </p:cNvSpPr>
          <p:nvPr/>
        </p:nvSpPr>
        <p:spPr>
          <a:xfrm>
            <a:off x="2126837" y="2304098"/>
            <a:ext cx="673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‏באתר</a:t>
            </a:r>
          </a:p>
        </p:txBody>
      </p:sp>
      <p:sp>
        <p:nvSpPr>
          <p:cNvPr id="28" name="body-2-1-word-10">
            <a:extLst>
              <a:ext uri="{FF2B5EF4-FFF2-40B4-BE49-F238E27FC236}">
                <ns2:creationId id="{09FEEEF8-2665-40F7-9B9D-B3A16D39B13F}"/>
              </a:ext>
            </a:extLst>
          </p:cNvPr>
          <p:cNvSpPr>
            <a:spLocks noGrp="1"/>
          </p:cNvSpPr>
          <p:nvPr/>
        </p:nvSpPr>
        <p:spPr>
          <a:xfrm>
            <a:off x="1477804" y="2304098"/>
            <a:ext cx="5887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‏צה״ל</a:t>
            </a:r>
          </a:p>
        </p:txBody>
      </p:sp>
      <p:sp>
        <p:nvSpPr>
          <p:cNvPr id="29" name="body-2-2-word-0">
            <a:extLst>
              <a:ext uri="{FF2B5EF4-FFF2-40B4-BE49-F238E27FC236}">
                <ns2:creationId id="{CEFC1C70-F4B9-493E-8BC3-632693009337}"/>
              </a:ext>
            </a:extLst>
          </p:cNvPr>
          <p:cNvSpPr>
            <a:spLocks noGrp="1"/>
          </p:cNvSpPr>
          <p:nvPr/>
        </p:nvSpPr>
        <p:spPr>
          <a:xfrm>
            <a:off x="9646634" y="2655570"/>
            <a:ext cx="18024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‏ב־09.04.2025.</a:t>
            </a:r>
          </a:p>
        </p:txBody>
      </p:sp>
      <p:sp>
        <p:nvSpPr>
          <p:cNvPr id="30" name="body-2-2-word-1">
            <a:extLst>
              <a:ext uri="{FF2B5EF4-FFF2-40B4-BE49-F238E27FC236}">
                <ns2:creationId id="{DE95C875-15D0-4960-98CE-9BC44AF92867}"/>
              </a:ext>
            </a:extLst>
          </p:cNvPr>
          <p:cNvSpPr>
            <a:spLocks noGrp="1"/>
          </p:cNvSpPr>
          <p:nvPr/>
        </p:nvSpPr>
        <p:spPr>
          <a:xfrm>
            <a:off x="9091041" y="2655570"/>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a:t>
            </a:r>
          </a:p>
        </p:txBody>
      </p:sp>
      <p:sp>
        <p:nvSpPr>
          <p:cNvPr id="31" name="body-2-2-word-2">
            <a:extLst>
              <a:ext uri="{FF2B5EF4-FFF2-40B4-BE49-F238E27FC236}">
                <ns2:creationId id="{ED161C15-B34D-472F-AAF2-B869A0D805DA}"/>
              </a:ext>
            </a:extLst>
          </p:cNvPr>
          <p:cNvSpPr>
            <a:spLocks noGrp="1"/>
          </p:cNvSpPr>
          <p:nvPr/>
        </p:nvSpPr>
        <p:spPr>
          <a:xfrm>
            <a:off x="8448675" y="2655570"/>
            <a:ext cx="5820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‏בסיס</a:t>
            </a:r>
          </a:p>
        </p:txBody>
      </p:sp>
      <p:sp>
        <p:nvSpPr>
          <p:cNvPr id="32" name="body-2-2-word-3">
            <a:extLst>
              <a:ext uri="{FF2B5EF4-FFF2-40B4-BE49-F238E27FC236}">
                <ns2:creationId id="{92236A68-AA8C-462D-A7D8-0A54D4D425D2}"/>
              </a:ext>
            </a:extLst>
          </p:cNvPr>
          <p:cNvSpPr>
            <a:spLocks noGrp="1"/>
          </p:cNvSpPr>
          <p:nvPr/>
        </p:nvSpPr>
        <p:spPr>
          <a:xfrm>
            <a:off x="7626858" y="2655570"/>
            <a:ext cx="7615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‏נוספים</a:t>
            </a:r>
          </a:p>
        </p:txBody>
      </p:sp>
      <p:sp>
        <p:nvSpPr>
          <p:cNvPr id="33" name="body-2-2-word-4">
            <a:extLst>
              <a:ext uri="{FF2B5EF4-FFF2-40B4-BE49-F238E27FC236}">
                <ns2:creationId id="{FF76093E-A854-43A7-B360-578C5F380923}"/>
              </a:ext>
            </a:extLst>
          </p:cNvPr>
          <p:cNvSpPr>
            <a:spLocks noGrp="1"/>
          </p:cNvSpPr>
          <p:nvPr/>
        </p:nvSpPr>
        <p:spPr>
          <a:xfrm>
            <a:off x="6906387" y="2655570"/>
            <a:ext cx="66017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‏נלקחו</a:t>
            </a:r>
          </a:p>
        </p:txBody>
      </p:sp>
      <p:sp>
        <p:nvSpPr>
          <p:cNvPr id="34" name="body-2-2-word-5">
            <a:extLst>
              <a:ext uri="{FF2B5EF4-FFF2-40B4-BE49-F238E27FC236}">
                <ns2:creationId id="{67936457-1D6A-41B2-BE15-2FD5B0F5EF88}"/>
              </a:ext>
            </a:extLst>
          </p:cNvPr>
          <p:cNvSpPr>
            <a:spLocks noGrp="1"/>
          </p:cNvSpPr>
          <p:nvPr/>
        </p:nvSpPr>
        <p:spPr>
          <a:xfrm>
            <a:off x="5900833" y="2655570"/>
            <a:ext cx="9452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‏מאיגרות</a:t>
            </a:r>
          </a:p>
        </p:txBody>
      </p:sp>
      <p:sp>
        <p:nvSpPr>
          <p:cNvPr id="35" name="body-2-2-word-6">
            <a:extLst>
              <a:ext uri="{FF2B5EF4-FFF2-40B4-BE49-F238E27FC236}">
                <ns2:creationId id="{9C874AFF-1660-4AB4-AC44-3CE9EDF923AE}"/>
              </a:ext>
            </a:extLst>
          </p:cNvPr>
          <p:cNvSpPr>
            <a:spLocks noGrp="1"/>
          </p:cNvSpPr>
          <p:nvPr/>
        </p:nvSpPr>
        <p:spPr>
          <a:xfrm>
            <a:off x="4971764" y="2655570"/>
            <a:ext cx="8687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‏רשמיות</a:t>
            </a:r>
          </a:p>
        </p:txBody>
      </p:sp>
      <p:sp>
        <p:nvSpPr>
          <p:cNvPr id="36" name="body-2-2-word-7">
            <a:extLst>
              <a:ext uri="{FF2B5EF4-FFF2-40B4-BE49-F238E27FC236}">
                <ns2:creationId id="{54DB3745-BD49-442F-8E95-F2BCE676D506}"/>
              </a:ext>
            </a:extLst>
          </p:cNvPr>
          <p:cNvSpPr>
            <a:spLocks noGrp="1"/>
          </p:cNvSpPr>
          <p:nvPr/>
        </p:nvSpPr>
        <p:spPr>
          <a:xfrm>
            <a:off x="4170521" y="2655570"/>
            <a:ext cx="7409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‏משנים</a:t>
            </a:r>
          </a:p>
        </p:txBody>
      </p:sp>
      <p:sp>
        <p:nvSpPr>
          <p:cNvPr id="37" name="body-2-2-word-8">
            <a:extLst>
              <a:ext uri="{FF2B5EF4-FFF2-40B4-BE49-F238E27FC236}">
                <ns2:creationId id="{2733EA77-D59F-4C4E-A7A0-4E4B5845063C}"/>
              </a:ext>
            </a:extLst>
          </p:cNvPr>
          <p:cNvSpPr>
            <a:spLocks noGrp="1"/>
          </p:cNvSpPr>
          <p:nvPr/>
        </p:nvSpPr>
        <p:spPr>
          <a:xfrm>
            <a:off x="3445955" y="2655570"/>
            <a:ext cx="664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‏2023</a:t>
            </a:r>
          </a:p>
        </p:txBody>
      </p:sp>
      <p:sp>
        <p:nvSpPr>
          <p:cNvPr id="38" name="body-2-2-word-9">
            <a:extLst>
              <a:ext uri="{FF2B5EF4-FFF2-40B4-BE49-F238E27FC236}">
                <ns2:creationId id="{6101AFDE-790B-4F39-8683-90C7A6A7B863}"/>
              </a:ext>
            </a:extLst>
          </p:cNvPr>
          <p:cNvSpPr>
            <a:spLocks noGrp="1"/>
          </p:cNvSpPr>
          <p:nvPr/>
        </p:nvSpPr>
        <p:spPr>
          <a:xfrm>
            <a:off x="2462117" y="2655570"/>
            <a:ext cx="9235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‏ו־2024.</a:t>
            </a:r>
          </a:p>
        </p:txBody>
      </p:sp>
      <p:sp>
        <p:nvSpPr>
          <p:cNvPr id="39" name="body-3-1-word-0">
            <a:extLst>
              <a:ext uri="{FF2B5EF4-FFF2-40B4-BE49-F238E27FC236}">
                <ns2:creationId id="{8D0AD1D2-8184-4CE3-8F70-E0711A265E3D}"/>
              </a:ext>
            </a:extLst>
          </p:cNvPr>
          <p:cNvSpPr>
            <a:spLocks noGrp="1"/>
          </p:cNvSpPr>
          <p:nvPr/>
        </p:nvSpPr>
        <p:spPr>
          <a:xfrm>
            <a:off x="10782681" y="3197543"/>
            <a:ext cx="6663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‏כללים</a:t>
            </a:r>
          </a:p>
        </p:txBody>
      </p:sp>
      <p:sp>
        <p:nvSpPr>
          <p:cNvPr id="40" name="body-3-1-word-1">
            <a:extLst>
              <a:ext uri="{FF2B5EF4-FFF2-40B4-BE49-F238E27FC236}">
                <ns2:creationId id="{5A150987-392E-4CB1-B996-2A7CDC423C00}"/>
              </a:ext>
            </a:extLst>
          </p:cNvPr>
          <p:cNvSpPr>
            <a:spLocks noGrp="1"/>
          </p:cNvSpPr>
          <p:nvPr/>
        </p:nvSpPr>
        <p:spPr>
          <a:xfrm>
            <a:off x="9797034" y="3197543"/>
            <a:ext cx="925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‏שתלויים</a:t>
            </a:r>
          </a:p>
        </p:txBody>
      </p:sp>
      <p:sp>
        <p:nvSpPr>
          <p:cNvPr id="41" name="body-3-1-word-2">
            <a:extLst>
              <a:ext uri="{FF2B5EF4-FFF2-40B4-BE49-F238E27FC236}">
                <ns2:creationId id="{BE0C409B-FAD2-4D3F-837B-51C23AC320B2}"/>
              </a:ext>
            </a:extLst>
          </p:cNvPr>
          <p:cNvSpPr>
            <a:spLocks noGrp="1"/>
          </p:cNvSpPr>
          <p:nvPr/>
        </p:nvSpPr>
        <p:spPr>
          <a:xfrm>
            <a:off x="8820817" y="3197543"/>
            <a:ext cx="9159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‏בהוראת</a:t>
            </a:r>
          </a:p>
        </p:txBody>
      </p:sp>
      <p:sp>
        <p:nvSpPr>
          <p:cNvPr id="42" name="body-3-1-word-3">
            <a:extLst>
              <a:ext uri="{FF2B5EF4-FFF2-40B4-BE49-F238E27FC236}">
                <ns2:creationId id="{289E92C9-D7F0-48A3-95B7-7966A0067891}"/>
              </a:ext>
            </a:extLst>
          </p:cNvPr>
          <p:cNvSpPr>
            <a:spLocks noGrp="1"/>
          </p:cNvSpPr>
          <p:nvPr/>
        </p:nvSpPr>
        <p:spPr>
          <a:xfrm>
            <a:off x="8210264" y="3197543"/>
            <a:ext cx="5502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‏שעה</a:t>
            </a:r>
          </a:p>
        </p:txBody>
      </p:sp>
      <p:sp>
        <p:nvSpPr>
          <p:cNvPr id="43" name="body-3-1-word-4">
            <a:extLst>
              <a:ext uri="{FF2B5EF4-FFF2-40B4-BE49-F238E27FC236}">
                <ns2:creationId id="{C9B635C9-E3ED-4BFF-A99D-85615EEFB174}"/>
              </a:ext>
            </a:extLst>
          </p:cNvPr>
          <p:cNvSpPr>
            <a:spLocks noGrp="1"/>
          </p:cNvSpPr>
          <p:nvPr/>
        </p:nvSpPr>
        <p:spPr>
          <a:xfrm>
            <a:off x="7890034" y="31975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4" name="body-3-1-word-5">
            <a:extLst>
              <a:ext uri="{FF2B5EF4-FFF2-40B4-BE49-F238E27FC236}">
                <ns2:creationId id="{517E55D2-0995-45D6-8ABE-41CB65B0648E}"/>
              </a:ext>
            </a:extLst>
          </p:cNvPr>
          <p:cNvSpPr>
            <a:spLocks noGrp="1"/>
          </p:cNvSpPr>
          <p:nvPr/>
        </p:nvSpPr>
        <p:spPr>
          <a:xfrm>
            <a:off x="7000589" y="3197543"/>
            <a:ext cx="8291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‏באישור</a:t>
            </a:r>
          </a:p>
        </p:txBody>
      </p:sp>
      <p:sp>
        <p:nvSpPr>
          <p:cNvPr id="45" name="body-3-1-word-6">
            <a:extLst>
              <a:ext uri="{FF2B5EF4-FFF2-40B4-BE49-F238E27FC236}">
                <ns2:creationId id="{0CCFD0A8-32C2-446C-9C3F-51A5A4DFF62F}"/>
              </a:ext>
            </a:extLst>
          </p:cNvPr>
          <p:cNvSpPr>
            <a:spLocks noGrp="1"/>
          </p:cNvSpPr>
          <p:nvPr/>
        </p:nvSpPr>
        <p:spPr>
          <a:xfrm>
            <a:off x="5991415" y="3197543"/>
            <a:ext cx="9488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‏מסומנים</a:t>
            </a:r>
          </a:p>
        </p:txBody>
      </p:sp>
      <p:sp>
        <p:nvSpPr>
          <p:cNvPr id="46" name="body-3-1-word-7">
            <a:extLst>
              <a:ext uri="{FF2B5EF4-FFF2-40B4-BE49-F238E27FC236}">
                <ns2:creationId id="{6EECF9D2-1EE0-4B33-91FD-AA8D6EDC8531}"/>
              </a:ext>
            </a:extLst>
          </p:cNvPr>
          <p:cNvSpPr>
            <a:spLocks noGrp="1"/>
          </p:cNvSpPr>
          <p:nvPr/>
        </p:nvSpPr>
        <p:spPr>
          <a:xfrm>
            <a:off x="4980527" y="3197543"/>
            <a:ext cx="9505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‏בהמשך.</a:t>
            </a:r>
          </a:p>
        </p:txBody>
      </p:sp>
      <p:sp>
        <p:nvSpPr>
          <p:cNvPr id="47" name="body-3-1-word-8">
            <a:extLst>
              <a:ext uri="{FF2B5EF4-FFF2-40B4-BE49-F238E27FC236}">
                <ns2:creationId id="{B592A75E-96E9-40E9-942D-6167E91425DC}"/>
              </a:ext>
            </a:extLst>
          </p:cNvPr>
          <p:cNvSpPr>
            <a:spLocks noGrp="1"/>
          </p:cNvSpPr>
          <p:nvPr/>
        </p:nvSpPr>
        <p:spPr>
          <a:xfrm>
            <a:off x="4432078" y="3197543"/>
            <a:ext cx="4881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‏לפני</a:t>
            </a:r>
          </a:p>
        </p:txBody>
      </p:sp>
      <p:sp>
        <p:nvSpPr>
          <p:cNvPr id="48" name="body-3-1-word-9">
            <a:extLst>
              <a:ext uri="{FF2B5EF4-FFF2-40B4-BE49-F238E27FC236}">
                <ns2:creationId id="{67E09A7E-6774-4AFF-A455-97E0217453B2}"/>
              </a:ext>
            </a:extLst>
          </p:cNvPr>
          <p:cNvSpPr>
            <a:spLocks noGrp="1"/>
          </p:cNvSpPr>
          <p:nvPr/>
        </p:nvSpPr>
        <p:spPr>
          <a:xfrm>
            <a:off x="3633692" y="3197543"/>
            <a:ext cx="7380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‏שימוש</a:t>
            </a:r>
          </a:p>
        </p:txBody>
      </p:sp>
      <p:sp>
        <p:nvSpPr>
          <p:cNvPr id="49" name="body-3-1-word-10">
            <a:extLst>
              <a:ext uri="{FF2B5EF4-FFF2-40B4-BE49-F238E27FC236}">
                <ns2:creationId id="{D5F5F842-9827-47CF-ABFE-9C74F9104A9B}"/>
              </a:ext>
            </a:extLst>
          </p:cNvPr>
          <p:cNvSpPr>
            <a:spLocks noGrp="1"/>
          </p:cNvSpPr>
          <p:nvPr/>
        </p:nvSpPr>
        <p:spPr>
          <a:xfrm>
            <a:off x="2623375" y="3197543"/>
            <a:ext cx="9500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‏בהדרכה</a:t>
            </a:r>
          </a:p>
        </p:txBody>
      </p:sp>
      <p:sp>
        <p:nvSpPr>
          <p:cNvPr id="50" name="body-3-1-word-11">
            <a:extLst>
              <a:ext uri="{FF2B5EF4-FFF2-40B4-BE49-F238E27FC236}">
                <ns2:creationId id="{EA965CF3-5688-4827-9FF7-8831E1A4EF8D}"/>
              </a:ext>
            </a:extLst>
          </p:cNvPr>
          <p:cNvSpPr>
            <a:spLocks noGrp="1"/>
          </p:cNvSpPr>
          <p:nvPr/>
        </p:nvSpPr>
        <p:spPr>
          <a:xfrm>
            <a:off x="1903952" y="3197543"/>
            <a:ext cx="6591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‏לצורך</a:t>
            </a:r>
          </a:p>
        </p:txBody>
      </p:sp>
      <p:sp>
        <p:nvSpPr>
          <p:cNvPr id="51" name="body-3-1-word-12">
            <a:extLst>
              <a:ext uri="{FF2B5EF4-FFF2-40B4-BE49-F238E27FC236}">
                <ns2:creationId id="{97F1D929-3E97-4210-A5CF-0235932DE926}"/>
              </a:ext>
            </a:extLst>
          </p:cNvPr>
          <p:cNvSpPr>
            <a:spLocks noGrp="1"/>
          </p:cNvSpPr>
          <p:nvPr/>
        </p:nvSpPr>
        <p:spPr>
          <a:xfrm>
            <a:off x="1044511" y="3197543"/>
            <a:ext cx="7991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‏אכיפה,</a:t>
            </a:r>
          </a:p>
        </p:txBody>
      </p:sp>
      <p:sp>
        <p:nvSpPr>
          <p:cNvPr id="52" name="body-3-2-word-0">
            <a:extLst>
              <a:ext uri="{FF2B5EF4-FFF2-40B4-BE49-F238E27FC236}">
                <ns2:creationId id="{401E50C6-9CBE-4EC2-BE3D-3B2236933F6F}"/>
              </a:ext>
            </a:extLst>
          </p:cNvPr>
          <p:cNvSpPr>
            <a:spLocks noGrp="1"/>
          </p:cNvSpPr>
          <p:nvPr/>
        </p:nvSpPr>
        <p:spPr>
          <a:xfrm>
            <a:off x="10846213" y="3549015"/>
            <a:ext cx="6028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‏רס״ר</a:t>
            </a:r>
          </a:p>
        </p:txBody>
      </p:sp>
      <p:sp>
        <p:nvSpPr>
          <p:cNvPr id="53" name="body-3-2-word-1">
            <a:extLst>
              <a:ext uri="{FF2B5EF4-FFF2-40B4-BE49-F238E27FC236}">
                <ns2:creationId id="{9ED8CC94-6E06-4F4B-9C3A-022247468347}"/>
              </a:ext>
            </a:extLst>
          </p:cNvPr>
          <p:cNvSpPr>
            <a:spLocks noGrp="1"/>
          </p:cNvSpPr>
          <p:nvPr/>
        </p:nvSpPr>
        <p:spPr>
          <a:xfrm>
            <a:off x="9956006" y="3549015"/>
            <a:ext cx="8299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54" name="body-3-2-word-2">
            <a:extLst>
              <a:ext uri="{FF2B5EF4-FFF2-40B4-BE49-F238E27FC236}">
                <ns2:creationId id="{645A5BEB-8DA7-4868-AEE4-B848C88EFB5C}"/>
              </a:ext>
            </a:extLst>
          </p:cNvPr>
          <p:cNvSpPr>
            <a:spLocks noGrp="1"/>
          </p:cNvSpPr>
          <p:nvPr/>
        </p:nvSpPr>
        <p:spPr>
          <a:xfrm>
            <a:off x="9368885" y="3549015"/>
            <a:ext cx="5268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‏צריך</a:t>
            </a:r>
          </a:p>
        </p:txBody>
      </p:sp>
      <p:sp>
        <p:nvSpPr>
          <p:cNvPr id="55" name="body-3-2-word-3">
            <a:extLst>
              <a:ext uri="{FF2B5EF4-FFF2-40B4-BE49-F238E27FC236}">
                <ns2:creationId id="{DBB5AFAF-B493-4C87-80E4-2B230FB72B06}"/>
              </a:ext>
            </a:extLst>
          </p:cNvPr>
          <p:cNvSpPr>
            <a:spLocks noGrp="1"/>
          </p:cNvSpPr>
          <p:nvPr/>
        </p:nvSpPr>
        <p:spPr>
          <a:xfrm>
            <a:off x="8631460" y="3549015"/>
            <a:ext cx="6771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‏לאמת</a:t>
            </a:r>
          </a:p>
        </p:txBody>
      </p:sp>
      <p:sp>
        <p:nvSpPr>
          <p:cNvPr id="56" name="body-3-2-word-4">
            <a:extLst>
              <a:ext uri="{FF2B5EF4-FFF2-40B4-BE49-F238E27FC236}">
                <ns2:creationId id="{6141B3CE-2D45-4887-80DA-242468271B94}"/>
              </a:ext>
            </a:extLst>
          </p:cNvPr>
          <p:cNvSpPr>
            <a:spLocks noGrp="1"/>
          </p:cNvSpPr>
          <p:nvPr/>
        </p:nvSpPr>
        <p:spPr>
          <a:xfrm>
            <a:off x="8198072"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7" name="body-3-2-word-5">
            <a:extLst>
              <a:ext uri="{FF2B5EF4-FFF2-40B4-BE49-F238E27FC236}">
                <ns2:creationId id="{B7DCFA15-8C13-4907-917E-51327553FE3D}"/>
              </a:ext>
            </a:extLst>
          </p:cNvPr>
          <p:cNvSpPr>
            <a:spLocks noGrp="1"/>
          </p:cNvSpPr>
          <p:nvPr/>
        </p:nvSpPr>
        <p:spPr>
          <a:xfrm>
            <a:off x="7602855" y="3549015"/>
            <a:ext cx="5349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‏נוסח</a:t>
            </a:r>
          </a:p>
        </p:txBody>
      </p:sp>
      <p:sp>
        <p:nvSpPr>
          <p:cNvPr id="58" name="body-3-2-word-6">
            <a:extLst>
              <a:ext uri="{FF2B5EF4-FFF2-40B4-BE49-F238E27FC236}">
                <ns2:creationId id="{E9CB5D4B-B761-4B1A-995E-7CA56619C136}"/>
              </a:ext>
            </a:extLst>
          </p:cNvPr>
          <p:cNvSpPr>
            <a:spLocks noGrp="1"/>
          </p:cNvSpPr>
          <p:nvPr/>
        </p:nvSpPr>
        <p:spPr>
          <a:xfrm>
            <a:off x="6732746" y="3549015"/>
            <a:ext cx="8098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‏ההק״א</a:t>
            </a:r>
          </a:p>
        </p:txBody>
      </p:sp>
      <p:sp>
        <p:nvSpPr>
          <p:cNvPr id="59" name="body-3-2-word-7">
            <a:extLst>
              <a:ext uri="{FF2B5EF4-FFF2-40B4-BE49-F238E27FC236}">
                <ns2:creationId id="{E0EFC29A-194A-4EED-AF04-09B97187A559}"/>
              </a:ext>
            </a:extLst>
          </p:cNvPr>
          <p:cNvSpPr>
            <a:spLocks noGrp="1"/>
          </p:cNvSpPr>
          <p:nvPr/>
        </p:nvSpPr>
        <p:spPr>
          <a:xfrm>
            <a:off x="5560409" y="3549015"/>
            <a:ext cx="11120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‏והעדכונים</a:t>
            </a:r>
          </a:p>
        </p:txBody>
      </p:sp>
      <p:sp>
        <p:nvSpPr>
          <p:cNvPr id="60" name="body-3-2-word-8">
            <a:extLst>
              <a:ext uri="{FF2B5EF4-FFF2-40B4-BE49-F238E27FC236}">
                <ns2:creationId id="{FC7D8D82-4525-4EB4-9231-07DF5D755782}"/>
              </a:ext>
            </a:extLst>
          </p:cNvPr>
          <p:cNvSpPr>
            <a:spLocks noGrp="1"/>
          </p:cNvSpPr>
          <p:nvPr/>
        </p:nvSpPr>
        <p:spPr>
          <a:xfrm>
            <a:off x="4465796" y="3549015"/>
            <a:ext cx="10343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‏שבתוקף.</a:t>
            </a:r>
          </a:p>
        </p:txBody>
      </p:sp>
      <p:sp>
        <p:nvSpPr>
          <p:cNvPr id="61" name="sources-word-0">
            <a:extLst>
              <a:ext uri="{FF2B5EF4-FFF2-40B4-BE49-F238E27FC236}">
                <ns2:creationId id="{87A397C2-9C67-4506-A673-722AE463BDAA}"/>
              </a:ext>
            </a:extLst>
          </p:cNvPr>
          <p:cNvSpPr>
            <a:spLocks noGrp="1"/>
          </p:cNvSpPr>
          <p:nvPr/>
        </p:nvSpPr>
        <p:spPr>
          <a:xfrm>
            <a:off x="11064240"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62" name="sources-word-1">
            <a:extLst>
              <a:ext uri="{FF2B5EF4-FFF2-40B4-BE49-F238E27FC236}">
                <ns2:creationId id="{64408D02-54F0-4F9A-8AAC-7CA97475F59D}"/>
              </a:ext>
            </a:extLst>
          </p:cNvPr>
          <p:cNvSpPr>
            <a:spLocks noGrp="1"/>
          </p:cNvSpPr>
          <p:nvPr/>
        </p:nvSpPr>
        <p:spPr>
          <a:xfrm>
            <a:off x="10653236"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63" name="sources-word-2">
            <a:extLst>
              <a:ext uri="{FF2B5EF4-FFF2-40B4-BE49-F238E27FC236}">
                <ns2:creationId id="{7D5781AF-5277-4FF1-A897-4E345742210D}"/>
              </a:ext>
            </a:extLst>
          </p:cNvPr>
          <p:cNvSpPr>
            <a:spLocks noGrp="1"/>
          </p:cNvSpPr>
          <p:nvPr/>
        </p:nvSpPr>
        <p:spPr>
          <a:xfrm>
            <a:off x="10047827"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64" name="sources-word-3">
            <a:extLst>
              <a:ext uri="{FF2B5EF4-FFF2-40B4-BE49-F238E27FC236}">
                <ns2:creationId id="{9190ED95-F25B-4C86-AC36-D4B29F5E6411}"/>
              </a:ext>
            </a:extLst>
          </p:cNvPr>
          <p:cNvSpPr>
            <a:spLocks noGrp="1"/>
          </p:cNvSpPr>
          <p:nvPr/>
        </p:nvSpPr>
        <p:spPr>
          <a:xfrm>
            <a:off x="9719310"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65" name="sources-word-4">
            <a:extLst>
              <a:ext uri="{FF2B5EF4-FFF2-40B4-BE49-F238E27FC236}">
                <ns2:creationId id="{BD3D9E19-5839-4FDB-84C0-2FC2F90CA801}"/>
              </a:ext>
            </a:extLst>
          </p:cNvPr>
          <p:cNvSpPr>
            <a:spLocks noGrp="1"/>
          </p:cNvSpPr>
          <p:nvPr/>
        </p:nvSpPr>
        <p:spPr>
          <a:xfrm>
            <a:off x="962244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6" name="sources-word-5">
            <a:extLst>
              <a:ext uri="{FF2B5EF4-FFF2-40B4-BE49-F238E27FC236}">
                <ns2:creationId id="{A350EDC2-0F12-48D8-8864-D10679CF86FB}"/>
              </a:ext>
            </a:extLst>
          </p:cNvPr>
          <p:cNvSpPr>
            <a:spLocks noGrp="1"/>
          </p:cNvSpPr>
          <p:nvPr/>
        </p:nvSpPr>
        <p:spPr>
          <a:xfrm>
            <a:off x="9235916"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67" name="sources-word-6">
            <a:extLst>
              <a:ext uri="{FF2B5EF4-FFF2-40B4-BE49-F238E27FC236}">
                <ns2:creationId id="{E3BA096B-2853-4385-B574-DE55092C6819}"/>
              </a:ext>
            </a:extLst>
          </p:cNvPr>
          <p:cNvSpPr>
            <a:spLocks noGrp="1"/>
          </p:cNvSpPr>
          <p:nvPr/>
        </p:nvSpPr>
        <p:spPr>
          <a:xfrm>
            <a:off x="8967311"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68" name="sources-word-7">
            <a:extLst>
              <a:ext uri="{FF2B5EF4-FFF2-40B4-BE49-F238E27FC236}">
                <ns2:creationId id="{EECBA487-1A7D-46B4-8250-365952BDD109}"/>
              </a:ext>
            </a:extLst>
          </p:cNvPr>
          <p:cNvSpPr>
            <a:spLocks noGrp="1"/>
          </p:cNvSpPr>
          <p:nvPr/>
        </p:nvSpPr>
        <p:spPr>
          <a:xfrm>
            <a:off x="820302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69" name="sources-word-8">
            <a:extLst>
              <a:ext uri="{FF2B5EF4-FFF2-40B4-BE49-F238E27FC236}">
                <ns2:creationId id="{C04C4AE7-5891-4922-9EB3-700FDAEBB33F}"/>
              </a:ext>
            </a:extLst>
          </p:cNvPr>
          <p:cNvSpPr>
            <a:spLocks noGrp="1"/>
          </p:cNvSpPr>
          <p:nvPr/>
        </p:nvSpPr>
        <p:spPr>
          <a:xfrm>
            <a:off x="8106156"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0" name="sources-word-9">
            <a:extLst>
              <a:ext uri="{FF2B5EF4-FFF2-40B4-BE49-F238E27FC236}">
                <ns2:creationId id="{7ECB0B74-4736-41E5-BBCD-8D6A7D27415F}"/>
              </a:ext>
            </a:extLst>
          </p:cNvPr>
          <p:cNvSpPr>
            <a:spLocks noGrp="1"/>
          </p:cNvSpPr>
          <p:nvPr/>
        </p:nvSpPr>
        <p:spPr>
          <a:xfrm>
            <a:off x="7719631"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1" name="sources-word-10">
            <a:extLst>
              <a:ext uri="{FF2B5EF4-FFF2-40B4-BE49-F238E27FC236}">
                <ns2:creationId id="{FDFB7D44-E08C-4D28-A4F9-68F7C5ABCF27}"/>
              </a:ext>
            </a:extLst>
          </p:cNvPr>
          <p:cNvSpPr>
            <a:spLocks noGrp="1"/>
          </p:cNvSpPr>
          <p:nvPr/>
        </p:nvSpPr>
        <p:spPr>
          <a:xfrm>
            <a:off x="7356253"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72" name="sources-word-11">
            <a:extLst>
              <a:ext uri="{FF2B5EF4-FFF2-40B4-BE49-F238E27FC236}">
                <ns2:creationId id="{694182FF-69F3-418F-A158-3FA5AA7E7617}"/>
              </a:ext>
            </a:extLst>
          </p:cNvPr>
          <p:cNvSpPr>
            <a:spLocks noGrp="1"/>
          </p:cNvSpPr>
          <p:nvPr/>
        </p:nvSpPr>
        <p:spPr>
          <a:xfrm>
            <a:off x="6591967"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73" name="sources-word-12">
            <a:extLst>
              <a:ext uri="{FF2B5EF4-FFF2-40B4-BE49-F238E27FC236}">
                <ns2:creationId id="{ED30BB81-0DE8-4F88-A22B-BBEC78D0EB1B}"/>
              </a:ext>
            </a:extLst>
          </p:cNvPr>
          <p:cNvSpPr>
            <a:spLocks noGrp="1"/>
          </p:cNvSpPr>
          <p:nvPr/>
        </p:nvSpPr>
        <p:spPr>
          <a:xfrm>
            <a:off x="6495097"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4" name="sources-word-13">
            <a:extLst>
              <a:ext uri="{FF2B5EF4-FFF2-40B4-BE49-F238E27FC236}">
                <ns2:creationId id="{AED46C0E-DE3E-42F6-A331-A8439C68E640}"/>
              </a:ext>
            </a:extLst>
          </p:cNvPr>
          <p:cNvSpPr>
            <a:spLocks noGrp="1"/>
          </p:cNvSpPr>
          <p:nvPr/>
        </p:nvSpPr>
        <p:spPr>
          <a:xfrm>
            <a:off x="6161246"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75" name="sources-word-14">
            <a:extLst>
              <a:ext uri="{FF2B5EF4-FFF2-40B4-BE49-F238E27FC236}">
                <ns2:creationId id="{8D8AC4AD-74A1-43EF-A5AE-11311F11B972}"/>
              </a:ext>
            </a:extLst>
          </p:cNvPr>
          <p:cNvSpPr>
            <a:spLocks noGrp="1"/>
          </p:cNvSpPr>
          <p:nvPr/>
        </p:nvSpPr>
        <p:spPr>
          <a:xfrm>
            <a:off x="5786723"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76" name="sources-word-15">
            <a:extLst>
              <a:ext uri="{FF2B5EF4-FFF2-40B4-BE49-F238E27FC236}">
                <ns2:creationId id="{E4A05B83-6669-407C-97EE-30F769890C32}"/>
              </a:ext>
            </a:extLst>
          </p:cNvPr>
          <p:cNvSpPr>
            <a:spLocks noGrp="1"/>
          </p:cNvSpPr>
          <p:nvPr/>
        </p:nvSpPr>
        <p:spPr>
          <a:xfrm>
            <a:off x="5022437"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77" name="page">
            <a:extLst>
              <a:ext uri="{FF2B5EF4-FFF2-40B4-BE49-F238E27FC236}">
                <ns2:creationId id="{1520D2C5-715A-447C-B9AE-AF14F864541F}"/>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03 / 35</a:t>
            </a:r>
          </a:p>
        </p:txBody>
      </p:sp>
      <p:sp>
        <p:nvSpPr>
          <p:cNvPr id="78" name="timing-word-0">
            <a:extLst>
              <a:ext uri="{FF2B5EF4-FFF2-40B4-BE49-F238E27FC236}">
                <ns2:creationId id="{8997B170-9AB7-43BC-9504-9D938D7CA622}"/>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‏01:15</a:t>
            </a:r>
          </a:p>
        </p:txBody>
      </p:sp>
      <p:sp>
        <p:nvSpPr>
          <p:cNvPr id="79" name="timing-word-1">
            <a:extLst>
              <a:ext uri="{FF2B5EF4-FFF2-40B4-BE49-F238E27FC236}">
                <ns2:creationId id="{1D279965-8EF2-4669-9C68-FE70949B8F77}"/>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0" name="timing-word-2">
            <a:extLst>
              <a:ext uri="{FF2B5EF4-FFF2-40B4-BE49-F238E27FC236}">
                <ns2:creationId id="{9C11741B-744E-4706-B74E-59EC9271DF4D}"/>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‏02:00</a:t>
            </a:r>
          </a:p>
        </p:txBody>
      </p:sp>
      <p:sp>
        <p:nvSpPr>
          <p:cNvPr id="81" name="timing-word-3">
            <a:extLst>
              <a:ext uri="{FF2B5EF4-FFF2-40B4-BE49-F238E27FC236}">
                <ns2:creationId id="{051A2920-D172-4EF9-8B52-FE588DC4B21E}"/>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82" name="timing-word-4">
            <a:extLst>
              <a:ext uri="{FF2B5EF4-FFF2-40B4-BE49-F238E27FC236}">
                <ns2:creationId id="{BC0A82A9-1B42-42C9-B9D2-5BAB2C2AE1E8}"/>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925639274"/>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4" name="title-word-0">
            <a:extLst>
              <a:ext uri="{FF2B5EF4-FFF2-40B4-BE49-F238E27FC236}">
                <ns2:creationId id="{6C22C8CE-02AA-40B8-AB70-EC82E0E5D4EB}"/>
              </a:ext>
            </a:extLst>
          </p:cNvPr>
          <p:cNvSpPr>
            <a:spLocks noGrp="1"/>
          </p:cNvSpPr>
          <p:nvPr/>
        </p:nvSpPr>
        <p:spPr>
          <a:xfrm>
            <a:off x="10555700" y="571500"/>
            <a:ext cx="89335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‏מדים</a:t>
            </a:r>
          </a:p>
        </p:txBody>
      </p:sp>
      <p:sp>
        <p:nvSpPr>
          <p:cNvPr id="2" name="title-word-1">
            <a:extLst>
              <a:ext uri="{FF2B5EF4-FFF2-40B4-BE49-F238E27FC236}">
                <ns2:creationId id="{20DD5FDC-0518-4CA6-8DB0-5A17A164486A}"/>
              </a:ext>
            </a:extLst>
          </p:cNvPr>
          <p:cNvSpPr>
            <a:spLocks noGrp="1"/>
          </p:cNvSpPr>
          <p:nvPr/>
        </p:nvSpPr>
        <p:spPr>
          <a:xfrm>
            <a:off x="9426892" y="571500"/>
            <a:ext cx="1031462"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‏נקיים,</a:t>
            </a:r>
          </a:p>
        </p:txBody>
      </p:sp>
      <p:sp>
        <p:nvSpPr>
          <p:cNvPr id="3" name="title-word-2">
            <a:extLst>
              <a:ext uri="{FF2B5EF4-FFF2-40B4-BE49-F238E27FC236}">
                <ns2:creationId id="{DB4806FD-3CC5-496E-B7C5-1149DE5912A6}"/>
              </a:ext>
            </a:extLst>
          </p:cNvPr>
          <p:cNvSpPr>
            <a:spLocks noGrp="1"/>
          </p:cNvSpPr>
          <p:nvPr/>
        </p:nvSpPr>
        <p:spPr>
          <a:xfrm>
            <a:off x="8159115" y="571500"/>
            <a:ext cx="1170432"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‏שלמים</a:t>
            </a:r>
          </a:p>
        </p:txBody>
      </p:sp>
      <p:sp>
        <p:nvSpPr>
          <p:cNvPr id="4" name="title-word-3">
            <a:extLst>
              <a:ext uri="{FF2B5EF4-FFF2-40B4-BE49-F238E27FC236}">
                <ns2:creationId id="{7F0C8DAB-B26A-4C2E-B8B9-3AC8AA087D7C}"/>
              </a:ext>
            </a:extLst>
          </p:cNvPr>
          <p:cNvSpPr>
            <a:spLocks noGrp="1"/>
          </p:cNvSpPr>
          <p:nvPr/>
        </p:nvSpPr>
        <p:spPr>
          <a:xfrm>
            <a:off x="6379750" y="571500"/>
            <a:ext cx="168202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‏ומתאימים</a:t>
            </a:r>
          </a:p>
        </p:txBody>
      </p:sp>
      <p:sp>
        <p:nvSpPr>
          <p:cNvPr id="5" name="body-1-1-word-0">
            <a:extLst>
              <a:ext uri="{FF2B5EF4-FFF2-40B4-BE49-F238E27FC236}">
                <ns2:creationId id="{0B7E97C5-4B3C-4DE6-9BB9-81E8536E5FBF}"/>
              </a:ext>
            </a:extLst>
          </p:cNvPr>
          <p:cNvSpPr>
            <a:spLocks noGrp="1"/>
          </p:cNvSpPr>
          <p:nvPr/>
        </p:nvSpPr>
        <p:spPr>
          <a:xfrm>
            <a:off x="10486644" y="1762125"/>
            <a:ext cx="9624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‏במסגרת</a:t>
            </a:r>
          </a:p>
        </p:txBody>
      </p:sp>
      <p:sp>
        <p:nvSpPr>
          <p:cNvPr id="6" name="body-1-1-word-1">
            <a:extLst>
              <a:ext uri="{FF2B5EF4-FFF2-40B4-BE49-F238E27FC236}">
                <ns2:creationId id="{F0B830F6-7457-47BB-94A4-49CCB464C972}"/>
              </a:ext>
            </a:extLst>
          </p:cNvPr>
          <p:cNvSpPr>
            <a:spLocks noGrp="1"/>
          </p:cNvSpPr>
          <p:nvPr/>
        </p:nvSpPr>
        <p:spPr>
          <a:xfrm>
            <a:off x="9519190" y="1762125"/>
            <a:ext cx="9071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‏הצבאית</a:t>
            </a:r>
          </a:p>
        </p:txBody>
      </p:sp>
      <p:sp>
        <p:nvSpPr>
          <p:cNvPr id="7" name="body-1-1-word-2">
            <a:extLst>
              <a:ext uri="{FF2B5EF4-FFF2-40B4-BE49-F238E27FC236}">
                <ns2:creationId id="{73E965EA-1E5F-47DD-BB27-851632C9C841}"/>
              </a:ext>
            </a:extLst>
          </p:cNvPr>
          <p:cNvSpPr>
            <a:spLocks noGrp="1"/>
          </p:cNvSpPr>
          <p:nvPr/>
        </p:nvSpPr>
        <p:spPr>
          <a:xfrm>
            <a:off x="8689562" y="1762125"/>
            <a:ext cx="7693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‏ובמילוי</a:t>
            </a:r>
          </a:p>
        </p:txBody>
      </p:sp>
      <p:sp>
        <p:nvSpPr>
          <p:cNvPr id="8" name="body-1-1-word-3">
            <a:extLst>
              <a:ext uri="{FF2B5EF4-FFF2-40B4-BE49-F238E27FC236}">
                <ns2:creationId id="{3E7839E1-5BED-4F74-8F0B-C7D488A2FCDB}"/>
              </a:ext>
            </a:extLst>
          </p:cNvPr>
          <p:cNvSpPr>
            <a:spLocks noGrp="1"/>
          </p:cNvSpPr>
          <p:nvPr/>
        </p:nvSpPr>
        <p:spPr>
          <a:xfrm>
            <a:off x="7888129" y="1762125"/>
            <a:ext cx="7411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‏תפקיד</a:t>
            </a:r>
          </a:p>
        </p:txBody>
      </p:sp>
      <p:sp>
        <p:nvSpPr>
          <p:cNvPr id="9" name="body-1-1-word-4">
            <a:extLst>
              <a:ext uri="{FF2B5EF4-FFF2-40B4-BE49-F238E27FC236}">
                <ns2:creationId id="{DC8FDAFF-F62F-496E-A5FA-E2C764AAA86F}"/>
              </a:ext>
            </a:extLst>
          </p:cNvPr>
          <p:cNvSpPr>
            <a:spLocks noGrp="1"/>
          </p:cNvSpPr>
          <p:nvPr/>
        </p:nvSpPr>
        <p:spPr>
          <a:xfrm>
            <a:off x="7001732" y="1762125"/>
            <a:ext cx="82610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‏לובשים</a:t>
            </a:r>
          </a:p>
        </p:txBody>
      </p:sp>
      <p:sp>
        <p:nvSpPr>
          <p:cNvPr id="10" name="body-1-1-word-5">
            <a:extLst>
              <a:ext uri="{FF2B5EF4-FFF2-40B4-BE49-F238E27FC236}">
                <ns2:creationId id="{4ACE9B5F-A773-4265-96B9-170B2F055232}"/>
              </a:ext>
            </a:extLst>
          </p:cNvPr>
          <p:cNvSpPr>
            <a:spLocks noGrp="1"/>
          </p:cNvSpPr>
          <p:nvPr/>
        </p:nvSpPr>
        <p:spPr>
          <a:xfrm>
            <a:off x="6568345"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11" name="body-1-1-word-6">
            <a:extLst>
              <a:ext uri="{FF2B5EF4-FFF2-40B4-BE49-F238E27FC236}">
                <ns2:creationId id="{B36E8444-726C-42C8-B600-F189882ED454}"/>
              </a:ext>
            </a:extLst>
          </p:cNvPr>
          <p:cNvSpPr>
            <a:spLocks noGrp="1"/>
          </p:cNvSpPr>
          <p:nvPr/>
        </p:nvSpPr>
        <p:spPr>
          <a:xfrm>
            <a:off x="5748909" y="1762125"/>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12" name="body-1-1-word-7">
            <a:extLst>
              <a:ext uri="{FF2B5EF4-FFF2-40B4-BE49-F238E27FC236}">
                <ns2:creationId id="{B08ED29B-7DE5-4A24-B077-70F56EA9F49B}"/>
              </a:ext>
            </a:extLst>
          </p:cNvPr>
          <p:cNvSpPr>
            <a:spLocks noGrp="1"/>
          </p:cNvSpPr>
          <p:nvPr/>
        </p:nvSpPr>
        <p:spPr>
          <a:xfrm>
            <a:off x="4675156" y="1762125"/>
            <a:ext cx="10134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‏המותרים</a:t>
            </a:r>
          </a:p>
        </p:txBody>
      </p:sp>
      <p:sp>
        <p:nvSpPr>
          <p:cNvPr id="13" name="body-1-1-word-8">
            <a:extLst>
              <a:ext uri="{FF2B5EF4-FFF2-40B4-BE49-F238E27FC236}">
                <ns2:creationId id="{4D55FC83-3E16-4A2C-8A8A-A93BABC0E3FE}"/>
              </a:ext>
            </a:extLst>
          </p:cNvPr>
          <p:cNvSpPr>
            <a:spLocks noGrp="1"/>
          </p:cNvSpPr>
          <p:nvPr/>
        </p:nvSpPr>
        <p:spPr>
          <a:xfrm>
            <a:off x="3867055" y="1762125"/>
            <a:ext cx="7478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‏לאותה</a:t>
            </a:r>
          </a:p>
        </p:txBody>
      </p:sp>
      <p:sp>
        <p:nvSpPr>
          <p:cNvPr id="14" name="body-1-1-word-9">
            <a:extLst>
              <a:ext uri="{FF2B5EF4-FFF2-40B4-BE49-F238E27FC236}">
                <ns2:creationId id="{9C8AA5F3-76AB-4C3B-B988-29436C395D88}"/>
              </a:ext>
            </a:extLst>
          </p:cNvPr>
          <p:cNvSpPr>
            <a:spLocks noGrp="1"/>
          </p:cNvSpPr>
          <p:nvPr/>
        </p:nvSpPr>
        <p:spPr>
          <a:xfrm>
            <a:off x="2919794" y="1762125"/>
            <a:ext cx="8869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‏מסגרת,</a:t>
            </a:r>
          </a:p>
        </p:txBody>
      </p:sp>
      <p:sp>
        <p:nvSpPr>
          <p:cNvPr id="15" name="body-1-1-word-10">
            <a:extLst>
              <a:ext uri="{FF2B5EF4-FFF2-40B4-BE49-F238E27FC236}">
                <ns2:creationId id="{CB8A8B85-D1C5-4DB6-A197-2D5954000E0E}"/>
              </a:ext>
            </a:extLst>
          </p:cNvPr>
          <p:cNvSpPr>
            <a:spLocks noGrp="1"/>
          </p:cNvSpPr>
          <p:nvPr/>
        </p:nvSpPr>
        <p:spPr>
          <a:xfrm>
            <a:off x="2376869" y="1762125"/>
            <a:ext cx="4826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‏אלא</a:t>
            </a:r>
          </a:p>
        </p:txBody>
      </p:sp>
      <p:sp>
        <p:nvSpPr>
          <p:cNvPr id="16" name="body-1-1-word-11">
            <a:extLst>
              <a:ext uri="{FF2B5EF4-FFF2-40B4-BE49-F238E27FC236}">
                <ns2:creationId id="{B338916B-AC77-45EA-A5B4-E88118D58AE0}"/>
              </a:ext>
            </a:extLst>
          </p:cNvPr>
          <p:cNvSpPr>
            <a:spLocks noGrp="1"/>
          </p:cNvSpPr>
          <p:nvPr/>
        </p:nvSpPr>
        <p:spPr>
          <a:xfrm>
            <a:off x="1956054" y="1762125"/>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17" name="body-1-1-word-12">
            <a:extLst>
              <a:ext uri="{FF2B5EF4-FFF2-40B4-BE49-F238E27FC236}">
                <ns2:creationId id="{CFF1DCAA-A71A-4CF1-B9B5-81BCF68B6A37}"/>
              </a:ext>
            </a:extLst>
          </p:cNvPr>
          <p:cNvSpPr>
            <a:spLocks noGrp="1"/>
          </p:cNvSpPr>
          <p:nvPr/>
        </p:nvSpPr>
        <p:spPr>
          <a:xfrm>
            <a:off x="1398080" y="1762125"/>
            <a:ext cx="4976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‏קיים</a:t>
            </a:r>
          </a:p>
        </p:txBody>
      </p:sp>
      <p:sp>
        <p:nvSpPr>
          <p:cNvPr id="18" name="body-1-1-word-13">
            <a:extLst>
              <a:ext uri="{FF2B5EF4-FFF2-40B4-BE49-F238E27FC236}">
                <ns2:creationId id="{0BF13F0B-4625-4102-873E-39A3214B99FA}"/>
              </a:ext>
            </a:extLst>
          </p:cNvPr>
          <p:cNvSpPr>
            <a:spLocks noGrp="1"/>
          </p:cNvSpPr>
          <p:nvPr/>
        </p:nvSpPr>
        <p:spPr>
          <a:xfrm>
            <a:off x="737616" y="1762125"/>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‏היתר</a:t>
            </a:r>
          </a:p>
        </p:txBody>
      </p:sp>
      <p:sp>
        <p:nvSpPr>
          <p:cNvPr id="19" name="body-1-2-word-0">
            <a:extLst>
              <a:ext uri="{FF2B5EF4-FFF2-40B4-BE49-F238E27FC236}">
                <ns2:creationId id="{B5D4DA0D-FFE8-4D5A-A216-2BA6C266FE62}"/>
              </a:ext>
            </a:extLst>
          </p:cNvPr>
          <p:cNvSpPr>
            <a:spLocks noGrp="1"/>
          </p:cNvSpPr>
          <p:nvPr/>
        </p:nvSpPr>
        <p:spPr>
          <a:xfrm>
            <a:off x="10662666" y="2113598"/>
            <a:ext cx="7863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20" name="body-1-2-word-1">
            <a:extLst>
              <a:ext uri="{FF2B5EF4-FFF2-40B4-BE49-F238E27FC236}">
                <ns2:creationId id="{666B1C5E-A31F-4725-93B7-7F5DAA5C6D43}"/>
              </a:ext>
            </a:extLst>
          </p:cNvPr>
          <p:cNvSpPr>
            <a:spLocks noGrp="1"/>
          </p:cNvSpPr>
          <p:nvPr/>
        </p:nvSpPr>
        <p:spPr>
          <a:xfrm>
            <a:off x="9885521" y="2113598"/>
            <a:ext cx="716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‏ללבוש</a:t>
            </a:r>
          </a:p>
        </p:txBody>
      </p:sp>
      <p:sp>
        <p:nvSpPr>
          <p:cNvPr id="21" name="body-1-2-word-2">
            <a:extLst>
              <a:ext uri="{FF2B5EF4-FFF2-40B4-BE49-F238E27FC236}">
                <ns2:creationId id="{20DCAE9D-84B9-40D5-B868-AB33A3396B26}"/>
              </a:ext>
            </a:extLst>
          </p:cNvPr>
          <p:cNvSpPr>
            <a:spLocks noGrp="1"/>
          </p:cNvSpPr>
          <p:nvPr/>
        </p:nvSpPr>
        <p:spPr>
          <a:xfrm>
            <a:off x="9239822" y="2113598"/>
            <a:ext cx="5854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‏אחר.</a:t>
            </a:r>
          </a:p>
        </p:txBody>
      </p:sp>
      <p:sp>
        <p:nvSpPr>
          <p:cNvPr id="22" name="body-2-1-word-0">
            <a:extLst>
              <a:ext uri="{FF2B5EF4-FFF2-40B4-BE49-F238E27FC236}">
                <ns2:creationId id="{37AAB508-FB01-46F1-9B5D-58F30237FA3E}"/>
              </a:ext>
            </a:extLst>
          </p:cNvPr>
          <p:cNvSpPr>
            <a:spLocks noGrp="1"/>
          </p:cNvSpPr>
          <p:nvPr/>
        </p:nvSpPr>
        <p:spPr>
          <a:xfrm>
            <a:off x="10689908" y="2655570"/>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23" name="body-2-1-word-1">
            <a:extLst>
              <a:ext uri="{FF2B5EF4-FFF2-40B4-BE49-F238E27FC236}">
                <ns2:creationId id="{B2300A2C-735A-4058-9D11-E5A6948E95EF}"/>
              </a:ext>
            </a:extLst>
          </p:cNvPr>
          <p:cNvSpPr>
            <a:spLocks noGrp="1"/>
          </p:cNvSpPr>
          <p:nvPr/>
        </p:nvSpPr>
        <p:spPr>
          <a:xfrm>
            <a:off x="9875044" y="2655570"/>
            <a:ext cx="7545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‏צריכים</a:t>
            </a:r>
          </a:p>
        </p:txBody>
      </p:sp>
      <p:sp>
        <p:nvSpPr>
          <p:cNvPr id="24" name="body-2-1-word-2">
            <a:extLst>
              <a:ext uri="{FF2B5EF4-FFF2-40B4-BE49-F238E27FC236}">
                <ns2:creationId id="{ABED21A9-D99A-4258-B1B1-997C9A4FC36D}"/>
              </a:ext>
            </a:extLst>
          </p:cNvPr>
          <p:cNvSpPr>
            <a:spLocks noGrp="1"/>
          </p:cNvSpPr>
          <p:nvPr/>
        </p:nvSpPr>
        <p:spPr>
          <a:xfrm>
            <a:off x="9157335" y="2655570"/>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25" name="body-2-1-word-3">
            <a:extLst>
              <a:ext uri="{FF2B5EF4-FFF2-40B4-BE49-F238E27FC236}">
                <ns2:creationId id="{14F2231D-C75D-4675-BA74-25F2B60D64CB}"/>
              </a:ext>
            </a:extLst>
          </p:cNvPr>
          <p:cNvSpPr>
            <a:spLocks noGrp="1"/>
          </p:cNvSpPr>
          <p:nvPr/>
        </p:nvSpPr>
        <p:spPr>
          <a:xfrm>
            <a:off x="8498681" y="2655570"/>
            <a:ext cx="5983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‏נקיים</a:t>
            </a:r>
          </a:p>
        </p:txBody>
      </p:sp>
      <p:sp>
        <p:nvSpPr>
          <p:cNvPr id="26" name="body-2-1-word-4">
            <a:extLst>
              <a:ext uri="{FF2B5EF4-FFF2-40B4-BE49-F238E27FC236}">
                <ns2:creationId id="{4A30C122-35E5-4AA5-8EC9-DF4F7F7957D9}"/>
              </a:ext>
            </a:extLst>
          </p:cNvPr>
          <p:cNvSpPr>
            <a:spLocks noGrp="1"/>
          </p:cNvSpPr>
          <p:nvPr/>
        </p:nvSpPr>
        <p:spPr>
          <a:xfrm>
            <a:off x="7321391" y="2655570"/>
            <a:ext cx="11169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‏ומסודרים,</a:t>
            </a:r>
          </a:p>
        </p:txBody>
      </p:sp>
      <p:sp>
        <p:nvSpPr>
          <p:cNvPr id="27" name="body-2-1-word-5">
            <a:extLst>
              <a:ext uri="{FF2B5EF4-FFF2-40B4-BE49-F238E27FC236}">
                <ns2:creationId id="{79F78E25-308B-4811-B846-F3D54062BED5}"/>
              </a:ext>
            </a:extLst>
          </p:cNvPr>
          <p:cNvSpPr>
            <a:spLocks noGrp="1"/>
          </p:cNvSpPr>
          <p:nvPr/>
        </p:nvSpPr>
        <p:spPr>
          <a:xfrm>
            <a:off x="6619685" y="2655570"/>
            <a:ext cx="6414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‏ובמדי</a:t>
            </a:r>
          </a:p>
        </p:txBody>
      </p:sp>
      <p:sp>
        <p:nvSpPr>
          <p:cNvPr id="28" name="body-2-1-word-6">
            <a:extLst>
              <a:ext uri="{FF2B5EF4-FFF2-40B4-BE49-F238E27FC236}">
                <ns2:creationId id="{85C171B7-4ACE-4B33-8A44-ADA1A8DE352B}"/>
              </a:ext>
            </a:extLst>
          </p:cNvPr>
          <p:cNvSpPr>
            <a:spLocks noGrp="1"/>
          </p:cNvSpPr>
          <p:nvPr/>
        </p:nvSpPr>
        <p:spPr>
          <a:xfrm>
            <a:off x="5690330" y="2655570"/>
            <a:ext cx="869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‏השירות</a:t>
            </a:r>
          </a:p>
        </p:txBody>
      </p:sp>
      <p:sp>
        <p:nvSpPr>
          <p:cNvPr id="29" name="body-2-1-word-7">
            <a:extLst>
              <a:ext uri="{FF2B5EF4-FFF2-40B4-BE49-F238E27FC236}">
                <ns2:creationId id="{6ED51D83-E2C2-4AAD-A413-82EB6B06572E}"/>
              </a:ext>
            </a:extLst>
          </p:cNvPr>
          <p:cNvSpPr>
            <a:spLocks noGrp="1"/>
          </p:cNvSpPr>
          <p:nvPr/>
        </p:nvSpPr>
        <p:spPr>
          <a:xfrm>
            <a:off x="5316379" y="265557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30" name="body-2-1-word-8">
            <a:extLst>
              <a:ext uri="{FF2B5EF4-FFF2-40B4-BE49-F238E27FC236}">
                <ns2:creationId id="{13AEC652-C1A2-4DCF-BFA9-8B42E49CC89E}"/>
              </a:ext>
            </a:extLst>
          </p:cNvPr>
          <p:cNvSpPr>
            <a:spLocks noGrp="1"/>
          </p:cNvSpPr>
          <p:nvPr/>
        </p:nvSpPr>
        <p:spPr>
          <a:xfrm>
            <a:off x="4241578" y="2655570"/>
            <a:ext cx="10145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‏מגוהצים.</a:t>
            </a:r>
          </a:p>
        </p:txBody>
      </p:sp>
      <p:sp>
        <p:nvSpPr>
          <p:cNvPr id="31" name="body-2-1-word-9">
            <a:extLst>
              <a:ext uri="{FF2B5EF4-FFF2-40B4-BE49-F238E27FC236}">
                <ns2:creationId id="{BA2E4D03-0C2A-47C2-B2F2-5769724BAB27}"/>
              </a:ext>
            </a:extLst>
          </p:cNvPr>
          <p:cNvSpPr>
            <a:spLocks noGrp="1"/>
          </p:cNvSpPr>
          <p:nvPr/>
        </p:nvSpPr>
        <p:spPr>
          <a:xfrm>
            <a:off x="3284411" y="2655570"/>
            <a:ext cx="8968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‏הנעליים</a:t>
            </a:r>
          </a:p>
        </p:txBody>
      </p:sp>
      <p:sp>
        <p:nvSpPr>
          <p:cNvPr id="32" name="body-2-1-word-10">
            <a:extLst>
              <a:ext uri="{FF2B5EF4-FFF2-40B4-BE49-F238E27FC236}">
                <ns2:creationId id="{E7D26A14-C5D5-45FE-8160-B591843363AB}"/>
              </a:ext>
            </a:extLst>
          </p:cNvPr>
          <p:cNvSpPr>
            <a:spLocks noGrp="1"/>
          </p:cNvSpPr>
          <p:nvPr/>
        </p:nvSpPr>
        <p:spPr>
          <a:xfrm>
            <a:off x="2812161" y="2655570"/>
            <a:ext cx="4119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‏יהיו</a:t>
            </a:r>
          </a:p>
        </p:txBody>
      </p:sp>
      <p:sp>
        <p:nvSpPr>
          <p:cNvPr id="33" name="body-2-1-word-11">
            <a:extLst>
              <a:ext uri="{FF2B5EF4-FFF2-40B4-BE49-F238E27FC236}">
                <ns2:creationId id="{FD175219-4173-4DEE-BB82-1869F3914D64}"/>
              </a:ext>
            </a:extLst>
          </p:cNvPr>
          <p:cNvSpPr>
            <a:spLocks noGrp="1"/>
          </p:cNvSpPr>
          <p:nvPr/>
        </p:nvSpPr>
        <p:spPr>
          <a:xfrm>
            <a:off x="2140934" y="2655570"/>
            <a:ext cx="6109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‏נקיות</a:t>
            </a:r>
          </a:p>
        </p:txBody>
      </p:sp>
      <p:sp>
        <p:nvSpPr>
          <p:cNvPr id="34" name="body-2-1-word-12">
            <a:extLst>
              <a:ext uri="{FF2B5EF4-FFF2-40B4-BE49-F238E27FC236}">
                <ns2:creationId id="{FFF2AEB5-64DB-4FB3-94E5-29B03032F4CB}"/>
              </a:ext>
            </a:extLst>
          </p:cNvPr>
          <p:cNvSpPr>
            <a:spLocks noGrp="1"/>
          </p:cNvSpPr>
          <p:nvPr/>
        </p:nvSpPr>
        <p:spPr>
          <a:xfrm>
            <a:off x="790289" y="2655570"/>
            <a:ext cx="12903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‏ומצוחצחות.</a:t>
            </a:r>
          </a:p>
        </p:txBody>
      </p:sp>
      <p:sp>
        <p:nvSpPr>
          <p:cNvPr id="35" name="body-2-2-word-0">
            <a:extLst>
              <a:ext uri="{FF2B5EF4-FFF2-40B4-BE49-F238E27FC236}">
                <ns2:creationId id="{1108EDDB-3117-4A95-9D4E-488765223C6A}"/>
              </a:ext>
            </a:extLst>
          </p:cNvPr>
          <p:cNvSpPr>
            <a:spLocks noGrp="1"/>
          </p:cNvSpPr>
          <p:nvPr/>
        </p:nvSpPr>
        <p:spPr>
          <a:xfrm>
            <a:off x="10477310" y="3007043"/>
            <a:ext cx="9717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‏מחליפים</a:t>
            </a:r>
          </a:p>
        </p:txBody>
      </p:sp>
      <p:sp>
        <p:nvSpPr>
          <p:cNvPr id="36" name="body-2-2-word-1">
            <a:extLst>
              <a:ext uri="{FF2B5EF4-FFF2-40B4-BE49-F238E27FC236}">
                <ns2:creationId id="{844F2E2B-D205-4D05-BFE8-4DDC3966BBF8}"/>
              </a:ext>
            </a:extLst>
          </p:cNvPr>
          <p:cNvSpPr>
            <a:spLocks noGrp="1"/>
          </p:cNvSpPr>
          <p:nvPr/>
        </p:nvSpPr>
        <p:spPr>
          <a:xfrm>
            <a:off x="9847802" y="3007043"/>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‏פריט</a:t>
            </a:r>
          </a:p>
        </p:txBody>
      </p:sp>
      <p:sp>
        <p:nvSpPr>
          <p:cNvPr id="37" name="body-2-2-word-2">
            <a:extLst>
              <a:ext uri="{FF2B5EF4-FFF2-40B4-BE49-F238E27FC236}">
                <ns2:creationId id="{4AAEE7C9-DA1C-4B62-83AF-78BB1810F6BD}"/>
              </a:ext>
            </a:extLst>
          </p:cNvPr>
          <p:cNvSpPr>
            <a:spLocks noGrp="1"/>
          </p:cNvSpPr>
          <p:nvPr/>
        </p:nvSpPr>
        <p:spPr>
          <a:xfrm>
            <a:off x="9155240" y="3007043"/>
            <a:ext cx="6322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‏קרוע,</a:t>
            </a:r>
          </a:p>
        </p:txBody>
      </p:sp>
      <p:sp>
        <p:nvSpPr>
          <p:cNvPr id="38" name="body-2-2-word-3">
            <a:extLst>
              <a:ext uri="{FF2B5EF4-FFF2-40B4-BE49-F238E27FC236}">
                <ns2:creationId id="{4048E86F-96E6-4556-A7B3-632260513109}"/>
              </a:ext>
            </a:extLst>
          </p:cNvPr>
          <p:cNvSpPr>
            <a:spLocks noGrp="1"/>
          </p:cNvSpPr>
          <p:nvPr/>
        </p:nvSpPr>
        <p:spPr>
          <a:xfrm>
            <a:off x="8469344" y="3007043"/>
            <a:ext cx="6256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‏שחוק</a:t>
            </a:r>
          </a:p>
        </p:txBody>
      </p:sp>
      <p:sp>
        <p:nvSpPr>
          <p:cNvPr id="39" name="body-2-2-word-4">
            <a:extLst>
              <a:ext uri="{FF2B5EF4-FFF2-40B4-BE49-F238E27FC236}">
                <ns2:creationId id="{27526760-3346-4716-AEAB-04070EE4721F}"/>
              </a:ext>
            </a:extLst>
          </p:cNvPr>
          <p:cNvSpPr>
            <a:spLocks noGrp="1"/>
          </p:cNvSpPr>
          <p:nvPr/>
        </p:nvSpPr>
        <p:spPr>
          <a:xfrm>
            <a:off x="8149114" y="30070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0" name="body-2-2-word-5">
            <a:extLst>
              <a:ext uri="{FF2B5EF4-FFF2-40B4-BE49-F238E27FC236}">
                <ns2:creationId id="{F872ADA6-A3CE-4B1E-B0BC-8CC3925FA8E5}"/>
              </a:ext>
            </a:extLst>
          </p:cNvPr>
          <p:cNvSpPr>
            <a:spLocks noGrp="1"/>
          </p:cNvSpPr>
          <p:nvPr/>
        </p:nvSpPr>
        <p:spPr>
          <a:xfrm>
            <a:off x="7522655" y="3007043"/>
            <a:ext cx="5661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‏דהוי.</a:t>
            </a:r>
          </a:p>
        </p:txBody>
      </p:sp>
      <p:sp>
        <p:nvSpPr>
          <p:cNvPr id="41" name="body-3-1-word-0">
            <a:extLst>
              <a:ext uri="{FF2B5EF4-FFF2-40B4-BE49-F238E27FC236}">
                <ns2:creationId id="{01011FAF-29DB-4C5A-AD6B-1D5B73F7683C}"/>
              </a:ext>
            </a:extLst>
          </p:cNvPr>
          <p:cNvSpPr>
            <a:spLocks noGrp="1"/>
          </p:cNvSpPr>
          <p:nvPr/>
        </p:nvSpPr>
        <p:spPr>
          <a:xfrm>
            <a:off x="11118723" y="354901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42" name="body-3-1-word-1">
            <a:extLst>
              <a:ext uri="{FF2B5EF4-FFF2-40B4-BE49-F238E27FC236}">
                <ns2:creationId id="{12274745-3E3C-4DFA-A947-A041BABC5313}"/>
              </a:ext>
            </a:extLst>
          </p:cNvPr>
          <p:cNvSpPr>
            <a:spLocks noGrp="1"/>
          </p:cNvSpPr>
          <p:nvPr/>
        </p:nvSpPr>
        <p:spPr>
          <a:xfrm>
            <a:off x="10291096" y="3549015"/>
            <a:ext cx="7673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‏לערבב</a:t>
            </a:r>
          </a:p>
        </p:txBody>
      </p:sp>
      <p:sp>
        <p:nvSpPr>
          <p:cNvPr id="43" name="body-3-1-word-2">
            <a:extLst>
              <a:ext uri="{FF2B5EF4-FFF2-40B4-BE49-F238E27FC236}">
                <ns2:creationId id="{E1713719-ADA5-49F1-91FA-AD711FA17ED3}"/>
              </a:ext>
            </a:extLst>
          </p:cNvPr>
          <p:cNvSpPr>
            <a:spLocks noGrp="1"/>
          </p:cNvSpPr>
          <p:nvPr/>
        </p:nvSpPr>
        <p:spPr>
          <a:xfrm>
            <a:off x="9671304" y="3549015"/>
            <a:ext cx="5594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‏חלקי</a:t>
            </a:r>
          </a:p>
        </p:txBody>
      </p:sp>
      <p:sp>
        <p:nvSpPr>
          <p:cNvPr id="44" name="body-3-1-word-3">
            <a:extLst>
              <a:ext uri="{FF2B5EF4-FFF2-40B4-BE49-F238E27FC236}">
                <ns2:creationId id="{08D505D1-37E6-4224-971F-74CEE26CAA06}"/>
              </a:ext>
            </a:extLst>
          </p:cNvPr>
          <p:cNvSpPr>
            <a:spLocks noGrp="1"/>
          </p:cNvSpPr>
          <p:nvPr/>
        </p:nvSpPr>
        <p:spPr>
          <a:xfrm>
            <a:off x="9023890" y="3549015"/>
            <a:ext cx="5871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‏מדים</a:t>
            </a:r>
          </a:p>
        </p:txBody>
      </p:sp>
      <p:sp>
        <p:nvSpPr>
          <p:cNvPr id="45" name="body-3-1-word-4">
            <a:extLst>
              <a:ext uri="{FF2B5EF4-FFF2-40B4-BE49-F238E27FC236}">
                <ns2:creationId id="{9C744D1E-8CA1-4E54-AF5B-1A70E37E671F}"/>
              </a:ext>
            </a:extLst>
          </p:cNvPr>
          <p:cNvSpPr>
            <a:spLocks noGrp="1"/>
          </p:cNvSpPr>
          <p:nvPr/>
        </p:nvSpPr>
        <p:spPr>
          <a:xfrm>
            <a:off x="8173212" y="3549015"/>
            <a:ext cx="7903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‏מסוגים</a:t>
            </a:r>
          </a:p>
        </p:txBody>
      </p:sp>
      <p:sp>
        <p:nvSpPr>
          <p:cNvPr id="46" name="body-3-1-word-5">
            <a:extLst>
              <a:ext uri="{FF2B5EF4-FFF2-40B4-BE49-F238E27FC236}">
                <ns2:creationId id="{9B1AEAF6-F7A2-4363-AD7C-46C0A301C0DB}"/>
              </a:ext>
            </a:extLst>
          </p:cNvPr>
          <p:cNvSpPr>
            <a:spLocks noGrp="1"/>
          </p:cNvSpPr>
          <p:nvPr/>
        </p:nvSpPr>
        <p:spPr>
          <a:xfrm>
            <a:off x="7473220" y="3549015"/>
            <a:ext cx="6396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‏שונים</a:t>
            </a:r>
          </a:p>
        </p:txBody>
      </p:sp>
      <p:sp>
        <p:nvSpPr>
          <p:cNvPr id="47" name="body-3-1-word-6">
            <a:extLst>
              <a:ext uri="{FF2B5EF4-FFF2-40B4-BE49-F238E27FC236}">
                <ns2:creationId id="{F1856694-2EA7-4D99-866F-9AAD8C3B29F0}"/>
              </a:ext>
            </a:extLst>
          </p:cNvPr>
          <p:cNvSpPr>
            <a:spLocks noGrp="1"/>
          </p:cNvSpPr>
          <p:nvPr/>
        </p:nvSpPr>
        <p:spPr>
          <a:xfrm>
            <a:off x="7152989"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8" name="body-3-1-word-7">
            <a:extLst>
              <a:ext uri="{FF2B5EF4-FFF2-40B4-BE49-F238E27FC236}">
                <ns2:creationId id="{1C0E2F7C-234A-4957-B8A6-FF35A095A144}"/>
              </a:ext>
            </a:extLst>
          </p:cNvPr>
          <p:cNvSpPr>
            <a:spLocks noGrp="1"/>
          </p:cNvSpPr>
          <p:nvPr/>
        </p:nvSpPr>
        <p:spPr>
          <a:xfrm>
            <a:off x="6446329" y="3549015"/>
            <a:ext cx="6463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‏לשלב</a:t>
            </a:r>
          </a:p>
        </p:txBody>
      </p:sp>
      <p:sp>
        <p:nvSpPr>
          <p:cNvPr id="49" name="body-3-1-word-8">
            <a:extLst>
              <a:ext uri="{FF2B5EF4-FFF2-40B4-BE49-F238E27FC236}">
                <ns2:creationId id="{03A05CCC-8BF0-40B8-B167-131F7E0355E3}"/>
              </a:ext>
            </a:extLst>
          </p:cNvPr>
          <p:cNvSpPr>
            <a:spLocks noGrp="1"/>
          </p:cNvSpPr>
          <p:nvPr/>
        </p:nvSpPr>
        <p:spPr>
          <a:xfrm>
            <a:off x="5816822" y="3549015"/>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‏פריט</a:t>
            </a:r>
          </a:p>
        </p:txBody>
      </p:sp>
      <p:sp>
        <p:nvSpPr>
          <p:cNvPr id="50" name="body-3-1-word-9">
            <a:extLst>
              <a:ext uri="{FF2B5EF4-FFF2-40B4-BE49-F238E27FC236}">
                <ns2:creationId id="{87BEDC0E-0525-4894-8DD4-2C9F1CF1C928}"/>
              </a:ext>
            </a:extLst>
          </p:cNvPr>
          <p:cNvSpPr>
            <a:spLocks noGrp="1"/>
          </p:cNvSpPr>
          <p:nvPr/>
        </p:nvSpPr>
        <p:spPr>
          <a:xfrm>
            <a:off x="5070824" y="3549015"/>
            <a:ext cx="6857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‏אזרחי</a:t>
            </a:r>
          </a:p>
        </p:txBody>
      </p:sp>
      <p:sp>
        <p:nvSpPr>
          <p:cNvPr id="51" name="body-3-1-word-10">
            <a:extLst>
              <a:ext uri="{FF2B5EF4-FFF2-40B4-BE49-F238E27FC236}">
                <ns2:creationId id="{9A8DD527-F7E5-4E33-B5E4-29C77CBE22B6}"/>
              </a:ext>
            </a:extLst>
          </p:cNvPr>
          <p:cNvSpPr>
            <a:spLocks noGrp="1"/>
          </p:cNvSpPr>
          <p:nvPr/>
        </p:nvSpPr>
        <p:spPr>
          <a:xfrm>
            <a:off x="4594765" y="3549015"/>
            <a:ext cx="415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‏גלוי</a:t>
            </a:r>
          </a:p>
        </p:txBody>
      </p:sp>
      <p:sp>
        <p:nvSpPr>
          <p:cNvPr id="52" name="body-3-1-word-11">
            <a:extLst>
              <a:ext uri="{FF2B5EF4-FFF2-40B4-BE49-F238E27FC236}">
                <ns2:creationId id="{6311D42C-6D3D-41C3-94F9-7BA70623B62C}"/>
              </a:ext>
            </a:extLst>
          </p:cNvPr>
          <p:cNvSpPr>
            <a:spLocks noGrp="1"/>
          </p:cNvSpPr>
          <p:nvPr/>
        </p:nvSpPr>
        <p:spPr>
          <a:xfrm>
            <a:off x="4014311" y="3549015"/>
            <a:ext cx="5201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‏שלא</a:t>
            </a:r>
          </a:p>
        </p:txBody>
      </p:sp>
      <p:sp>
        <p:nvSpPr>
          <p:cNvPr id="53" name="body-3-1-word-12">
            <a:extLst>
              <a:ext uri="{FF2B5EF4-FFF2-40B4-BE49-F238E27FC236}">
                <ns2:creationId id="{1EBDCE4F-9D64-42D5-AE1D-A4A939C4B44C}"/>
              </a:ext>
            </a:extLst>
          </p:cNvPr>
          <p:cNvSpPr>
            <a:spLocks noGrp="1"/>
          </p:cNvSpPr>
          <p:nvPr/>
        </p:nvSpPr>
        <p:spPr>
          <a:xfrm>
            <a:off x="3274409" y="3549015"/>
            <a:ext cx="6796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‏הותר.</a:t>
            </a:r>
          </a:p>
        </p:txBody>
      </p:sp>
      <p:sp>
        <p:nvSpPr>
          <p:cNvPr id="54" name="body-3-1-word-13">
            <a:extLst>
              <a:ext uri="{FF2B5EF4-FFF2-40B4-BE49-F238E27FC236}">
                <ns2:creationId id="{3FC1E1DA-CACE-4CD9-BC94-C9E30DEFC439}"/>
              </a:ext>
            </a:extLst>
          </p:cNvPr>
          <p:cNvSpPr>
            <a:spLocks noGrp="1"/>
          </p:cNvSpPr>
          <p:nvPr/>
        </p:nvSpPr>
        <p:spPr>
          <a:xfrm>
            <a:off x="2020062" y="3549015"/>
            <a:ext cx="11940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‏משתמשים</a:t>
            </a:r>
          </a:p>
        </p:txBody>
      </p:sp>
      <p:sp>
        <p:nvSpPr>
          <p:cNvPr id="55" name="body-3-1-word-14">
            <a:extLst>
              <a:ext uri="{FF2B5EF4-FFF2-40B4-BE49-F238E27FC236}">
                <ns2:creationId id="{0320A6D7-102B-43C1-80CB-9DFAC4969BAF}"/>
              </a:ext>
            </a:extLst>
          </p:cNvPr>
          <p:cNvSpPr>
            <a:spLocks noGrp="1"/>
          </p:cNvSpPr>
          <p:nvPr/>
        </p:nvSpPr>
        <p:spPr>
          <a:xfrm>
            <a:off x="994124" y="3549015"/>
            <a:ext cx="9656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‏בפריטים</a:t>
            </a:r>
          </a:p>
        </p:txBody>
      </p:sp>
      <p:sp>
        <p:nvSpPr>
          <p:cNvPr id="56" name="body-3-2-word-0">
            <a:extLst>
              <a:ext uri="{FF2B5EF4-FFF2-40B4-BE49-F238E27FC236}">
                <ns2:creationId id="{5734D82C-0944-4D86-BF51-0CA2C9F0DCB2}"/>
              </a:ext>
            </a:extLst>
          </p:cNvPr>
          <p:cNvSpPr>
            <a:spLocks noGrp="1"/>
          </p:cNvSpPr>
          <p:nvPr/>
        </p:nvSpPr>
        <p:spPr>
          <a:xfrm>
            <a:off x="10495121" y="3900488"/>
            <a:ext cx="9539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‏שהונפקו</a:t>
            </a:r>
          </a:p>
        </p:txBody>
      </p:sp>
      <p:sp>
        <p:nvSpPr>
          <p:cNvPr id="57" name="body-3-2-word-1">
            <a:extLst>
              <a:ext uri="{FF2B5EF4-FFF2-40B4-BE49-F238E27FC236}">
                <ns2:creationId id="{07B4E3A8-1E72-4033-8CA8-447E43E0DB01}"/>
              </a:ext>
            </a:extLst>
          </p:cNvPr>
          <p:cNvSpPr>
            <a:spLocks noGrp="1"/>
          </p:cNvSpPr>
          <p:nvPr/>
        </p:nvSpPr>
        <p:spPr>
          <a:xfrm>
            <a:off x="10174891" y="390048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8" name="body-3-2-word-2">
            <a:extLst>
              <a:ext uri="{FF2B5EF4-FFF2-40B4-BE49-F238E27FC236}">
                <ns2:creationId id="{52063DB5-C998-4D54-BFBD-3A45E0667D70}"/>
              </a:ext>
            </a:extLst>
          </p:cNvPr>
          <p:cNvSpPr>
            <a:spLocks noGrp="1"/>
          </p:cNvSpPr>
          <p:nvPr/>
        </p:nvSpPr>
        <p:spPr>
          <a:xfrm>
            <a:off x="9440323" y="3900488"/>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‏אושרו</a:t>
            </a:r>
          </a:p>
        </p:txBody>
      </p:sp>
      <p:sp>
        <p:nvSpPr>
          <p:cNvPr id="59" name="body-3-2-word-3">
            <a:extLst>
              <a:ext uri="{FF2B5EF4-FFF2-40B4-BE49-F238E27FC236}">
                <ns2:creationId id="{E6937C38-E8A9-4D2C-9476-1F609B9F6E96}"/>
              </a:ext>
            </a:extLst>
          </p:cNvPr>
          <p:cNvSpPr>
            <a:spLocks noGrp="1"/>
          </p:cNvSpPr>
          <p:nvPr/>
        </p:nvSpPr>
        <p:spPr>
          <a:xfrm>
            <a:off x="8508968" y="3900488"/>
            <a:ext cx="871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‏בהתאם</a:t>
            </a:r>
          </a:p>
        </p:txBody>
      </p:sp>
      <p:sp>
        <p:nvSpPr>
          <p:cNvPr id="60" name="body-3-2-word-4">
            <a:extLst>
              <a:ext uri="{FF2B5EF4-FFF2-40B4-BE49-F238E27FC236}">
                <ns2:creationId id="{C70035D1-D47A-4F95-9CC8-FF35284ED025}"/>
              </a:ext>
            </a:extLst>
          </p:cNvPr>
          <p:cNvSpPr>
            <a:spLocks noGrp="1"/>
          </p:cNvSpPr>
          <p:nvPr/>
        </p:nvSpPr>
        <p:spPr>
          <a:xfrm>
            <a:off x="7552563" y="3900488"/>
            <a:ext cx="8961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‏לזכאות.</a:t>
            </a:r>
          </a:p>
        </p:txBody>
      </p:sp>
      <p:sp>
        <p:nvSpPr>
          <p:cNvPr id="61" name="body-4-1-word-0">
            <a:extLst>
              <a:ext uri="{FF2B5EF4-FFF2-40B4-BE49-F238E27FC236}">
                <ns2:creationId id="{CF90E65C-3720-4E23-A4BF-830480814ABB}"/>
              </a:ext>
            </a:extLst>
          </p:cNvPr>
          <p:cNvSpPr>
            <a:spLocks noGrp="1"/>
          </p:cNvSpPr>
          <p:nvPr/>
        </p:nvSpPr>
        <p:spPr>
          <a:xfrm>
            <a:off x="10548556" y="4442460"/>
            <a:ext cx="9004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‏התאמת</a:t>
            </a:r>
          </a:p>
        </p:txBody>
      </p:sp>
      <p:sp>
        <p:nvSpPr>
          <p:cNvPr id="62" name="body-4-1-word-1">
            <a:extLst>
              <a:ext uri="{FF2B5EF4-FFF2-40B4-BE49-F238E27FC236}">
                <ns2:creationId id="{E3A2EFFE-0B07-4F25-BD35-7742342945C4}"/>
              </a:ext>
            </a:extLst>
          </p:cNvPr>
          <p:cNvSpPr>
            <a:spLocks noGrp="1"/>
          </p:cNvSpPr>
          <p:nvPr/>
        </p:nvSpPr>
        <p:spPr>
          <a:xfrm>
            <a:off x="9900190" y="4442460"/>
            <a:ext cx="5880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‏מידה</a:t>
            </a:r>
          </a:p>
        </p:txBody>
      </p:sp>
      <p:sp>
        <p:nvSpPr>
          <p:cNvPr id="63" name="body-4-1-word-2">
            <a:extLst>
              <a:ext uri="{FF2B5EF4-FFF2-40B4-BE49-F238E27FC236}">
                <ns2:creationId id="{1EF5585A-D9B0-4979-BC39-F1A5633F68B7}"/>
              </a:ext>
            </a:extLst>
          </p:cNvPr>
          <p:cNvSpPr>
            <a:spLocks noGrp="1"/>
          </p:cNvSpPr>
          <p:nvPr/>
        </p:nvSpPr>
        <p:spPr>
          <a:xfrm>
            <a:off x="9106852" y="4442460"/>
            <a:ext cx="7330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‏נעשית</a:t>
            </a:r>
          </a:p>
        </p:txBody>
      </p:sp>
      <p:sp>
        <p:nvSpPr>
          <p:cNvPr id="64" name="body-4-1-word-3">
            <a:extLst>
              <a:ext uri="{FF2B5EF4-FFF2-40B4-BE49-F238E27FC236}">
                <ns2:creationId id="{C4850AE7-D7B5-4A5F-879E-14227BC8C3D5}"/>
              </a:ext>
            </a:extLst>
          </p:cNvPr>
          <p:cNvSpPr>
            <a:spLocks noGrp="1"/>
          </p:cNvSpPr>
          <p:nvPr/>
        </p:nvSpPr>
        <p:spPr>
          <a:xfrm>
            <a:off x="8084153" y="4442460"/>
            <a:ext cx="9624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‏במסגרת</a:t>
            </a:r>
          </a:p>
        </p:txBody>
      </p:sp>
      <p:sp>
        <p:nvSpPr>
          <p:cNvPr id="65" name="body-4-1-word-4">
            <a:extLst>
              <a:ext uri="{FF2B5EF4-FFF2-40B4-BE49-F238E27FC236}">
                <ns2:creationId id="{EFC81C68-02CF-463C-B83C-57E4D650500B}"/>
              </a:ext>
            </a:extLst>
          </p:cNvPr>
          <p:cNvSpPr>
            <a:spLocks noGrp="1"/>
          </p:cNvSpPr>
          <p:nvPr/>
        </p:nvSpPr>
        <p:spPr>
          <a:xfrm>
            <a:off x="7172516" y="4442460"/>
            <a:ext cx="8513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‏המותר.</a:t>
            </a:r>
          </a:p>
        </p:txBody>
      </p:sp>
      <p:sp>
        <p:nvSpPr>
          <p:cNvPr id="66" name="body-4-1-word-5">
            <a:extLst>
              <a:ext uri="{FF2B5EF4-FFF2-40B4-BE49-F238E27FC236}">
                <ns2:creationId id="{3B71DE7F-D1E4-45A9-A9F2-5B396335529D}"/>
              </a:ext>
            </a:extLst>
          </p:cNvPr>
          <p:cNvSpPr>
            <a:spLocks noGrp="1"/>
          </p:cNvSpPr>
          <p:nvPr/>
        </p:nvSpPr>
        <p:spPr>
          <a:xfrm>
            <a:off x="6781895" y="444246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67" name="body-4-1-word-6">
            <a:extLst>
              <a:ext uri="{FF2B5EF4-FFF2-40B4-BE49-F238E27FC236}">
                <ns2:creationId id="{4D2D12AE-272C-4F33-9792-550A06100D95}"/>
              </a:ext>
            </a:extLst>
          </p:cNvPr>
          <p:cNvSpPr>
            <a:spLocks noGrp="1"/>
          </p:cNvSpPr>
          <p:nvPr/>
        </p:nvSpPr>
        <p:spPr>
          <a:xfrm>
            <a:off x="6007513" y="4442460"/>
            <a:ext cx="7140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‏לשנות</a:t>
            </a:r>
          </a:p>
        </p:txBody>
      </p:sp>
      <p:sp>
        <p:nvSpPr>
          <p:cNvPr id="68" name="body-4-1-word-7">
            <a:extLst>
              <a:ext uri="{FF2B5EF4-FFF2-40B4-BE49-F238E27FC236}">
                <ns2:creationId id="{BC63982C-7DE6-4D09-8000-D3C69D37FF46}"/>
              </a:ext>
            </a:extLst>
          </p:cNvPr>
          <p:cNvSpPr>
            <a:spLocks noGrp="1"/>
          </p:cNvSpPr>
          <p:nvPr/>
        </p:nvSpPr>
        <p:spPr>
          <a:xfrm>
            <a:off x="5377815" y="4442460"/>
            <a:ext cx="5694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‏גזרה</a:t>
            </a:r>
          </a:p>
        </p:txBody>
      </p:sp>
      <p:sp>
        <p:nvSpPr>
          <p:cNvPr id="69" name="body-4-1-word-8">
            <a:extLst>
              <a:ext uri="{FF2B5EF4-FFF2-40B4-BE49-F238E27FC236}">
                <ns2:creationId id="{42F74CC8-0972-4F99-AA85-2CA5BA445710}"/>
              </a:ext>
            </a:extLst>
          </p:cNvPr>
          <p:cNvSpPr>
            <a:spLocks noGrp="1"/>
          </p:cNvSpPr>
          <p:nvPr/>
        </p:nvSpPr>
        <p:spPr>
          <a:xfrm>
            <a:off x="5057584"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70" name="body-4-1-word-9">
            <a:extLst>
              <a:ext uri="{FF2B5EF4-FFF2-40B4-BE49-F238E27FC236}">
                <ns2:creationId id="{C26F1B79-B7ED-41FF-A840-C98879B2AB6E}"/>
              </a:ext>
            </a:extLst>
          </p:cNvPr>
          <p:cNvSpPr>
            <a:spLocks noGrp="1"/>
          </p:cNvSpPr>
          <p:nvPr/>
        </p:nvSpPr>
        <p:spPr>
          <a:xfrm>
            <a:off x="4175950" y="4442460"/>
            <a:ext cx="8213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‏להנמיך</a:t>
            </a:r>
          </a:p>
        </p:txBody>
      </p:sp>
      <p:sp>
        <p:nvSpPr>
          <p:cNvPr id="71" name="body-4-1-word-10">
            <a:extLst>
              <a:ext uri="{FF2B5EF4-FFF2-40B4-BE49-F238E27FC236}">
                <ns2:creationId id="{0453C4FD-4C94-4EE6-BFB3-E1316A301DB6}"/>
              </a:ext>
            </a:extLst>
          </p:cNvPr>
          <p:cNvSpPr>
            <a:spLocks noGrp="1"/>
          </p:cNvSpPr>
          <p:nvPr/>
        </p:nvSpPr>
        <p:spPr>
          <a:xfrm>
            <a:off x="3742563" y="444246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72" name="body-4-1-word-11">
            <a:extLst>
              <a:ext uri="{FF2B5EF4-FFF2-40B4-BE49-F238E27FC236}">
                <ns2:creationId id="{A07C64BC-7C7B-4614-AE96-851C0BDFC0C2}"/>
              </a:ext>
            </a:extLst>
          </p:cNvPr>
          <p:cNvSpPr>
            <a:spLocks noGrp="1"/>
          </p:cNvSpPr>
          <p:nvPr/>
        </p:nvSpPr>
        <p:spPr>
          <a:xfrm>
            <a:off x="3426142" y="4442460"/>
            <a:ext cx="2561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a:t>
            </a:r>
          </a:p>
        </p:txBody>
      </p:sp>
      <p:sp>
        <p:nvSpPr>
          <p:cNvPr id="73" name="body-4-1-word-12">
            <a:extLst>
              <a:ext uri="{FF2B5EF4-FFF2-40B4-BE49-F238E27FC236}">
                <ns2:creationId id="{A61C8E8A-8378-4C7C-9ED7-0CFDA4B386AE}"/>
              </a:ext>
            </a:extLst>
          </p:cNvPr>
          <p:cNvSpPr>
            <a:spLocks noGrp="1"/>
          </p:cNvSpPr>
          <p:nvPr/>
        </p:nvSpPr>
        <p:spPr>
          <a:xfrm>
            <a:off x="2247328" y="4442460"/>
            <a:ext cx="1118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‏המותניים.</a:t>
            </a:r>
          </a:p>
        </p:txBody>
      </p:sp>
      <p:sp>
        <p:nvSpPr>
          <p:cNvPr id="74" name="body-4-1-word-13">
            <a:extLst>
              <a:ext uri="{FF2B5EF4-FFF2-40B4-BE49-F238E27FC236}">
                <ns2:creationId id="{804E186D-26B1-44A9-9A97-FBE66CF8BA7C}"/>
              </a:ext>
            </a:extLst>
          </p:cNvPr>
          <p:cNvSpPr>
            <a:spLocks noGrp="1"/>
          </p:cNvSpPr>
          <p:nvPr/>
        </p:nvSpPr>
        <p:spPr>
          <a:xfrm>
            <a:off x="1485424" y="4442460"/>
            <a:ext cx="7016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‏חגורה</a:t>
            </a:r>
          </a:p>
        </p:txBody>
      </p:sp>
      <p:sp>
        <p:nvSpPr>
          <p:cNvPr id="75" name="body-4-1-word-14">
            <a:extLst>
              <a:ext uri="{FF2B5EF4-FFF2-40B4-BE49-F238E27FC236}">
                <ns2:creationId id="{5BF103BA-D80F-4AD8-856B-BF36738E8941}"/>
              </a:ext>
            </a:extLst>
          </p:cNvPr>
          <p:cNvSpPr>
            <a:spLocks noGrp="1"/>
          </p:cNvSpPr>
          <p:nvPr/>
        </p:nvSpPr>
        <p:spPr>
          <a:xfrm>
            <a:off x="701040" y="4442460"/>
            <a:ext cx="7240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‏תקנית</a:t>
            </a:r>
          </a:p>
        </p:txBody>
      </p:sp>
      <p:sp>
        <p:nvSpPr>
          <p:cNvPr id="76" name="body-4-2-word-0">
            <a:extLst>
              <a:ext uri="{FF2B5EF4-FFF2-40B4-BE49-F238E27FC236}">
                <ns2:creationId id="{CBF0C913-13B4-40B1-AF4B-ADF6A7FE378B}"/>
              </a:ext>
            </a:extLst>
          </p:cNvPr>
          <p:cNvSpPr>
            <a:spLocks noGrp="1"/>
          </p:cNvSpPr>
          <p:nvPr/>
        </p:nvSpPr>
        <p:spPr>
          <a:xfrm>
            <a:off x="10714768" y="4793933"/>
            <a:ext cx="7342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‏עוברת</a:t>
            </a:r>
          </a:p>
        </p:txBody>
      </p:sp>
      <p:sp>
        <p:nvSpPr>
          <p:cNvPr id="77" name="body-4-2-word-1">
            <a:extLst>
              <a:ext uri="{FF2B5EF4-FFF2-40B4-BE49-F238E27FC236}">
                <ns2:creationId id="{F12FFB9E-2DD9-40BC-B10F-7D41C63DE57F}"/>
              </a:ext>
            </a:extLst>
          </p:cNvPr>
          <p:cNvSpPr>
            <a:spLocks noGrp="1"/>
          </p:cNvSpPr>
          <p:nvPr/>
        </p:nvSpPr>
        <p:spPr>
          <a:xfrm>
            <a:off x="10207085" y="4793933"/>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78" name="body-4-2-word-2">
            <a:extLst>
              <a:ext uri="{FF2B5EF4-FFF2-40B4-BE49-F238E27FC236}">
                <ns2:creationId id="{FCC91830-0122-488B-890A-4D1E99ECF05D}"/>
              </a:ext>
            </a:extLst>
          </p:cNvPr>
          <p:cNvSpPr>
            <a:spLocks noGrp="1"/>
          </p:cNvSpPr>
          <p:nvPr/>
        </p:nvSpPr>
        <p:spPr>
          <a:xfrm>
            <a:off x="9368219" y="4793933"/>
            <a:ext cx="7785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‏לולאות</a:t>
            </a:r>
          </a:p>
        </p:txBody>
      </p:sp>
      <p:sp>
        <p:nvSpPr>
          <p:cNvPr id="79" name="body-4-2-word-3">
            <a:extLst>
              <a:ext uri="{FF2B5EF4-FFF2-40B4-BE49-F238E27FC236}">
                <ns2:creationId id="{358DF786-494C-4E2C-8483-E5DB2D993EB2}"/>
              </a:ext>
            </a:extLst>
          </p:cNvPr>
          <p:cNvSpPr>
            <a:spLocks noGrp="1"/>
          </p:cNvSpPr>
          <p:nvPr/>
        </p:nvSpPr>
        <p:spPr>
          <a:xfrm>
            <a:off x="8147685" y="4793933"/>
            <a:ext cx="11602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‏המכנסיים.</a:t>
            </a:r>
          </a:p>
        </p:txBody>
      </p:sp>
      <p:sp>
        <p:nvSpPr>
          <p:cNvPr id="80" name="sources-word-0">
            <a:extLst>
              <a:ext uri="{FF2B5EF4-FFF2-40B4-BE49-F238E27FC236}">
                <ns2:creationId id="{2065ACF2-E9CA-419F-BB79-EA53C5DC2FE4}"/>
              </a:ext>
            </a:extLst>
          </p:cNvPr>
          <p:cNvSpPr>
            <a:spLocks noGrp="1"/>
          </p:cNvSpPr>
          <p:nvPr/>
        </p:nvSpPr>
        <p:spPr>
          <a:xfrm>
            <a:off x="11064240"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81" name="sources-word-1">
            <a:extLst>
              <a:ext uri="{FF2B5EF4-FFF2-40B4-BE49-F238E27FC236}">
                <ns2:creationId id="{B80956B4-E7DC-42E7-BDCB-0F177FDE236A}"/>
              </a:ext>
            </a:extLst>
          </p:cNvPr>
          <p:cNvSpPr>
            <a:spLocks noGrp="1"/>
          </p:cNvSpPr>
          <p:nvPr/>
        </p:nvSpPr>
        <p:spPr>
          <a:xfrm>
            <a:off x="10653236"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82" name="sources-word-2">
            <a:extLst>
              <a:ext uri="{FF2B5EF4-FFF2-40B4-BE49-F238E27FC236}">
                <ns2:creationId id="{2DCB9920-1969-40CD-B51A-7B5B32754F48}"/>
              </a:ext>
            </a:extLst>
          </p:cNvPr>
          <p:cNvSpPr>
            <a:spLocks noGrp="1"/>
          </p:cNvSpPr>
          <p:nvPr/>
        </p:nvSpPr>
        <p:spPr>
          <a:xfrm>
            <a:off x="10047827"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83" name="sources-word-3">
            <a:extLst>
              <a:ext uri="{FF2B5EF4-FFF2-40B4-BE49-F238E27FC236}">
                <ns2:creationId id="{AC15C7CA-FCC6-451F-BFB5-40F193C3A8F9}"/>
              </a:ext>
            </a:extLst>
          </p:cNvPr>
          <p:cNvSpPr>
            <a:spLocks noGrp="1"/>
          </p:cNvSpPr>
          <p:nvPr/>
        </p:nvSpPr>
        <p:spPr>
          <a:xfrm>
            <a:off x="9719310"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84" name="sources-word-4">
            <a:extLst>
              <a:ext uri="{FF2B5EF4-FFF2-40B4-BE49-F238E27FC236}">
                <ns2:creationId id="{11C1A8F9-0E41-4B71-B719-D9FDAF6C9CA7}"/>
              </a:ext>
            </a:extLst>
          </p:cNvPr>
          <p:cNvSpPr>
            <a:spLocks noGrp="1"/>
          </p:cNvSpPr>
          <p:nvPr/>
        </p:nvSpPr>
        <p:spPr>
          <a:xfrm>
            <a:off x="962244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5" name="sources-word-5">
            <a:extLst>
              <a:ext uri="{FF2B5EF4-FFF2-40B4-BE49-F238E27FC236}">
                <ns2:creationId id="{2360AEE2-B8C1-4ACD-AF26-71D7AC758E5B}"/>
              </a:ext>
            </a:extLst>
          </p:cNvPr>
          <p:cNvSpPr>
            <a:spLocks noGrp="1"/>
          </p:cNvSpPr>
          <p:nvPr/>
        </p:nvSpPr>
        <p:spPr>
          <a:xfrm>
            <a:off x="9235916"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6" name="sources-word-6">
            <a:extLst>
              <a:ext uri="{FF2B5EF4-FFF2-40B4-BE49-F238E27FC236}">
                <ns2:creationId id="{3307C9A9-75FA-4DB3-B6C5-62673AD2281C}"/>
              </a:ext>
            </a:extLst>
          </p:cNvPr>
          <p:cNvSpPr>
            <a:spLocks noGrp="1"/>
          </p:cNvSpPr>
          <p:nvPr/>
        </p:nvSpPr>
        <p:spPr>
          <a:xfrm>
            <a:off x="8967311"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7" name="sources-word-7">
            <a:extLst>
              <a:ext uri="{FF2B5EF4-FFF2-40B4-BE49-F238E27FC236}">
                <ns2:creationId id="{23D002D0-06FA-4D56-A5F3-035E07FA54E1}"/>
              </a:ext>
            </a:extLst>
          </p:cNvPr>
          <p:cNvSpPr>
            <a:spLocks noGrp="1"/>
          </p:cNvSpPr>
          <p:nvPr/>
        </p:nvSpPr>
        <p:spPr>
          <a:xfrm>
            <a:off x="820302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8" name="page">
            <a:extLst>
              <a:ext uri="{FF2B5EF4-FFF2-40B4-BE49-F238E27FC236}">
                <ns2:creationId id="{EB8B2E1E-94D5-4D6C-A8F3-68090D575222}"/>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04 / 35</a:t>
            </a:r>
          </a:p>
        </p:txBody>
      </p:sp>
      <p:sp>
        <p:nvSpPr>
          <p:cNvPr id="89" name="timing-word-0">
            <a:extLst>
              <a:ext uri="{FF2B5EF4-FFF2-40B4-BE49-F238E27FC236}">
                <ns2:creationId id="{90DC1508-9202-43B0-B783-989CC8DC732B}"/>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‏02:00</a:t>
            </a:r>
          </a:p>
        </p:txBody>
      </p:sp>
      <p:sp>
        <p:nvSpPr>
          <p:cNvPr id="90" name="timing-word-1">
            <a:extLst>
              <a:ext uri="{FF2B5EF4-FFF2-40B4-BE49-F238E27FC236}">
                <ns2:creationId id="{12228445-CE17-4FCE-BCD3-21602D7A0F70}"/>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1" name="timing-word-2">
            <a:extLst>
              <a:ext uri="{FF2B5EF4-FFF2-40B4-BE49-F238E27FC236}">
                <ns2:creationId id="{A684C694-7500-4D04-B9DB-8D167F3C9F62}"/>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‏03:15</a:t>
            </a:r>
          </a:p>
        </p:txBody>
      </p:sp>
      <p:sp>
        <p:nvSpPr>
          <p:cNvPr id="92" name="timing-word-3">
            <a:extLst>
              <a:ext uri="{FF2B5EF4-FFF2-40B4-BE49-F238E27FC236}">
                <ns2:creationId id="{3258CD08-FBEC-40C0-8F74-0589F6FF6D97}"/>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‏(75</a:t>
            </a:r>
          </a:p>
        </p:txBody>
      </p:sp>
      <p:sp>
        <p:nvSpPr>
          <p:cNvPr id="93" name="timing-word-4">
            <a:extLst>
              <a:ext uri="{FF2B5EF4-FFF2-40B4-BE49-F238E27FC236}">
                <ns2:creationId id="{6C969B84-EDA4-49CC-ABF7-BD08F5C8D204}"/>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091867146"/>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79" name="title-word-0">
            <a:extLst>
              <a:ext uri="{FF2B5EF4-FFF2-40B4-BE49-F238E27FC236}">
                <ns2:creationId id="{4684F171-9136-4413-B215-6E45B7EBA7A4}"/>
              </a:ext>
            </a:extLst>
          </p:cNvPr>
          <p:cNvSpPr>
            <a:spLocks noGrp="1"/>
          </p:cNvSpPr>
          <p:nvPr/>
        </p:nvSpPr>
        <p:spPr>
          <a:xfrm>
            <a:off x="10251758" y="571500"/>
            <a:ext cx="1197292"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‏חולצה,</a:t>
            </a:r>
          </a:p>
        </p:txBody>
      </p:sp>
      <p:sp>
        <p:nvSpPr>
          <p:cNvPr id="2" name="title-word-1">
            <a:extLst>
              <a:ext uri="{FF2B5EF4-FFF2-40B4-BE49-F238E27FC236}">
                <ns2:creationId id="{A50C40B8-E5CA-4391-B00E-5D9DD47CB901}"/>
              </a:ext>
            </a:extLst>
          </p:cNvPr>
          <p:cNvSpPr>
            <a:spLocks noGrp="1"/>
          </p:cNvSpPr>
          <p:nvPr/>
        </p:nvSpPr>
        <p:spPr>
          <a:xfrm>
            <a:off x="8800624" y="571500"/>
            <a:ext cx="135378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‏שרוולים</a:t>
            </a:r>
          </a:p>
        </p:txBody>
      </p:sp>
      <p:sp>
        <p:nvSpPr>
          <p:cNvPr id="3" name="title-word-2">
            <a:extLst>
              <a:ext uri="{FF2B5EF4-FFF2-40B4-BE49-F238E27FC236}">
                <ns2:creationId id="{E542D78C-7F17-492D-B2D3-B04A93FD833C}"/>
              </a:ext>
            </a:extLst>
          </p:cNvPr>
          <p:cNvSpPr>
            <a:spLocks noGrp="1"/>
          </p:cNvSpPr>
          <p:nvPr/>
        </p:nvSpPr>
        <p:spPr>
          <a:xfrm>
            <a:off x="7187184" y="571500"/>
            <a:ext cx="151609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‏ומכנסיים</a:t>
            </a:r>
          </a:p>
        </p:txBody>
      </p:sp>
      <p:sp>
        <p:nvSpPr>
          <p:cNvPr id="4" name="body-1-1-word-0">
            <a:extLst>
              <a:ext uri="{FF2B5EF4-FFF2-40B4-BE49-F238E27FC236}">
                <ns2:creationId id="{FB2FF744-98FD-4AEA-AF7A-E866CC446CA0}"/>
              </a:ext>
            </a:extLst>
          </p:cNvPr>
          <p:cNvSpPr>
            <a:spLocks noGrp="1"/>
          </p:cNvSpPr>
          <p:nvPr/>
        </p:nvSpPr>
        <p:spPr>
          <a:xfrm>
            <a:off x="10571417" y="1762125"/>
            <a:ext cx="8776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‏בחולצת</a:t>
            </a:r>
          </a:p>
        </p:txBody>
      </p:sp>
      <p:sp>
        <p:nvSpPr>
          <p:cNvPr id="5" name="body-1-1-word-1">
            <a:extLst>
              <a:ext uri="{FF2B5EF4-FFF2-40B4-BE49-F238E27FC236}">
                <ns2:creationId id="{5E206D58-698D-4BF7-AF14-7D9250EADAE0}"/>
              </a:ext>
            </a:extLst>
          </p:cNvPr>
          <p:cNvSpPr>
            <a:spLocks noGrp="1"/>
          </p:cNvSpPr>
          <p:nvPr/>
        </p:nvSpPr>
        <p:spPr>
          <a:xfrm>
            <a:off x="9751981" y="1762125"/>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6" name="body-1-1-word-2">
            <a:extLst>
              <a:ext uri="{FF2B5EF4-FFF2-40B4-BE49-F238E27FC236}">
                <ns2:creationId id="{6D86D820-CBC2-402F-B5C8-87076C8578EC}"/>
              </a:ext>
            </a:extLst>
          </p:cNvPr>
          <p:cNvSpPr>
            <a:spLocks noGrp="1"/>
          </p:cNvSpPr>
          <p:nvPr/>
        </p:nvSpPr>
        <p:spPr>
          <a:xfrm>
            <a:off x="8632889" y="1762125"/>
            <a:ext cx="10587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‏מכפתרים</a:t>
            </a:r>
          </a:p>
        </p:txBody>
      </p:sp>
      <p:sp>
        <p:nvSpPr>
          <p:cNvPr id="7" name="body-1-1-word-3">
            <a:extLst>
              <a:ext uri="{FF2B5EF4-FFF2-40B4-BE49-F238E27FC236}">
                <ns2:creationId id="{C6D48C46-7004-4DE7-9556-DAAC5DA5807C}"/>
              </a:ext>
            </a:extLst>
          </p:cNvPr>
          <p:cNvSpPr>
            <a:spLocks noGrp="1"/>
          </p:cNvSpPr>
          <p:nvPr/>
        </p:nvSpPr>
        <p:spPr>
          <a:xfrm>
            <a:off x="8199501"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8" name="body-1-1-word-4">
            <a:extLst>
              <a:ext uri="{FF2B5EF4-FFF2-40B4-BE49-F238E27FC236}">
                <ns2:creationId id="{8F1844C3-F0CD-4731-BFE9-55E8BDED9C32}"/>
              </a:ext>
            </a:extLst>
          </p:cNvPr>
          <p:cNvSpPr>
            <a:spLocks noGrp="1"/>
          </p:cNvSpPr>
          <p:nvPr/>
        </p:nvSpPr>
        <p:spPr>
          <a:xfrm>
            <a:off x="7009638" y="1762125"/>
            <a:ext cx="11295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‏הכפתורים</a:t>
            </a:r>
          </a:p>
        </p:txBody>
      </p:sp>
      <p:sp>
        <p:nvSpPr>
          <p:cNvPr id="9" name="body-1-1-word-5">
            <a:extLst>
              <a:ext uri="{FF2B5EF4-FFF2-40B4-BE49-F238E27FC236}">
                <ns2:creationId id="{CC2B8CF7-71CB-48FC-A4C4-FFB38A41AB1C}"/>
              </a:ext>
            </a:extLst>
          </p:cNvPr>
          <p:cNvSpPr>
            <a:spLocks noGrp="1"/>
          </p:cNvSpPr>
          <p:nvPr/>
        </p:nvSpPr>
        <p:spPr>
          <a:xfrm>
            <a:off x="6450521" y="1762125"/>
            <a:ext cx="4988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‏פרט</a:t>
            </a:r>
          </a:p>
        </p:txBody>
      </p:sp>
      <p:sp>
        <p:nvSpPr>
          <p:cNvPr id="10" name="body-1-1-word-6">
            <a:extLst>
              <a:ext uri="{FF2B5EF4-FFF2-40B4-BE49-F238E27FC236}">
                <ns2:creationId id="{C25E44E7-2F14-4B3A-AC04-2552F61E766C}"/>
              </a:ext>
            </a:extLst>
          </p:cNvPr>
          <p:cNvSpPr>
            <a:spLocks noGrp="1"/>
          </p:cNvSpPr>
          <p:nvPr/>
        </p:nvSpPr>
        <p:spPr>
          <a:xfrm>
            <a:off x="5655088" y="1762125"/>
            <a:ext cx="7351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‏לעליון.</a:t>
            </a:r>
          </a:p>
        </p:txBody>
      </p:sp>
      <p:sp>
        <p:nvSpPr>
          <p:cNvPr id="11" name="body-1-1-word-7">
            <a:extLst>
              <a:ext uri="{FF2B5EF4-FFF2-40B4-BE49-F238E27FC236}">
                <ns2:creationId id="{C7BF76C3-A218-4D29-B604-3D941C779129}"/>
              </a:ext>
            </a:extLst>
          </p:cNvPr>
          <p:cNvSpPr>
            <a:spLocks noGrp="1"/>
          </p:cNvSpPr>
          <p:nvPr/>
        </p:nvSpPr>
        <p:spPr>
          <a:xfrm>
            <a:off x="4685919" y="1762125"/>
            <a:ext cx="9088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‏מכניסים</a:t>
            </a:r>
          </a:p>
        </p:txBody>
      </p:sp>
      <p:sp>
        <p:nvSpPr>
          <p:cNvPr id="12" name="body-1-1-word-8">
            <a:extLst>
              <a:ext uri="{FF2B5EF4-FFF2-40B4-BE49-F238E27FC236}">
                <ns2:creationId id="{C98E079A-F3B3-4038-BFF9-C03576A3A7BF}"/>
              </a:ext>
            </a:extLst>
          </p:cNvPr>
          <p:cNvSpPr>
            <a:spLocks noGrp="1"/>
          </p:cNvSpPr>
          <p:nvPr/>
        </p:nvSpPr>
        <p:spPr>
          <a:xfrm>
            <a:off x="4252532"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13" name="body-1-1-word-9">
            <a:extLst>
              <a:ext uri="{FF2B5EF4-FFF2-40B4-BE49-F238E27FC236}">
                <ns2:creationId id="{FE038DC0-E3CB-449A-92BA-9C7011389783}"/>
              </a:ext>
            </a:extLst>
          </p:cNvPr>
          <p:cNvSpPr>
            <a:spLocks noGrp="1"/>
          </p:cNvSpPr>
          <p:nvPr/>
        </p:nvSpPr>
        <p:spPr>
          <a:xfrm>
            <a:off x="3520059" y="1762125"/>
            <a:ext cx="6721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‏שוליה</a:t>
            </a:r>
          </a:p>
        </p:txBody>
      </p:sp>
      <p:sp>
        <p:nvSpPr>
          <p:cNvPr id="14" name="body-1-1-word-10">
            <a:extLst>
              <a:ext uri="{FF2B5EF4-FFF2-40B4-BE49-F238E27FC236}">
                <ns2:creationId id="{E2588361-0544-4AF2-BA67-1E1BBA4C9809}"/>
              </a:ext>
            </a:extLst>
          </p:cNvPr>
          <p:cNvSpPr>
            <a:spLocks noGrp="1"/>
          </p:cNvSpPr>
          <p:nvPr/>
        </p:nvSpPr>
        <p:spPr>
          <a:xfrm>
            <a:off x="2418683" y="1762125"/>
            <a:ext cx="10410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‏למכנסיים</a:t>
            </a:r>
          </a:p>
        </p:txBody>
      </p:sp>
      <p:sp>
        <p:nvSpPr>
          <p:cNvPr id="15" name="body-1-1-word-11">
            <a:extLst>
              <a:ext uri="{FF2B5EF4-FFF2-40B4-BE49-F238E27FC236}">
                <ns2:creationId id="{A90E8A16-E417-4709-A61B-D943115C51A8}"/>
              </a:ext>
            </a:extLst>
          </p:cNvPr>
          <p:cNvSpPr>
            <a:spLocks noGrp="1"/>
          </p:cNvSpPr>
          <p:nvPr/>
        </p:nvSpPr>
        <p:spPr>
          <a:xfrm>
            <a:off x="2098453"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6" name="body-1-1-word-12">
            <a:extLst>
              <a:ext uri="{FF2B5EF4-FFF2-40B4-BE49-F238E27FC236}">
                <ns2:creationId id="{303E9FFD-DD05-4658-8C79-934F8FC6278D}"/>
              </a:ext>
            </a:extLst>
          </p:cNvPr>
          <p:cNvSpPr>
            <a:spLocks noGrp="1"/>
          </p:cNvSpPr>
          <p:nvPr/>
        </p:nvSpPr>
        <p:spPr>
          <a:xfrm>
            <a:off x="1075182" y="1762125"/>
            <a:ext cx="9629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‏לחצאית.</a:t>
            </a:r>
          </a:p>
        </p:txBody>
      </p:sp>
      <p:sp>
        <p:nvSpPr>
          <p:cNvPr id="17" name="body-1-2-word-0">
            <a:extLst>
              <a:ext uri="{FF2B5EF4-FFF2-40B4-BE49-F238E27FC236}">
                <ns2:creationId id="{AA7BDF03-D627-406C-9E26-2A441EE216B4}"/>
              </a:ext>
            </a:extLst>
          </p:cNvPr>
          <p:cNvSpPr>
            <a:spLocks noGrp="1"/>
          </p:cNvSpPr>
          <p:nvPr/>
        </p:nvSpPr>
        <p:spPr>
          <a:xfrm>
            <a:off x="10818685" y="2113598"/>
            <a:ext cx="6303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‏ירכית</a:t>
            </a:r>
          </a:p>
        </p:txBody>
      </p:sp>
      <p:sp>
        <p:nvSpPr>
          <p:cNvPr id="18" name="body-1-2-word-1">
            <a:extLst>
              <a:ext uri="{FF2B5EF4-FFF2-40B4-BE49-F238E27FC236}">
                <ns2:creationId id="{80457E6A-8B00-488E-BA58-1334B518B47B}"/>
              </a:ext>
            </a:extLst>
          </p:cNvPr>
          <p:cNvSpPr>
            <a:spLocks noGrp="1"/>
          </p:cNvSpPr>
          <p:nvPr/>
        </p:nvSpPr>
        <p:spPr>
          <a:xfrm>
            <a:off x="9959911" y="2113598"/>
            <a:ext cx="7984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‏נלבשת</a:t>
            </a:r>
          </a:p>
        </p:txBody>
      </p:sp>
      <p:sp>
        <p:nvSpPr>
          <p:cNvPr id="19" name="body-1-2-word-2">
            <a:extLst>
              <a:ext uri="{FF2B5EF4-FFF2-40B4-BE49-F238E27FC236}">
                <ns2:creationId id="{BC56B8B5-E6A9-48A5-A98C-44BEE205EBE6}"/>
              </a:ext>
            </a:extLst>
          </p:cNvPr>
          <p:cNvSpPr>
            <a:spLocks noGrp="1"/>
          </p:cNvSpPr>
          <p:nvPr/>
        </p:nvSpPr>
        <p:spPr>
          <a:xfrm>
            <a:off x="9002173" y="2113598"/>
            <a:ext cx="8974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‏מעליהם</a:t>
            </a:r>
          </a:p>
        </p:txBody>
      </p:sp>
      <p:sp>
        <p:nvSpPr>
          <p:cNvPr id="20" name="body-1-2-word-3">
            <a:extLst>
              <a:ext uri="{FF2B5EF4-FFF2-40B4-BE49-F238E27FC236}">
                <ns2:creationId id="{C903E569-A0A5-4588-8299-F16C3D7D7A6E}"/>
              </a:ext>
            </a:extLst>
          </p:cNvPr>
          <p:cNvSpPr>
            <a:spLocks noGrp="1"/>
          </p:cNvSpPr>
          <p:nvPr/>
        </p:nvSpPr>
        <p:spPr>
          <a:xfrm>
            <a:off x="8554402" y="2113598"/>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21" name="body-1-2-word-4">
            <a:extLst>
              <a:ext uri="{FF2B5EF4-FFF2-40B4-BE49-F238E27FC236}">
                <ns2:creationId id="{409BC195-838B-4764-87D3-668D717E8ED5}"/>
              </a:ext>
            </a:extLst>
          </p:cNvPr>
          <p:cNvSpPr>
            <a:spLocks noGrp="1"/>
          </p:cNvSpPr>
          <p:nvPr/>
        </p:nvSpPr>
        <p:spPr>
          <a:xfrm>
            <a:off x="7662577" y="2113598"/>
            <a:ext cx="831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‏הוראות</a:t>
            </a:r>
          </a:p>
        </p:txBody>
      </p:sp>
      <p:sp>
        <p:nvSpPr>
          <p:cNvPr id="22" name="body-1-2-word-5">
            <a:extLst>
              <a:ext uri="{FF2B5EF4-FFF2-40B4-BE49-F238E27FC236}">
                <ns2:creationId id="{7A35662F-7315-493C-86E5-7642C612B3B3}"/>
              </a:ext>
            </a:extLst>
          </p:cNvPr>
          <p:cNvSpPr>
            <a:spLocks noGrp="1"/>
          </p:cNvSpPr>
          <p:nvPr/>
        </p:nvSpPr>
        <p:spPr>
          <a:xfrm>
            <a:off x="6892004" y="2113598"/>
            <a:ext cx="7102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‏הדגם.</a:t>
            </a:r>
          </a:p>
        </p:txBody>
      </p:sp>
      <p:sp>
        <p:nvSpPr>
          <p:cNvPr id="23" name="body-2-1-word-0">
            <a:extLst>
              <a:ext uri="{FF2B5EF4-FFF2-40B4-BE49-F238E27FC236}">
                <ns2:creationId id="{AE015609-C388-45E9-9A8B-497E8CD02B91}"/>
              </a:ext>
            </a:extLst>
          </p:cNvPr>
          <p:cNvSpPr>
            <a:spLocks noGrp="1"/>
          </p:cNvSpPr>
          <p:nvPr/>
        </p:nvSpPr>
        <p:spPr>
          <a:xfrm>
            <a:off x="10519029" y="2655570"/>
            <a:ext cx="9300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‏כשמותר</a:t>
            </a:r>
          </a:p>
        </p:txBody>
      </p:sp>
      <p:sp>
        <p:nvSpPr>
          <p:cNvPr id="24" name="body-2-1-word-1">
            <a:extLst>
              <a:ext uri="{FF2B5EF4-FFF2-40B4-BE49-F238E27FC236}">
                <ns2:creationId id="{ED7FDF17-F20B-4810-B479-87F940708C03}"/>
              </a:ext>
            </a:extLst>
          </p:cNvPr>
          <p:cNvSpPr>
            <a:spLocks noGrp="1"/>
          </p:cNvSpPr>
          <p:nvPr/>
        </p:nvSpPr>
        <p:spPr>
          <a:xfrm>
            <a:off x="9852374" y="2655570"/>
            <a:ext cx="6063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‏לקפל</a:t>
            </a:r>
          </a:p>
        </p:txBody>
      </p:sp>
      <p:sp>
        <p:nvSpPr>
          <p:cNvPr id="25" name="body-2-1-word-2">
            <a:extLst>
              <a:ext uri="{FF2B5EF4-FFF2-40B4-BE49-F238E27FC236}">
                <ns2:creationId id="{3E9393D4-1507-4A2A-8067-2D0C40795912}"/>
              </a:ext>
            </a:extLst>
          </p:cNvPr>
          <p:cNvSpPr>
            <a:spLocks noGrp="1"/>
          </p:cNvSpPr>
          <p:nvPr/>
        </p:nvSpPr>
        <p:spPr>
          <a:xfrm>
            <a:off x="8825484" y="2655570"/>
            <a:ext cx="9665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‏שרוולים,</a:t>
            </a:r>
          </a:p>
        </p:txBody>
      </p:sp>
      <p:sp>
        <p:nvSpPr>
          <p:cNvPr id="26" name="body-2-1-word-3">
            <a:extLst>
              <a:ext uri="{FF2B5EF4-FFF2-40B4-BE49-F238E27FC236}">
                <ns2:creationId id="{B7EA2BFF-F4BF-4456-AF7E-F7F469E4CF19}"/>
              </a:ext>
            </a:extLst>
          </p:cNvPr>
          <p:cNvSpPr>
            <a:spLocks noGrp="1"/>
          </p:cNvSpPr>
          <p:nvPr/>
        </p:nvSpPr>
        <p:spPr>
          <a:xfrm>
            <a:off x="7978140" y="2655570"/>
            <a:ext cx="7870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‏הקיפול</a:t>
            </a:r>
          </a:p>
        </p:txBody>
      </p:sp>
      <p:sp>
        <p:nvSpPr>
          <p:cNvPr id="27" name="body-2-1-word-4">
            <a:extLst>
              <a:ext uri="{FF2B5EF4-FFF2-40B4-BE49-F238E27FC236}">
                <ns2:creationId id="{FA7F3D1F-E101-4E95-BA98-BEFEE476AE1F}"/>
              </a:ext>
            </a:extLst>
          </p:cNvPr>
          <p:cNvSpPr>
            <a:spLocks noGrp="1"/>
          </p:cNvSpPr>
          <p:nvPr/>
        </p:nvSpPr>
        <p:spPr>
          <a:xfrm>
            <a:off x="7404259" y="2655570"/>
            <a:ext cx="5135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‏יהיה</a:t>
            </a:r>
          </a:p>
        </p:txBody>
      </p:sp>
      <p:sp>
        <p:nvSpPr>
          <p:cNvPr id="28" name="body-2-1-word-5">
            <a:extLst>
              <a:ext uri="{FF2B5EF4-FFF2-40B4-BE49-F238E27FC236}">
                <ns2:creationId id="{CFF3D5C8-4D9A-4CF1-9D35-C4FC0BC8888A}"/>
              </a:ext>
            </a:extLst>
          </p:cNvPr>
          <p:cNvSpPr>
            <a:spLocks noGrp="1"/>
          </p:cNvSpPr>
          <p:nvPr/>
        </p:nvSpPr>
        <p:spPr>
          <a:xfrm>
            <a:off x="6860096" y="2655570"/>
            <a:ext cx="4838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‏מעל</a:t>
            </a:r>
          </a:p>
        </p:txBody>
      </p:sp>
      <p:sp>
        <p:nvSpPr>
          <p:cNvPr id="29" name="body-2-1-word-6">
            <a:extLst>
              <a:ext uri="{FF2B5EF4-FFF2-40B4-BE49-F238E27FC236}">
                <ns2:creationId id="{1B85A22F-3BC3-4F1C-8785-7D2ECBE3912A}"/>
              </a:ext>
            </a:extLst>
          </p:cNvPr>
          <p:cNvSpPr>
            <a:spLocks noGrp="1"/>
          </p:cNvSpPr>
          <p:nvPr/>
        </p:nvSpPr>
        <p:spPr>
          <a:xfrm>
            <a:off x="5889308" y="2655570"/>
            <a:ext cx="9104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‏המרפק.</a:t>
            </a:r>
          </a:p>
        </p:txBody>
      </p:sp>
      <p:sp>
        <p:nvSpPr>
          <p:cNvPr id="30" name="body-2-1-word-7">
            <a:extLst>
              <a:ext uri="{FF2B5EF4-FFF2-40B4-BE49-F238E27FC236}">
                <ns2:creationId id="{B2189056-C973-46C2-8171-53F5BAACA2D3}"/>
              </a:ext>
            </a:extLst>
          </p:cNvPr>
          <p:cNvSpPr>
            <a:spLocks noGrp="1"/>
          </p:cNvSpPr>
          <p:nvPr/>
        </p:nvSpPr>
        <p:spPr>
          <a:xfrm>
            <a:off x="5155787" y="2655570"/>
            <a:ext cx="6732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‏בטקס</a:t>
            </a:r>
          </a:p>
        </p:txBody>
      </p:sp>
      <p:sp>
        <p:nvSpPr>
          <p:cNvPr id="31" name="body-2-1-word-8">
            <a:extLst>
              <a:ext uri="{FF2B5EF4-FFF2-40B4-BE49-F238E27FC236}">
                <ns2:creationId id="{59F97BDB-883D-4F19-A4D9-72D127E5B27B}"/>
              </a:ext>
            </a:extLst>
          </p:cNvPr>
          <p:cNvSpPr>
            <a:spLocks noGrp="1"/>
          </p:cNvSpPr>
          <p:nvPr/>
        </p:nvSpPr>
        <p:spPr>
          <a:xfrm>
            <a:off x="4036219" y="2655570"/>
            <a:ext cx="1059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‏השרוולים</a:t>
            </a:r>
          </a:p>
        </p:txBody>
      </p:sp>
      <p:sp>
        <p:nvSpPr>
          <p:cNvPr id="32" name="body-2-1-word-9">
            <a:extLst>
              <a:ext uri="{FF2B5EF4-FFF2-40B4-BE49-F238E27FC236}">
                <ns2:creationId id="{AC3D268A-F9E1-428F-BE0D-1D969121574B}"/>
              </a:ext>
            </a:extLst>
          </p:cNvPr>
          <p:cNvSpPr>
            <a:spLocks noGrp="1"/>
          </p:cNvSpPr>
          <p:nvPr/>
        </p:nvSpPr>
        <p:spPr>
          <a:xfrm>
            <a:off x="3117914" y="2655570"/>
            <a:ext cx="8580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‏ארוכים,</a:t>
            </a:r>
          </a:p>
        </p:txBody>
      </p:sp>
      <p:sp>
        <p:nvSpPr>
          <p:cNvPr id="33" name="body-2-1-word-10">
            <a:extLst>
              <a:ext uri="{FF2B5EF4-FFF2-40B4-BE49-F238E27FC236}">
                <ns2:creationId id="{C0C46830-1788-4DBD-A935-EA6A8881042B}"/>
              </a:ext>
            </a:extLst>
          </p:cNvPr>
          <p:cNvSpPr>
            <a:spLocks noGrp="1"/>
          </p:cNvSpPr>
          <p:nvPr/>
        </p:nvSpPr>
        <p:spPr>
          <a:xfrm>
            <a:off x="2254568" y="2655570"/>
            <a:ext cx="8030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‏מורדים</a:t>
            </a:r>
          </a:p>
        </p:txBody>
      </p:sp>
      <p:sp>
        <p:nvSpPr>
          <p:cNvPr id="34" name="body-2-1-word-11">
            <a:extLst>
              <a:ext uri="{FF2B5EF4-FFF2-40B4-BE49-F238E27FC236}">
                <ns2:creationId id="{A2E6A6D3-C775-40D6-96AE-121C23AE41FD}"/>
              </a:ext>
            </a:extLst>
          </p:cNvPr>
          <p:cNvSpPr>
            <a:spLocks noGrp="1"/>
          </p:cNvSpPr>
          <p:nvPr/>
        </p:nvSpPr>
        <p:spPr>
          <a:xfrm>
            <a:off x="915162" y="2655570"/>
            <a:ext cx="12791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‏ומכופתרים.</a:t>
            </a:r>
          </a:p>
        </p:txBody>
      </p:sp>
      <p:sp>
        <p:nvSpPr>
          <p:cNvPr id="35" name="body-3-1-word-0">
            <a:extLst>
              <a:ext uri="{FF2B5EF4-FFF2-40B4-BE49-F238E27FC236}">
                <ns2:creationId id="{74EFAF1F-2099-4E8C-86E3-88971E4D6D4F}"/>
              </a:ext>
            </a:extLst>
          </p:cNvPr>
          <p:cNvSpPr>
            <a:spLocks noGrp="1"/>
          </p:cNvSpPr>
          <p:nvPr/>
        </p:nvSpPr>
        <p:spPr>
          <a:xfrm>
            <a:off x="10569321" y="3197543"/>
            <a:ext cx="8797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‏בנעליים</a:t>
            </a:r>
          </a:p>
        </p:txBody>
      </p:sp>
      <p:sp>
        <p:nvSpPr>
          <p:cNvPr id="36" name="body-3-1-word-1">
            <a:extLst>
              <a:ext uri="{FF2B5EF4-FFF2-40B4-BE49-F238E27FC236}">
                <ns2:creationId id="{5E575382-13E2-4104-A6B5-A49780671537}"/>
              </a:ext>
            </a:extLst>
          </p:cNvPr>
          <p:cNvSpPr>
            <a:spLocks noGrp="1"/>
          </p:cNvSpPr>
          <p:nvPr/>
        </p:nvSpPr>
        <p:spPr>
          <a:xfrm>
            <a:off x="9715024" y="3197543"/>
            <a:ext cx="7940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‏גבוהות</a:t>
            </a:r>
          </a:p>
        </p:txBody>
      </p:sp>
      <p:sp>
        <p:nvSpPr>
          <p:cNvPr id="37" name="body-3-1-word-2">
            <a:extLst>
              <a:ext uri="{FF2B5EF4-FFF2-40B4-BE49-F238E27FC236}">
                <ns2:creationId id="{EA9DDB81-E23B-4886-822D-D120AA009317}"/>
              </a:ext>
            </a:extLst>
          </p:cNvPr>
          <p:cNvSpPr>
            <a:spLocks noGrp="1"/>
          </p:cNvSpPr>
          <p:nvPr/>
        </p:nvSpPr>
        <p:spPr>
          <a:xfrm>
            <a:off x="8738521" y="3197543"/>
            <a:ext cx="9162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‏מהדקים</a:t>
            </a:r>
          </a:p>
        </p:txBody>
      </p:sp>
      <p:sp>
        <p:nvSpPr>
          <p:cNvPr id="38" name="body-3-1-word-3">
            <a:extLst>
              <a:ext uri="{FF2B5EF4-FFF2-40B4-BE49-F238E27FC236}">
                <ns2:creationId id="{983F6AE0-9F01-412B-B3B5-E35B4EBD28A1}"/>
              </a:ext>
            </a:extLst>
          </p:cNvPr>
          <p:cNvSpPr>
            <a:spLocks noGrp="1"/>
          </p:cNvSpPr>
          <p:nvPr/>
        </p:nvSpPr>
        <p:spPr>
          <a:xfrm>
            <a:off x="8305133" y="3197543"/>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9" name="body-3-1-word-4">
            <a:extLst>
              <a:ext uri="{FF2B5EF4-FFF2-40B4-BE49-F238E27FC236}">
                <ns2:creationId id="{61671F07-6632-43A5-94A2-A5B3F4086639}"/>
              </a:ext>
            </a:extLst>
          </p:cNvPr>
          <p:cNvSpPr>
            <a:spLocks noGrp="1"/>
          </p:cNvSpPr>
          <p:nvPr/>
        </p:nvSpPr>
        <p:spPr>
          <a:xfrm>
            <a:off x="7163943" y="3197543"/>
            <a:ext cx="10808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‏המכנסיים</a:t>
            </a:r>
          </a:p>
        </p:txBody>
      </p:sp>
      <p:sp>
        <p:nvSpPr>
          <p:cNvPr id="40" name="body-3-1-word-5">
            <a:extLst>
              <a:ext uri="{FF2B5EF4-FFF2-40B4-BE49-F238E27FC236}">
                <ns2:creationId id="{F6039289-6A21-43B4-BDD9-2219F5412970}"/>
              </a:ext>
            </a:extLst>
          </p:cNvPr>
          <p:cNvSpPr>
            <a:spLocks noGrp="1"/>
          </p:cNvSpPr>
          <p:nvPr/>
        </p:nvSpPr>
        <p:spPr>
          <a:xfrm>
            <a:off x="6619780" y="3197543"/>
            <a:ext cx="4838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‏מעל</a:t>
            </a:r>
          </a:p>
        </p:txBody>
      </p:sp>
      <p:sp>
        <p:nvSpPr>
          <p:cNvPr id="41" name="body-3-1-word-6">
            <a:extLst>
              <a:ext uri="{FF2B5EF4-FFF2-40B4-BE49-F238E27FC236}">
                <ns2:creationId id="{39012160-6607-4AFC-A462-149565C375D4}"/>
              </a:ext>
            </a:extLst>
          </p:cNvPr>
          <p:cNvSpPr>
            <a:spLocks noGrp="1"/>
          </p:cNvSpPr>
          <p:nvPr/>
        </p:nvSpPr>
        <p:spPr>
          <a:xfrm>
            <a:off x="5974651" y="3197543"/>
            <a:ext cx="5848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a:t>
            </a:r>
          </a:p>
        </p:txBody>
      </p:sp>
      <p:sp>
        <p:nvSpPr>
          <p:cNvPr id="42" name="body-3-1-word-7">
            <a:extLst>
              <a:ext uri="{FF2B5EF4-FFF2-40B4-BE49-F238E27FC236}">
                <ns2:creationId id="{EC4DDF36-2745-476D-8D40-71593278D30B}"/>
              </a:ext>
            </a:extLst>
          </p:cNvPr>
          <p:cNvSpPr>
            <a:spLocks noGrp="1"/>
          </p:cNvSpPr>
          <p:nvPr/>
        </p:nvSpPr>
        <p:spPr>
          <a:xfrm>
            <a:off x="5050155" y="3197543"/>
            <a:ext cx="86420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‏בגומיות</a:t>
            </a:r>
          </a:p>
        </p:txBody>
      </p:sp>
      <p:sp>
        <p:nvSpPr>
          <p:cNvPr id="43" name="body-3-1-word-8">
            <a:extLst>
              <a:ext uri="{FF2B5EF4-FFF2-40B4-BE49-F238E27FC236}">
                <ns2:creationId id="{B59877B8-7761-4D36-A739-8608597EE14A}"/>
              </a:ext>
            </a:extLst>
          </p:cNvPr>
          <p:cNvSpPr>
            <a:spLocks noGrp="1"/>
          </p:cNvSpPr>
          <p:nvPr/>
        </p:nvSpPr>
        <p:spPr>
          <a:xfrm>
            <a:off x="3799713" y="3197543"/>
            <a:ext cx="11901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‏המוסתרות</a:t>
            </a:r>
          </a:p>
        </p:txBody>
      </p:sp>
      <p:sp>
        <p:nvSpPr>
          <p:cNvPr id="44" name="body-3-1-word-9">
            <a:extLst>
              <a:ext uri="{FF2B5EF4-FFF2-40B4-BE49-F238E27FC236}">
                <ns2:creationId id="{1A63C713-1683-43C4-85EF-D623380F42FF}"/>
              </a:ext>
            </a:extLst>
          </p:cNvPr>
          <p:cNvSpPr>
            <a:spLocks noGrp="1"/>
          </p:cNvSpPr>
          <p:nvPr/>
        </p:nvSpPr>
        <p:spPr>
          <a:xfrm>
            <a:off x="3274028" y="3197543"/>
            <a:ext cx="4653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‏בצד</a:t>
            </a:r>
          </a:p>
        </p:txBody>
      </p:sp>
      <p:sp>
        <p:nvSpPr>
          <p:cNvPr id="45" name="body-3-1-word-10">
            <a:extLst>
              <a:ext uri="{FF2B5EF4-FFF2-40B4-BE49-F238E27FC236}">
                <ns2:creationId id="{6E1E90EC-5002-4D49-84F8-D4142C064A61}"/>
              </a:ext>
            </a:extLst>
          </p:cNvPr>
          <p:cNvSpPr>
            <a:spLocks noGrp="1"/>
          </p:cNvSpPr>
          <p:nvPr/>
        </p:nvSpPr>
        <p:spPr>
          <a:xfrm>
            <a:off x="2364200" y="3197543"/>
            <a:ext cx="8495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‏הפנימי,</a:t>
            </a:r>
          </a:p>
        </p:txBody>
      </p:sp>
      <p:sp>
        <p:nvSpPr>
          <p:cNvPr id="46" name="body-3-1-word-11">
            <a:extLst>
              <a:ext uri="{FF2B5EF4-FFF2-40B4-BE49-F238E27FC236}">
                <ns2:creationId id="{98454490-948F-4FCD-931B-DA93460F20D2}"/>
              </a:ext>
            </a:extLst>
          </p:cNvPr>
          <p:cNvSpPr>
            <a:spLocks noGrp="1"/>
          </p:cNvSpPr>
          <p:nvPr/>
        </p:nvSpPr>
        <p:spPr>
          <a:xfrm>
            <a:off x="1324642" y="3197543"/>
            <a:ext cx="9792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‏ומכניסים</a:t>
            </a:r>
          </a:p>
        </p:txBody>
      </p:sp>
      <p:sp>
        <p:nvSpPr>
          <p:cNvPr id="47" name="body-3-2-word-0">
            <a:extLst>
              <a:ext uri="{FF2B5EF4-FFF2-40B4-BE49-F238E27FC236}">
                <ns2:creationId id="{C1CC5844-6D55-427B-8ACE-04CE19F2D027}"/>
              </a:ext>
            </a:extLst>
          </p:cNvPr>
          <p:cNvSpPr>
            <a:spLocks noGrp="1"/>
          </p:cNvSpPr>
          <p:nvPr/>
        </p:nvSpPr>
        <p:spPr>
          <a:xfrm>
            <a:off x="10749344" y="3549015"/>
            <a:ext cx="6997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‏פנימה</a:t>
            </a:r>
          </a:p>
        </p:txBody>
      </p:sp>
      <p:sp>
        <p:nvSpPr>
          <p:cNvPr id="48" name="body-3-2-word-1">
            <a:extLst>
              <a:ext uri="{FF2B5EF4-FFF2-40B4-BE49-F238E27FC236}">
                <ns2:creationId id="{92C1013F-B30E-4333-8BB4-6FE6CB1D4028}"/>
              </a:ext>
            </a:extLst>
          </p:cNvPr>
          <p:cNvSpPr>
            <a:spLocks noGrp="1"/>
          </p:cNvSpPr>
          <p:nvPr/>
        </p:nvSpPr>
        <p:spPr>
          <a:xfrm>
            <a:off x="10315956"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9" name="body-3-2-word-2">
            <a:extLst>
              <a:ext uri="{FF2B5EF4-FFF2-40B4-BE49-F238E27FC236}">
                <ns2:creationId id="{8C3953D1-E525-4900-AC13-92A451101FA3}"/>
              </a:ext>
            </a:extLst>
          </p:cNvPr>
          <p:cNvSpPr>
            <a:spLocks noGrp="1"/>
          </p:cNvSpPr>
          <p:nvPr/>
        </p:nvSpPr>
        <p:spPr>
          <a:xfrm>
            <a:off x="9679210" y="3549015"/>
            <a:ext cx="5764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‏קצות</a:t>
            </a:r>
          </a:p>
        </p:txBody>
      </p:sp>
      <p:sp>
        <p:nvSpPr>
          <p:cNvPr id="50" name="body-3-2-word-3">
            <a:extLst>
              <a:ext uri="{FF2B5EF4-FFF2-40B4-BE49-F238E27FC236}">
                <ns2:creationId id="{5FFD74B5-9A88-4037-BCA7-5E61CB28A5D2}"/>
              </a:ext>
            </a:extLst>
          </p:cNvPr>
          <p:cNvSpPr>
            <a:spLocks noGrp="1"/>
          </p:cNvSpPr>
          <p:nvPr/>
        </p:nvSpPr>
        <p:spPr>
          <a:xfrm>
            <a:off x="8551259" y="3549015"/>
            <a:ext cx="10676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‏השרוכים.</a:t>
            </a:r>
          </a:p>
        </p:txBody>
      </p:sp>
      <p:sp>
        <p:nvSpPr>
          <p:cNvPr id="51" name="body-4-1-word-0">
            <a:extLst>
              <a:ext uri="{FF2B5EF4-FFF2-40B4-BE49-F238E27FC236}">
                <ns2:creationId id="{255484A4-74C9-4E8F-AAE5-4DEA94D7BDC8}"/>
              </a:ext>
            </a:extLst>
          </p:cNvPr>
          <p:cNvSpPr>
            <a:spLocks noGrp="1"/>
          </p:cNvSpPr>
          <p:nvPr/>
        </p:nvSpPr>
        <p:spPr>
          <a:xfrm>
            <a:off x="10385298" y="4090988"/>
            <a:ext cx="10637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‏במכנסיים</a:t>
            </a:r>
          </a:p>
        </p:txBody>
      </p:sp>
      <p:sp>
        <p:nvSpPr>
          <p:cNvPr id="52" name="body-4-1-word-1">
            <a:extLst>
              <a:ext uri="{FF2B5EF4-FFF2-40B4-BE49-F238E27FC236}">
                <ns2:creationId id="{41F4EBD5-347F-4B7B-A8F0-0796BE4AB548}"/>
              </a:ext>
            </a:extLst>
          </p:cNvPr>
          <p:cNvSpPr>
            <a:spLocks noGrp="1"/>
          </p:cNvSpPr>
          <p:nvPr/>
        </p:nvSpPr>
        <p:spPr>
          <a:xfrm>
            <a:off x="9594913" y="4090988"/>
            <a:ext cx="7300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‏שאינם</a:t>
            </a:r>
          </a:p>
        </p:txBody>
      </p:sp>
      <p:sp>
        <p:nvSpPr>
          <p:cNvPr id="53" name="body-4-1-word-2">
            <a:extLst>
              <a:ext uri="{FF2B5EF4-FFF2-40B4-BE49-F238E27FC236}">
                <ns2:creationId id="{B3F0F040-559D-4803-9D1E-B1DC1B3098C7}"/>
              </a:ext>
            </a:extLst>
          </p:cNvPr>
          <p:cNvSpPr>
            <a:spLocks noGrp="1"/>
          </p:cNvSpPr>
          <p:nvPr/>
        </p:nvSpPr>
        <p:spPr>
          <a:xfrm>
            <a:off x="9050750" y="4090988"/>
            <a:ext cx="4838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‏מעל</a:t>
            </a:r>
          </a:p>
        </p:txBody>
      </p:sp>
      <p:sp>
        <p:nvSpPr>
          <p:cNvPr id="54" name="body-4-1-word-3">
            <a:extLst>
              <a:ext uri="{FF2B5EF4-FFF2-40B4-BE49-F238E27FC236}">
                <ns2:creationId id="{4FF50860-D0B6-4854-93C5-1AE4EFC17852}"/>
              </a:ext>
            </a:extLst>
          </p:cNvPr>
          <p:cNvSpPr>
            <a:spLocks noGrp="1"/>
          </p:cNvSpPr>
          <p:nvPr/>
        </p:nvSpPr>
        <p:spPr>
          <a:xfrm>
            <a:off x="8577643" y="4090988"/>
            <a:ext cx="412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‏נעל</a:t>
            </a:r>
          </a:p>
        </p:txBody>
      </p:sp>
      <p:sp>
        <p:nvSpPr>
          <p:cNvPr id="55" name="body-4-1-word-4">
            <a:extLst>
              <a:ext uri="{FF2B5EF4-FFF2-40B4-BE49-F238E27FC236}">
                <ns2:creationId id="{E38B4518-8D19-4E0F-A5F4-D13505C1A6CA}"/>
              </a:ext>
            </a:extLst>
          </p:cNvPr>
          <p:cNvSpPr>
            <a:spLocks noGrp="1"/>
          </p:cNvSpPr>
          <p:nvPr/>
        </p:nvSpPr>
        <p:spPr>
          <a:xfrm>
            <a:off x="7726013" y="4090988"/>
            <a:ext cx="7913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‏גבוהה,</a:t>
            </a:r>
          </a:p>
        </p:txBody>
      </p:sp>
      <p:sp>
        <p:nvSpPr>
          <p:cNvPr id="56" name="body-4-1-word-5">
            <a:extLst>
              <a:ext uri="{FF2B5EF4-FFF2-40B4-BE49-F238E27FC236}">
                <ns2:creationId id="{DE401D73-4CE8-40E3-B8C6-4C73FD49D5EA}"/>
              </a:ext>
            </a:extLst>
          </p:cNvPr>
          <p:cNvSpPr>
            <a:spLocks noGrp="1"/>
          </p:cNvSpPr>
          <p:nvPr/>
        </p:nvSpPr>
        <p:spPr>
          <a:xfrm>
            <a:off x="6689598" y="4090988"/>
            <a:ext cx="9761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‏המכפלת</a:t>
            </a:r>
          </a:p>
        </p:txBody>
      </p:sp>
      <p:sp>
        <p:nvSpPr>
          <p:cNvPr id="57" name="body-4-1-word-6">
            <a:extLst>
              <a:ext uri="{FF2B5EF4-FFF2-40B4-BE49-F238E27FC236}">
                <ns2:creationId id="{9FFB14F5-C48B-4B2B-A06E-F79859360EAA}"/>
              </a:ext>
            </a:extLst>
          </p:cNvPr>
          <p:cNvSpPr>
            <a:spLocks noGrp="1"/>
          </p:cNvSpPr>
          <p:nvPr/>
        </p:nvSpPr>
        <p:spPr>
          <a:xfrm>
            <a:off x="6307550" y="4090988"/>
            <a:ext cx="3217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a:t>
            </a:r>
          </a:p>
        </p:txBody>
      </p:sp>
      <p:sp>
        <p:nvSpPr>
          <p:cNvPr id="58" name="body-4-1-word-7">
            <a:extLst>
              <a:ext uri="{FF2B5EF4-FFF2-40B4-BE49-F238E27FC236}">
                <ns2:creationId id="{9DDD0AFE-0969-4D66-9907-86D236F7A34E}"/>
              </a:ext>
            </a:extLst>
          </p:cNvPr>
          <p:cNvSpPr>
            <a:spLocks noGrp="1"/>
          </p:cNvSpPr>
          <p:nvPr/>
        </p:nvSpPr>
        <p:spPr>
          <a:xfrm>
            <a:off x="5620512" y="4090988"/>
            <a:ext cx="6267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‏תהיה</a:t>
            </a:r>
          </a:p>
        </p:txBody>
      </p:sp>
      <p:sp>
        <p:nvSpPr>
          <p:cNvPr id="59" name="body-4-1-word-8">
            <a:extLst>
              <a:ext uri="{FF2B5EF4-FFF2-40B4-BE49-F238E27FC236}">
                <ns2:creationId id="{2FBE5DF4-1BDB-423E-A159-3CD672F2491A}"/>
              </a:ext>
            </a:extLst>
          </p:cNvPr>
          <p:cNvSpPr>
            <a:spLocks noGrp="1"/>
          </p:cNvSpPr>
          <p:nvPr/>
        </p:nvSpPr>
        <p:spPr>
          <a:xfrm>
            <a:off x="5076349" y="4090988"/>
            <a:ext cx="4838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‏מעל</a:t>
            </a:r>
          </a:p>
        </p:txBody>
      </p:sp>
      <p:sp>
        <p:nvSpPr>
          <p:cNvPr id="60" name="body-4-1-word-9">
            <a:extLst>
              <a:ext uri="{FF2B5EF4-FFF2-40B4-BE49-F238E27FC236}">
                <ns2:creationId id="{15FDFE1C-53E8-461F-BED8-2140F1D9CB18}"/>
              </a:ext>
            </a:extLst>
          </p:cNvPr>
          <p:cNvSpPr>
            <a:spLocks noGrp="1"/>
          </p:cNvSpPr>
          <p:nvPr/>
        </p:nvSpPr>
        <p:spPr>
          <a:xfrm>
            <a:off x="4420171" y="4090988"/>
            <a:ext cx="5958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‏פיקת</a:t>
            </a:r>
          </a:p>
        </p:txBody>
      </p:sp>
      <p:sp>
        <p:nvSpPr>
          <p:cNvPr id="61" name="body-4-1-word-10">
            <a:extLst>
              <a:ext uri="{FF2B5EF4-FFF2-40B4-BE49-F238E27FC236}">
                <ns2:creationId id="{0DDE7DBB-37CD-4617-95B4-04B8431C128B}"/>
              </a:ext>
            </a:extLst>
          </p:cNvPr>
          <p:cNvSpPr>
            <a:spLocks noGrp="1"/>
          </p:cNvSpPr>
          <p:nvPr/>
        </p:nvSpPr>
        <p:spPr>
          <a:xfrm>
            <a:off x="3489865" y="4090988"/>
            <a:ext cx="8700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‏הקרסול</a:t>
            </a:r>
          </a:p>
        </p:txBody>
      </p:sp>
      <p:sp>
        <p:nvSpPr>
          <p:cNvPr id="62" name="body-4-1-word-11">
            <a:extLst>
              <a:ext uri="{FF2B5EF4-FFF2-40B4-BE49-F238E27FC236}">
                <ns2:creationId id="{214425EA-D456-4BED-8E97-EE6E0070AC9C}"/>
              </a:ext>
            </a:extLst>
          </p:cNvPr>
          <p:cNvSpPr>
            <a:spLocks noGrp="1"/>
          </p:cNvSpPr>
          <p:nvPr/>
        </p:nvSpPr>
        <p:spPr>
          <a:xfrm>
            <a:off x="3037427" y="4090988"/>
            <a:ext cx="392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‏ולא</a:t>
            </a:r>
          </a:p>
        </p:txBody>
      </p:sp>
      <p:sp>
        <p:nvSpPr>
          <p:cNvPr id="63" name="body-4-1-word-12">
            <a:extLst>
              <a:ext uri="{FF2B5EF4-FFF2-40B4-BE49-F238E27FC236}">
                <ns2:creationId id="{386ADB14-B099-4B3C-B189-275C3E363AE2}"/>
              </a:ext>
            </a:extLst>
          </p:cNvPr>
          <p:cNvSpPr>
            <a:spLocks noGrp="1"/>
          </p:cNvSpPr>
          <p:nvPr/>
        </p:nvSpPr>
        <p:spPr>
          <a:xfrm>
            <a:off x="2238470" y="4090988"/>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64" name="body-4-1-word-13">
            <a:extLst>
              <a:ext uri="{FF2B5EF4-FFF2-40B4-BE49-F238E27FC236}">
                <ns2:creationId id="{974D05A5-6BC7-48BB-9C15-7AFB9819F09A}"/>
              </a:ext>
            </a:extLst>
          </p:cNvPr>
          <p:cNvSpPr>
            <a:spLocks noGrp="1"/>
          </p:cNvSpPr>
          <p:nvPr/>
        </p:nvSpPr>
        <p:spPr>
          <a:xfrm>
            <a:off x="1554099" y="4090988"/>
            <a:ext cx="62407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‏לעקב</a:t>
            </a:r>
          </a:p>
        </p:txBody>
      </p:sp>
      <p:sp>
        <p:nvSpPr>
          <p:cNvPr id="65" name="body-4-1-word-14">
            <a:extLst>
              <a:ext uri="{FF2B5EF4-FFF2-40B4-BE49-F238E27FC236}">
                <ns2:creationId id="{75CBDA1D-5140-4876-8C13-B341F84628DA}"/>
              </a:ext>
            </a:extLst>
          </p:cNvPr>
          <p:cNvSpPr>
            <a:spLocks noGrp="1"/>
          </p:cNvSpPr>
          <p:nvPr/>
        </p:nvSpPr>
        <p:spPr>
          <a:xfrm>
            <a:off x="829532" y="4090988"/>
            <a:ext cx="664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a:t>
            </a:r>
          </a:p>
        </p:txBody>
      </p:sp>
      <p:sp>
        <p:nvSpPr>
          <p:cNvPr id="66" name="sources-word-0">
            <a:extLst>
              <a:ext uri="{FF2B5EF4-FFF2-40B4-BE49-F238E27FC236}">
                <ns2:creationId id="{B5053FED-55E4-42BA-B285-79ABF3F1779B}"/>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67" name="sources-word-1">
            <a:extLst>
              <a:ext uri="{FF2B5EF4-FFF2-40B4-BE49-F238E27FC236}">
                <ns2:creationId id="{D40D1358-A054-447E-BBFD-769CF41190C5}"/>
              </a:ext>
            </a:extLst>
          </p:cNvPr>
          <p:cNvSpPr>
            <a:spLocks noGrp="1"/>
          </p:cNvSpPr>
          <p:nvPr/>
        </p:nvSpPr>
        <p:spPr>
          <a:xfrm>
            <a:off x="10719816"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68" name="sources-word-2">
            <a:extLst>
              <a:ext uri="{FF2B5EF4-FFF2-40B4-BE49-F238E27FC236}">
                <ns2:creationId id="{8AD9BA2F-168E-4F71-8557-DF12AE0B2674}"/>
              </a:ext>
            </a:extLst>
          </p:cNvPr>
          <p:cNvSpPr>
            <a:spLocks noGrp="1"/>
          </p:cNvSpPr>
          <p:nvPr/>
        </p:nvSpPr>
        <p:spPr>
          <a:xfrm>
            <a:off x="9955530"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69" name="sources-word-3">
            <a:extLst>
              <a:ext uri="{FF2B5EF4-FFF2-40B4-BE49-F238E27FC236}">
                <ns2:creationId id="{07934C32-E664-4262-AD05-7DBBB82701EF}"/>
              </a:ext>
            </a:extLst>
          </p:cNvPr>
          <p:cNvSpPr>
            <a:spLocks noGrp="1"/>
          </p:cNvSpPr>
          <p:nvPr/>
        </p:nvSpPr>
        <p:spPr>
          <a:xfrm>
            <a:off x="985866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0" name="sources-word-4">
            <a:extLst>
              <a:ext uri="{FF2B5EF4-FFF2-40B4-BE49-F238E27FC236}">
                <ns2:creationId id="{00518028-B015-42B5-B256-98BAD5A2DF88}"/>
              </a:ext>
            </a:extLst>
          </p:cNvPr>
          <p:cNvSpPr>
            <a:spLocks noGrp="1"/>
          </p:cNvSpPr>
          <p:nvPr/>
        </p:nvSpPr>
        <p:spPr>
          <a:xfrm>
            <a:off x="9472136"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1" name="sources-word-5">
            <a:extLst>
              <a:ext uri="{FF2B5EF4-FFF2-40B4-BE49-F238E27FC236}">
                <ns2:creationId id="{F84BFAA4-22A2-4207-9CC0-C2070A34D665}"/>
              </a:ext>
            </a:extLst>
          </p:cNvPr>
          <p:cNvSpPr>
            <a:spLocks noGrp="1"/>
          </p:cNvSpPr>
          <p:nvPr/>
        </p:nvSpPr>
        <p:spPr>
          <a:xfrm>
            <a:off x="9203531"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2" name="sources-word-6">
            <a:extLst>
              <a:ext uri="{FF2B5EF4-FFF2-40B4-BE49-F238E27FC236}">
                <ns2:creationId id="{3A430224-D251-4B49-B7D1-5C67195425EF}"/>
              </a:ext>
            </a:extLst>
          </p:cNvPr>
          <p:cNvSpPr>
            <a:spLocks noGrp="1"/>
          </p:cNvSpPr>
          <p:nvPr/>
        </p:nvSpPr>
        <p:spPr>
          <a:xfrm>
            <a:off x="843924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3" name="page">
            <a:extLst>
              <a:ext uri="{FF2B5EF4-FFF2-40B4-BE49-F238E27FC236}">
                <ns2:creationId id="{475A3A0E-4DC3-4C48-BB7E-3A7277DE1824}"/>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05 / 35</a:t>
            </a:r>
          </a:p>
        </p:txBody>
      </p:sp>
      <p:sp>
        <p:nvSpPr>
          <p:cNvPr id="74" name="timing-word-0">
            <a:extLst>
              <a:ext uri="{FF2B5EF4-FFF2-40B4-BE49-F238E27FC236}">
                <ns2:creationId id="{9603036B-34C1-4700-8CAB-B5D256BB6674}"/>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‏03:15</a:t>
            </a:r>
          </a:p>
        </p:txBody>
      </p:sp>
      <p:sp>
        <p:nvSpPr>
          <p:cNvPr id="75" name="timing-word-1">
            <a:extLst>
              <a:ext uri="{FF2B5EF4-FFF2-40B4-BE49-F238E27FC236}">
                <ns2:creationId id="{F2566A20-4626-4137-AF47-232654657793}"/>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76" name="timing-word-2">
            <a:extLst>
              <a:ext uri="{FF2B5EF4-FFF2-40B4-BE49-F238E27FC236}">
                <ns2:creationId id="{FA6A1AEA-6149-44BA-A2EF-6A5FB23A2BF9}"/>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‏04:00</a:t>
            </a:r>
          </a:p>
        </p:txBody>
      </p:sp>
      <p:sp>
        <p:nvSpPr>
          <p:cNvPr id="77" name="timing-word-3">
            <a:extLst>
              <a:ext uri="{FF2B5EF4-FFF2-40B4-BE49-F238E27FC236}">
                <ns2:creationId id="{B03B0DB8-C5B4-4DB5-B168-D1B8AC3CA4A8}"/>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78" name="timing-word-4">
            <a:extLst>
              <a:ext uri="{FF2B5EF4-FFF2-40B4-BE49-F238E27FC236}">
                <ns2:creationId id="{373AE990-B79C-4CDC-A11C-318A363ED715}"/>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358521798"/>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6" name="title-word-0">
            <a:extLst>
              <a:ext uri="{FF2B5EF4-FFF2-40B4-BE49-F238E27FC236}">
                <ns2:creationId id="{CEC81236-F68C-4FD0-A4B7-A7CF0F01C038}"/>
              </a:ext>
            </a:extLst>
          </p:cNvPr>
          <p:cNvSpPr>
            <a:spLocks noGrp="1"/>
          </p:cNvSpPr>
          <p:nvPr/>
        </p:nvSpPr>
        <p:spPr>
          <a:xfrm>
            <a:off x="10180320" y="571500"/>
            <a:ext cx="126873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‏כומתה,</a:t>
            </a:r>
          </a:p>
        </p:txBody>
      </p:sp>
      <p:sp>
        <p:nvSpPr>
          <p:cNvPr id="2" name="title-word-1">
            <a:extLst>
              <a:ext uri="{FF2B5EF4-FFF2-40B4-BE49-F238E27FC236}">
                <ns2:creationId id="{92049616-4853-4FEC-B994-170EF03D13CD}"/>
              </a:ext>
            </a:extLst>
          </p:cNvPr>
          <p:cNvSpPr>
            <a:spLocks noGrp="1"/>
          </p:cNvSpPr>
          <p:nvPr/>
        </p:nvSpPr>
        <p:spPr>
          <a:xfrm>
            <a:off x="9017508" y="571500"/>
            <a:ext cx="10654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‏דרגות</a:t>
            </a:r>
          </a:p>
        </p:txBody>
      </p:sp>
      <p:sp>
        <p:nvSpPr>
          <p:cNvPr id="3" name="title-word-2">
            <a:extLst>
              <a:ext uri="{FF2B5EF4-FFF2-40B4-BE49-F238E27FC236}">
                <ns2:creationId id="{1EB879FA-8FCA-46C7-8CE4-7ABE0D4BB015}"/>
              </a:ext>
            </a:extLst>
          </p:cNvPr>
          <p:cNvSpPr>
            <a:spLocks noGrp="1"/>
          </p:cNvSpPr>
          <p:nvPr/>
        </p:nvSpPr>
        <p:spPr>
          <a:xfrm>
            <a:off x="7677912" y="571500"/>
            <a:ext cx="124225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‏וסמלים</a:t>
            </a:r>
          </a:p>
        </p:txBody>
      </p:sp>
      <p:sp>
        <p:nvSpPr>
          <p:cNvPr id="4" name="body-1-1-word-0">
            <a:extLst>
              <a:ext uri="{FF2B5EF4-FFF2-40B4-BE49-F238E27FC236}">
                <ns2:creationId id="{3448893B-BF9E-47CF-9C11-136BF75CB466}"/>
              </a:ext>
            </a:extLst>
          </p:cNvPr>
          <p:cNvSpPr>
            <a:spLocks noGrp="1"/>
          </p:cNvSpPr>
          <p:nvPr/>
        </p:nvSpPr>
        <p:spPr>
          <a:xfrm>
            <a:off x="10648474" y="1762125"/>
            <a:ext cx="8005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‏נושאים</a:t>
            </a:r>
          </a:p>
        </p:txBody>
      </p:sp>
      <p:sp>
        <p:nvSpPr>
          <p:cNvPr id="5" name="body-1-1-word-1">
            <a:extLst>
              <a:ext uri="{FF2B5EF4-FFF2-40B4-BE49-F238E27FC236}">
                <ns2:creationId id="{8B5CCA7E-6949-40A5-B4B6-6B5960423380}"/>
              </a:ext>
            </a:extLst>
          </p:cNvPr>
          <p:cNvSpPr>
            <a:spLocks noGrp="1"/>
          </p:cNvSpPr>
          <p:nvPr/>
        </p:nvSpPr>
        <p:spPr>
          <a:xfrm>
            <a:off x="9829990" y="1762125"/>
            <a:ext cx="7581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‏כומתה</a:t>
            </a:r>
          </a:p>
        </p:txBody>
      </p:sp>
      <p:sp>
        <p:nvSpPr>
          <p:cNvPr id="6" name="body-1-1-word-2">
            <a:extLst>
              <a:ext uri="{FF2B5EF4-FFF2-40B4-BE49-F238E27FC236}">
                <ns2:creationId id="{7FEBB3EC-7965-48AD-81F9-5B04B8B51B99}"/>
              </a:ext>
            </a:extLst>
          </p:cNvPr>
          <p:cNvSpPr>
            <a:spLocks noGrp="1"/>
          </p:cNvSpPr>
          <p:nvPr/>
        </p:nvSpPr>
        <p:spPr>
          <a:xfrm>
            <a:off x="9382220" y="176212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7" name="body-1-1-word-3">
            <a:extLst>
              <a:ext uri="{FF2B5EF4-FFF2-40B4-BE49-F238E27FC236}">
                <ns2:creationId id="{E576E206-6C49-48E2-BDFF-19802D735553}"/>
              </a:ext>
            </a:extLst>
          </p:cNvPr>
          <p:cNvSpPr>
            <a:spLocks noGrp="1"/>
          </p:cNvSpPr>
          <p:nvPr/>
        </p:nvSpPr>
        <p:spPr>
          <a:xfrm>
            <a:off x="8465439" y="1762125"/>
            <a:ext cx="8564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‏הזכאות</a:t>
            </a:r>
          </a:p>
        </p:txBody>
      </p:sp>
      <p:sp>
        <p:nvSpPr>
          <p:cNvPr id="8" name="body-1-1-word-4">
            <a:extLst>
              <a:ext uri="{FF2B5EF4-FFF2-40B4-BE49-F238E27FC236}">
                <ns2:creationId id="{59E60C92-7721-4C4E-BFDA-D769383B0FC7}"/>
              </a:ext>
            </a:extLst>
          </p:cNvPr>
          <p:cNvSpPr>
            <a:spLocks noGrp="1"/>
          </p:cNvSpPr>
          <p:nvPr/>
        </p:nvSpPr>
        <p:spPr>
          <a:xfrm>
            <a:off x="7666482" y="1762125"/>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9" name="body-1-1-word-5">
            <a:extLst>
              <a:ext uri="{FF2B5EF4-FFF2-40B4-BE49-F238E27FC236}">
                <ns2:creationId id="{47AA0A89-E84D-434E-9501-E25EC107BDC6}"/>
              </a:ext>
            </a:extLst>
          </p:cNvPr>
          <p:cNvSpPr>
            <a:spLocks noGrp="1"/>
          </p:cNvSpPr>
          <p:nvPr/>
        </p:nvSpPr>
        <p:spPr>
          <a:xfrm>
            <a:off x="6719792" y="1762125"/>
            <a:ext cx="8863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‏לכותפת</a:t>
            </a:r>
          </a:p>
        </p:txBody>
      </p:sp>
      <p:sp>
        <p:nvSpPr>
          <p:cNvPr id="10" name="body-1-1-word-6">
            <a:extLst>
              <a:ext uri="{FF2B5EF4-FFF2-40B4-BE49-F238E27FC236}">
                <ns2:creationId id="{A2942762-0B9B-4F95-9B11-48FF2EF3519A}"/>
              </a:ext>
            </a:extLst>
          </p:cNvPr>
          <p:cNvSpPr>
            <a:spLocks noGrp="1"/>
          </p:cNvSpPr>
          <p:nvPr/>
        </p:nvSpPr>
        <p:spPr>
          <a:xfrm>
            <a:off x="5967603" y="1762125"/>
            <a:ext cx="6918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‏שמאל</a:t>
            </a:r>
          </a:p>
        </p:txBody>
      </p:sp>
      <p:sp>
        <p:nvSpPr>
          <p:cNvPr id="11" name="body-1-1-word-7">
            <a:extLst>
              <a:ext uri="{FF2B5EF4-FFF2-40B4-BE49-F238E27FC236}">
                <ns2:creationId id="{8F031436-9F3B-4D7A-A53F-A2765CFD732F}"/>
              </a:ext>
            </a:extLst>
          </p:cNvPr>
          <p:cNvSpPr>
            <a:spLocks noGrp="1"/>
          </p:cNvSpPr>
          <p:nvPr/>
        </p:nvSpPr>
        <p:spPr>
          <a:xfrm>
            <a:off x="5548027" y="176212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12" name="body-1-1-word-8">
            <a:extLst>
              <a:ext uri="{FF2B5EF4-FFF2-40B4-BE49-F238E27FC236}">
                <ns2:creationId id="{1AC9B070-3A42-4DB7-9F76-4D7A65D7AF1F}"/>
              </a:ext>
            </a:extLst>
          </p:cNvPr>
          <p:cNvSpPr>
            <a:spLocks noGrp="1"/>
          </p:cNvSpPr>
          <p:nvPr/>
        </p:nvSpPr>
        <p:spPr>
          <a:xfrm>
            <a:off x="4872990" y="1762125"/>
            <a:ext cx="6147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‏הבגד</a:t>
            </a:r>
          </a:p>
        </p:txBody>
      </p:sp>
      <p:sp>
        <p:nvSpPr>
          <p:cNvPr id="13" name="body-1-1-word-9">
            <a:extLst>
              <a:ext uri="{FF2B5EF4-FFF2-40B4-BE49-F238E27FC236}">
                <ns2:creationId id="{C26C2755-E111-4507-A921-28DDAE0A8AAF}"/>
              </a:ext>
            </a:extLst>
          </p:cNvPr>
          <p:cNvSpPr>
            <a:spLocks noGrp="1"/>
          </p:cNvSpPr>
          <p:nvPr/>
        </p:nvSpPr>
        <p:spPr>
          <a:xfrm>
            <a:off x="4117181" y="1762125"/>
            <a:ext cx="6955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‏העליון</a:t>
            </a:r>
          </a:p>
        </p:txBody>
      </p:sp>
      <p:sp>
        <p:nvSpPr>
          <p:cNvPr id="14" name="body-1-1-word-10">
            <a:extLst>
              <a:ext uri="{FF2B5EF4-FFF2-40B4-BE49-F238E27FC236}">
                <ns2:creationId id="{1182D30C-2515-481D-8097-634AAC904A63}"/>
              </a:ext>
            </a:extLst>
          </p:cNvPr>
          <p:cNvSpPr>
            <a:spLocks noGrp="1"/>
          </p:cNvSpPr>
          <p:nvPr/>
        </p:nvSpPr>
        <p:spPr>
          <a:xfrm>
            <a:off x="3019139" y="1762125"/>
            <a:ext cx="10377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‏המתאים.</a:t>
            </a:r>
          </a:p>
        </p:txBody>
      </p:sp>
      <p:sp>
        <p:nvSpPr>
          <p:cNvPr id="15" name="body-1-1-word-11">
            <a:extLst>
              <a:ext uri="{FF2B5EF4-FFF2-40B4-BE49-F238E27FC236}">
                <ns2:creationId id="{8FB33913-2AF9-460B-9947-9506908ACA92}"/>
              </a:ext>
            </a:extLst>
          </p:cNvPr>
          <p:cNvSpPr>
            <a:spLocks noGrp="1"/>
          </p:cNvSpPr>
          <p:nvPr/>
        </p:nvSpPr>
        <p:spPr>
          <a:xfrm>
            <a:off x="1929194" y="1762125"/>
            <a:ext cx="1029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‏בחבישה,</a:t>
            </a:r>
          </a:p>
        </p:txBody>
      </p:sp>
      <p:sp>
        <p:nvSpPr>
          <p:cNvPr id="16" name="body-1-1-word-12">
            <a:extLst>
              <a:ext uri="{FF2B5EF4-FFF2-40B4-BE49-F238E27FC236}">
                <ns2:creationId id="{8AD8CCA7-532F-400D-BA09-AA72EB36DF7F}"/>
              </a:ext>
            </a:extLst>
          </p:cNvPr>
          <p:cNvSpPr>
            <a:spLocks noGrp="1"/>
          </p:cNvSpPr>
          <p:nvPr/>
        </p:nvSpPr>
        <p:spPr>
          <a:xfrm>
            <a:off x="1200150" y="1762125"/>
            <a:ext cx="6687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‏הסמל</a:t>
            </a:r>
          </a:p>
        </p:txBody>
      </p:sp>
      <p:sp>
        <p:nvSpPr>
          <p:cNvPr id="17" name="body-1-2-word-0">
            <a:extLst>
              <a:ext uri="{FF2B5EF4-FFF2-40B4-BE49-F238E27FC236}">
                <ns2:creationId id="{81BF3AD8-B470-48C4-AC1E-2B59714B146A}"/>
              </a:ext>
            </a:extLst>
          </p:cNvPr>
          <p:cNvSpPr>
            <a:spLocks noGrp="1"/>
          </p:cNvSpPr>
          <p:nvPr/>
        </p:nvSpPr>
        <p:spPr>
          <a:xfrm>
            <a:off x="10965180" y="2113598"/>
            <a:ext cx="4838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‏מעל</a:t>
            </a:r>
          </a:p>
        </p:txBody>
      </p:sp>
      <p:sp>
        <p:nvSpPr>
          <p:cNvPr id="18" name="body-1-2-word-1">
            <a:extLst>
              <a:ext uri="{FF2B5EF4-FFF2-40B4-BE49-F238E27FC236}">
                <ns2:creationId id="{3E3F1778-D1A0-496A-98B6-B3BE8C374010}"/>
              </a:ext>
            </a:extLst>
          </p:cNvPr>
          <p:cNvSpPr>
            <a:spLocks noGrp="1"/>
          </p:cNvSpPr>
          <p:nvPr/>
        </p:nvSpPr>
        <p:spPr>
          <a:xfrm>
            <a:off x="10584180" y="2113598"/>
            <a:ext cx="3207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‏עין</a:t>
            </a:r>
          </a:p>
        </p:txBody>
      </p:sp>
      <p:sp>
        <p:nvSpPr>
          <p:cNvPr id="19" name="body-1-2-word-2">
            <a:extLst>
              <a:ext uri="{FF2B5EF4-FFF2-40B4-BE49-F238E27FC236}">
                <ns2:creationId id="{802E6D66-87F6-49A2-8034-A6800C335E83}"/>
              </a:ext>
            </a:extLst>
          </p:cNvPr>
          <p:cNvSpPr>
            <a:spLocks noGrp="1"/>
          </p:cNvSpPr>
          <p:nvPr/>
        </p:nvSpPr>
        <p:spPr>
          <a:xfrm>
            <a:off x="9831991" y="2113598"/>
            <a:ext cx="6918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‏שמאל</a:t>
            </a:r>
          </a:p>
        </p:txBody>
      </p:sp>
      <p:sp>
        <p:nvSpPr>
          <p:cNvPr id="20" name="body-1-2-word-3">
            <a:extLst>
              <a:ext uri="{FF2B5EF4-FFF2-40B4-BE49-F238E27FC236}">
                <ns2:creationId id="{A896131E-5E9D-43BD-A9EF-C36305C510E1}"/>
              </a:ext>
            </a:extLst>
          </p:cNvPr>
          <p:cNvSpPr>
            <a:spLocks noGrp="1"/>
          </p:cNvSpPr>
          <p:nvPr/>
        </p:nvSpPr>
        <p:spPr>
          <a:xfrm>
            <a:off x="8771001" y="2113598"/>
            <a:ext cx="10006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‏והכומתה</a:t>
            </a:r>
          </a:p>
        </p:txBody>
      </p:sp>
      <p:sp>
        <p:nvSpPr>
          <p:cNvPr id="21" name="body-1-2-word-4">
            <a:extLst>
              <a:ext uri="{FF2B5EF4-FFF2-40B4-BE49-F238E27FC236}">
                <ns2:creationId id="{E33FDD08-100C-47AA-88E8-495D7D045713}"/>
              </a:ext>
            </a:extLst>
          </p:cNvPr>
          <p:cNvSpPr>
            <a:spLocks noGrp="1"/>
          </p:cNvSpPr>
          <p:nvPr/>
        </p:nvSpPr>
        <p:spPr>
          <a:xfrm>
            <a:off x="7937754" y="2113598"/>
            <a:ext cx="7729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‏משוכה</a:t>
            </a:r>
          </a:p>
        </p:txBody>
      </p:sp>
      <p:sp>
        <p:nvSpPr>
          <p:cNvPr id="22" name="body-1-2-word-5">
            <a:extLst>
              <a:ext uri="{FF2B5EF4-FFF2-40B4-BE49-F238E27FC236}">
                <ns2:creationId id="{D836BDBC-6EE8-40B8-B037-8619AD1697CB}"/>
              </a:ext>
            </a:extLst>
          </p:cNvPr>
          <p:cNvSpPr>
            <a:spLocks noGrp="1"/>
          </p:cNvSpPr>
          <p:nvPr/>
        </p:nvSpPr>
        <p:spPr>
          <a:xfrm>
            <a:off x="7184041" y="2113598"/>
            <a:ext cx="6934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‏ימינה.</a:t>
            </a:r>
          </a:p>
        </p:txBody>
      </p:sp>
      <p:sp>
        <p:nvSpPr>
          <p:cNvPr id="23" name="body-2-1-word-0">
            <a:extLst>
              <a:ext uri="{FF2B5EF4-FFF2-40B4-BE49-F238E27FC236}">
                <ns2:creationId id="{C04EE789-E041-4ED0-AC8C-9DFA0CA93930}"/>
              </a:ext>
            </a:extLst>
          </p:cNvPr>
          <p:cNvSpPr>
            <a:spLocks noGrp="1"/>
          </p:cNvSpPr>
          <p:nvPr/>
        </p:nvSpPr>
        <p:spPr>
          <a:xfrm>
            <a:off x="10518838" y="2655570"/>
            <a:ext cx="9302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‏הכומתה</a:t>
            </a:r>
          </a:p>
        </p:txBody>
      </p:sp>
      <p:sp>
        <p:nvSpPr>
          <p:cNvPr id="24" name="body-2-1-word-1">
            <a:extLst>
              <a:ext uri="{FF2B5EF4-FFF2-40B4-BE49-F238E27FC236}">
                <ns2:creationId id="{B0C4BE83-8A8A-4601-A5DF-22E36F9BF92B}"/>
              </a:ext>
            </a:extLst>
          </p:cNvPr>
          <p:cNvSpPr>
            <a:spLocks noGrp="1"/>
          </p:cNvSpPr>
          <p:nvPr/>
        </p:nvSpPr>
        <p:spPr>
          <a:xfrm>
            <a:off x="9831800" y="2655570"/>
            <a:ext cx="6267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‏תהיה</a:t>
            </a:r>
          </a:p>
        </p:txBody>
      </p:sp>
      <p:sp>
        <p:nvSpPr>
          <p:cNvPr id="25" name="body-2-1-word-2">
            <a:extLst>
              <a:ext uri="{FF2B5EF4-FFF2-40B4-BE49-F238E27FC236}">
                <ns2:creationId id="{0A09A648-B892-4E5A-AADB-FE0C00524FF7}"/>
              </a:ext>
            </a:extLst>
          </p:cNvPr>
          <p:cNvSpPr>
            <a:spLocks noGrp="1"/>
          </p:cNvSpPr>
          <p:nvPr/>
        </p:nvSpPr>
        <p:spPr>
          <a:xfrm>
            <a:off x="9068467" y="2655570"/>
            <a:ext cx="7030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‏שלמה</a:t>
            </a:r>
          </a:p>
        </p:txBody>
      </p:sp>
      <p:sp>
        <p:nvSpPr>
          <p:cNvPr id="26" name="body-2-1-word-3">
            <a:extLst>
              <a:ext uri="{FF2B5EF4-FFF2-40B4-BE49-F238E27FC236}">
                <ns2:creationId id="{3ADE8132-A50B-4A49-AA60-5EF76BC17448}"/>
              </a:ext>
            </a:extLst>
          </p:cNvPr>
          <p:cNvSpPr>
            <a:spLocks noGrp="1"/>
          </p:cNvSpPr>
          <p:nvPr/>
        </p:nvSpPr>
        <p:spPr>
          <a:xfrm>
            <a:off x="8145780" y="2655570"/>
            <a:ext cx="8623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‏ותקינה,</a:t>
            </a:r>
          </a:p>
        </p:txBody>
      </p:sp>
      <p:sp>
        <p:nvSpPr>
          <p:cNvPr id="27" name="body-2-1-word-4">
            <a:extLst>
              <a:ext uri="{FF2B5EF4-FFF2-40B4-BE49-F238E27FC236}">
                <ns2:creationId id="{A9AB1220-8F88-4A81-9FD6-69C25DBF28E6}"/>
              </a:ext>
            </a:extLst>
          </p:cNvPr>
          <p:cNvSpPr>
            <a:spLocks noGrp="1"/>
          </p:cNvSpPr>
          <p:nvPr/>
        </p:nvSpPr>
        <p:spPr>
          <a:xfrm>
            <a:off x="7631525" y="2655570"/>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28" name="body-2-1-word-5">
            <a:extLst>
              <a:ext uri="{FF2B5EF4-FFF2-40B4-BE49-F238E27FC236}">
                <ns2:creationId id="{596538B3-1C31-4603-B5F4-C550FBC72EF0}"/>
              </a:ext>
            </a:extLst>
          </p:cNvPr>
          <p:cNvSpPr>
            <a:spLocks noGrp="1"/>
          </p:cNvSpPr>
          <p:nvPr/>
        </p:nvSpPr>
        <p:spPr>
          <a:xfrm>
            <a:off x="6636163" y="2655570"/>
            <a:ext cx="9350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‏קישוטים</a:t>
            </a:r>
          </a:p>
        </p:txBody>
      </p:sp>
      <p:sp>
        <p:nvSpPr>
          <p:cNvPr id="29" name="body-2-1-word-6">
            <a:extLst>
              <a:ext uri="{FF2B5EF4-FFF2-40B4-BE49-F238E27FC236}">
                <ns2:creationId id="{55DF4CDD-0290-4579-ACCB-B9E1DFE85850}"/>
              </a:ext>
            </a:extLst>
          </p:cNvPr>
          <p:cNvSpPr>
            <a:spLocks noGrp="1"/>
          </p:cNvSpPr>
          <p:nvPr/>
        </p:nvSpPr>
        <p:spPr>
          <a:xfrm>
            <a:off x="5645372" y="2655570"/>
            <a:ext cx="9304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‏ושינויים.</a:t>
            </a:r>
          </a:p>
        </p:txBody>
      </p:sp>
      <p:sp>
        <p:nvSpPr>
          <p:cNvPr id="30" name="body-2-1-word-7">
            <a:extLst>
              <a:ext uri="{FF2B5EF4-FFF2-40B4-BE49-F238E27FC236}">
                <ns2:creationId id="{E665A72A-B05D-4CBA-96BB-7462869DBF63}"/>
              </a:ext>
            </a:extLst>
          </p:cNvPr>
          <p:cNvSpPr>
            <a:spLocks noGrp="1"/>
          </p:cNvSpPr>
          <p:nvPr/>
        </p:nvSpPr>
        <p:spPr>
          <a:xfrm>
            <a:off x="4575524" y="2655570"/>
            <a:ext cx="10095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‏הכומתה,</a:t>
            </a:r>
          </a:p>
        </p:txBody>
      </p:sp>
      <p:sp>
        <p:nvSpPr>
          <p:cNvPr id="31" name="body-2-1-word-8">
            <a:extLst>
              <a:ext uri="{FF2B5EF4-FFF2-40B4-BE49-F238E27FC236}">
                <ns2:creationId id="{740F7EF2-C6B4-42F6-ADC1-33DEC1497D2B}"/>
              </a:ext>
            </a:extLst>
          </p:cNvPr>
          <p:cNvSpPr>
            <a:spLocks noGrp="1"/>
          </p:cNvSpPr>
          <p:nvPr/>
        </p:nvSpPr>
        <p:spPr>
          <a:xfrm>
            <a:off x="4189000" y="2655570"/>
            <a:ext cx="3262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‏תג</a:t>
            </a:r>
          </a:p>
        </p:txBody>
      </p:sp>
      <p:sp>
        <p:nvSpPr>
          <p:cNvPr id="32" name="body-2-1-word-9">
            <a:extLst>
              <a:ext uri="{FF2B5EF4-FFF2-40B4-BE49-F238E27FC236}">
                <ns2:creationId id="{B324B5F4-6C50-4FD6-B28E-A18C130BA4E3}"/>
              </a:ext>
            </a:extLst>
          </p:cNvPr>
          <p:cNvSpPr>
            <a:spLocks noGrp="1"/>
          </p:cNvSpPr>
          <p:nvPr/>
        </p:nvSpPr>
        <p:spPr>
          <a:xfrm>
            <a:off x="3298793" y="2655570"/>
            <a:ext cx="8299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33" name="body-2-1-word-10">
            <a:extLst>
              <a:ext uri="{FF2B5EF4-FFF2-40B4-BE49-F238E27FC236}">
                <ns2:creationId id="{931210AC-F7BD-40E6-B4D6-266F1011A2B9}"/>
              </a:ext>
            </a:extLst>
          </p:cNvPr>
          <p:cNvSpPr>
            <a:spLocks noGrp="1"/>
          </p:cNvSpPr>
          <p:nvPr/>
        </p:nvSpPr>
        <p:spPr>
          <a:xfrm>
            <a:off x="2308574" y="2655570"/>
            <a:ext cx="9299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‏והדרגות</a:t>
            </a:r>
          </a:p>
        </p:txBody>
      </p:sp>
      <p:sp>
        <p:nvSpPr>
          <p:cNvPr id="34" name="body-2-1-word-11">
            <a:extLst>
              <a:ext uri="{FF2B5EF4-FFF2-40B4-BE49-F238E27FC236}">
                <ns2:creationId id="{016E5C5A-36D7-43BE-A982-CCA106E3277D}"/>
              </a:ext>
            </a:extLst>
          </p:cNvPr>
          <p:cNvSpPr>
            <a:spLocks noGrp="1"/>
          </p:cNvSpPr>
          <p:nvPr/>
        </p:nvSpPr>
        <p:spPr>
          <a:xfrm>
            <a:off x="1493711" y="2655570"/>
            <a:ext cx="7545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‏צריכים</a:t>
            </a:r>
          </a:p>
        </p:txBody>
      </p:sp>
      <p:sp>
        <p:nvSpPr>
          <p:cNvPr id="35" name="body-2-2-word-0">
            <a:extLst>
              <a:ext uri="{FF2B5EF4-FFF2-40B4-BE49-F238E27FC236}">
                <ns2:creationId id="{7E6DF789-46BB-4750-936C-6D5640D9AE06}"/>
              </a:ext>
            </a:extLst>
          </p:cNvPr>
          <p:cNvSpPr>
            <a:spLocks noGrp="1"/>
          </p:cNvSpPr>
          <p:nvPr/>
        </p:nvSpPr>
        <p:spPr>
          <a:xfrm>
            <a:off x="10530173" y="3007043"/>
            <a:ext cx="9188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‏להתאים</a:t>
            </a:r>
          </a:p>
        </p:txBody>
      </p:sp>
      <p:sp>
        <p:nvSpPr>
          <p:cNvPr id="36" name="body-2-2-word-1">
            <a:extLst>
              <a:ext uri="{FF2B5EF4-FFF2-40B4-BE49-F238E27FC236}">
                <ns2:creationId id="{D4952B0F-66C5-402E-A9F7-FAF8ABAC5410}"/>
              </a:ext>
            </a:extLst>
          </p:cNvPr>
          <p:cNvSpPr>
            <a:spLocks noGrp="1"/>
          </p:cNvSpPr>
          <p:nvPr/>
        </p:nvSpPr>
        <p:spPr>
          <a:xfrm>
            <a:off x="9653111" y="3007043"/>
            <a:ext cx="8167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‏לזכאות</a:t>
            </a:r>
          </a:p>
        </p:txBody>
      </p:sp>
      <p:sp>
        <p:nvSpPr>
          <p:cNvPr id="37" name="body-2-2-word-2">
            <a:extLst>
              <a:ext uri="{FF2B5EF4-FFF2-40B4-BE49-F238E27FC236}">
                <ns2:creationId id="{C2F28BD3-DF6F-4D97-B120-E34537D31406}"/>
              </a:ext>
            </a:extLst>
          </p:cNvPr>
          <p:cNvSpPr>
            <a:spLocks noGrp="1"/>
          </p:cNvSpPr>
          <p:nvPr/>
        </p:nvSpPr>
        <p:spPr>
          <a:xfrm>
            <a:off x="8867966" y="3007043"/>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‏ולבגד.</a:t>
            </a:r>
          </a:p>
        </p:txBody>
      </p:sp>
      <p:sp>
        <p:nvSpPr>
          <p:cNvPr id="38" name="body-3-1-word-0">
            <a:extLst>
              <a:ext uri="{FF2B5EF4-FFF2-40B4-BE49-F238E27FC236}">
                <ns2:creationId id="{1E141C7C-8E6D-4E78-8223-5EF330FA22D9}"/>
              </a:ext>
            </a:extLst>
          </p:cNvPr>
          <p:cNvSpPr>
            <a:spLocks noGrp="1"/>
          </p:cNvSpPr>
          <p:nvPr/>
        </p:nvSpPr>
        <p:spPr>
          <a:xfrm>
            <a:off x="10711244" y="3549015"/>
            <a:ext cx="7378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‏עונדים</a:t>
            </a:r>
          </a:p>
        </p:txBody>
      </p:sp>
      <p:sp>
        <p:nvSpPr>
          <p:cNvPr id="39" name="body-3-1-word-1">
            <a:extLst>
              <a:ext uri="{FF2B5EF4-FFF2-40B4-BE49-F238E27FC236}">
                <ns2:creationId id="{210DB4DE-31EE-464C-A446-BA5381BC355B}"/>
              </a:ext>
            </a:extLst>
          </p:cNvPr>
          <p:cNvSpPr>
            <a:spLocks noGrp="1"/>
          </p:cNvSpPr>
          <p:nvPr/>
        </p:nvSpPr>
        <p:spPr>
          <a:xfrm>
            <a:off x="10002012" y="3549015"/>
            <a:ext cx="6489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‏סיכות</a:t>
            </a:r>
          </a:p>
        </p:txBody>
      </p:sp>
      <p:sp>
        <p:nvSpPr>
          <p:cNvPr id="40" name="body-3-1-word-2">
            <a:extLst>
              <a:ext uri="{FF2B5EF4-FFF2-40B4-BE49-F238E27FC236}">
                <ns2:creationId id="{763F1463-001E-42E3-9B88-7537AAFEAC30}"/>
              </a:ext>
            </a:extLst>
          </p:cNvPr>
          <p:cNvSpPr>
            <a:spLocks noGrp="1"/>
          </p:cNvSpPr>
          <p:nvPr/>
        </p:nvSpPr>
        <p:spPr>
          <a:xfrm>
            <a:off x="9079992" y="3549015"/>
            <a:ext cx="8617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‏ופאצ׳ים</a:t>
            </a:r>
          </a:p>
        </p:txBody>
      </p:sp>
      <p:sp>
        <p:nvSpPr>
          <p:cNvPr id="41" name="body-3-1-word-3">
            <a:extLst>
              <a:ext uri="{FF2B5EF4-FFF2-40B4-BE49-F238E27FC236}">
                <ns2:creationId id="{8E4FD7D8-B0CC-4B6E-9759-8DC58F408FBD}"/>
              </a:ext>
            </a:extLst>
          </p:cNvPr>
          <p:cNvSpPr>
            <a:spLocks noGrp="1"/>
          </p:cNvSpPr>
          <p:nvPr/>
        </p:nvSpPr>
        <p:spPr>
          <a:xfrm>
            <a:off x="8147018" y="3549015"/>
            <a:ext cx="8726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‏שאושרו</a:t>
            </a:r>
          </a:p>
        </p:txBody>
      </p:sp>
      <p:sp>
        <p:nvSpPr>
          <p:cNvPr id="42" name="body-3-1-word-4">
            <a:extLst>
              <a:ext uri="{FF2B5EF4-FFF2-40B4-BE49-F238E27FC236}">
                <ns2:creationId id="{13CF4C83-5086-448C-A0F5-D0E8259C74B1}"/>
              </a:ext>
            </a:extLst>
          </p:cNvPr>
          <p:cNvSpPr>
            <a:spLocks noGrp="1"/>
          </p:cNvSpPr>
          <p:nvPr/>
        </p:nvSpPr>
        <p:spPr>
          <a:xfrm>
            <a:off x="7391495" y="3549015"/>
            <a:ext cx="6952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‏בלבד,</a:t>
            </a:r>
          </a:p>
        </p:txBody>
      </p:sp>
      <p:sp>
        <p:nvSpPr>
          <p:cNvPr id="43" name="body-3-1-word-5">
            <a:extLst>
              <a:ext uri="{FF2B5EF4-FFF2-40B4-BE49-F238E27FC236}">
                <ns2:creationId id="{BC4069E3-D0B3-4037-8396-8ED589E564D3}"/>
              </a:ext>
            </a:extLst>
          </p:cNvPr>
          <p:cNvSpPr>
            <a:spLocks noGrp="1"/>
          </p:cNvSpPr>
          <p:nvPr/>
        </p:nvSpPr>
        <p:spPr>
          <a:xfrm>
            <a:off x="6506909" y="3549015"/>
            <a:ext cx="8242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‏במיקום</a:t>
            </a:r>
          </a:p>
        </p:txBody>
      </p:sp>
      <p:sp>
        <p:nvSpPr>
          <p:cNvPr id="44" name="body-3-1-word-6">
            <a:extLst>
              <a:ext uri="{FF2B5EF4-FFF2-40B4-BE49-F238E27FC236}">
                <ns2:creationId id="{B523C417-3F23-4F71-888F-938B1E98AA09}"/>
              </a:ext>
            </a:extLst>
          </p:cNvPr>
          <p:cNvSpPr>
            <a:spLocks noGrp="1"/>
          </p:cNvSpPr>
          <p:nvPr/>
        </p:nvSpPr>
        <p:spPr>
          <a:xfrm>
            <a:off x="5576316" y="3549015"/>
            <a:ext cx="8702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‏שנקבע.</a:t>
            </a:r>
          </a:p>
        </p:txBody>
      </p:sp>
      <p:sp>
        <p:nvSpPr>
          <p:cNvPr id="45" name="body-3-1-word-7">
            <a:extLst>
              <a:ext uri="{FF2B5EF4-FFF2-40B4-BE49-F238E27FC236}">
                <ns2:creationId id="{26A514DB-D28A-49D6-9862-AA599B76AFE6}"/>
              </a:ext>
            </a:extLst>
          </p:cNvPr>
          <p:cNvSpPr>
            <a:spLocks noGrp="1"/>
          </p:cNvSpPr>
          <p:nvPr/>
        </p:nvSpPr>
        <p:spPr>
          <a:xfrm>
            <a:off x="4919186" y="3549015"/>
            <a:ext cx="5968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‏הכלל</a:t>
            </a:r>
          </a:p>
        </p:txBody>
      </p:sp>
      <p:sp>
        <p:nvSpPr>
          <p:cNvPr id="46" name="body-3-1-word-8">
            <a:extLst>
              <a:ext uri="{FF2B5EF4-FFF2-40B4-BE49-F238E27FC236}">
                <ns2:creationId id="{C7E1FB5F-A3EE-489C-ABF5-5B2911F63178}"/>
              </a:ext>
            </a:extLst>
          </p:cNvPr>
          <p:cNvSpPr>
            <a:spLocks noGrp="1"/>
          </p:cNvSpPr>
          <p:nvPr/>
        </p:nvSpPr>
        <p:spPr>
          <a:xfrm>
            <a:off x="4526947" y="3549015"/>
            <a:ext cx="3319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a:t>
            </a:r>
          </a:p>
        </p:txBody>
      </p:sp>
      <p:sp>
        <p:nvSpPr>
          <p:cNvPr id="47" name="body-3-1-word-9">
            <a:extLst>
              <a:ext uri="{FF2B5EF4-FFF2-40B4-BE49-F238E27FC236}">
                <ns2:creationId id="{6971F600-6FF1-406A-95A5-D154B05307BA}"/>
              </a:ext>
            </a:extLst>
          </p:cNvPr>
          <p:cNvSpPr>
            <a:spLocks noGrp="1"/>
          </p:cNvSpPr>
          <p:nvPr/>
        </p:nvSpPr>
        <p:spPr>
          <a:xfrm>
            <a:off x="4152995" y="354901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48" name="body-3-1-word-10">
            <a:extLst>
              <a:ext uri="{FF2B5EF4-FFF2-40B4-BE49-F238E27FC236}">
                <ns2:creationId id="{4D519B8F-4BF8-43AD-AE71-FFF2A7AFCF5E}"/>
              </a:ext>
            </a:extLst>
          </p:cNvPr>
          <p:cNvSpPr>
            <a:spLocks noGrp="1"/>
          </p:cNvSpPr>
          <p:nvPr/>
        </p:nvSpPr>
        <p:spPr>
          <a:xfrm>
            <a:off x="3780568" y="354901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49" name="body-3-1-word-11">
            <a:extLst>
              <a:ext uri="{FF2B5EF4-FFF2-40B4-BE49-F238E27FC236}">
                <ns2:creationId id="{B58A8B27-E965-469F-BC1F-31A1B42FC384}"/>
              </a:ext>
            </a:extLst>
          </p:cNvPr>
          <p:cNvSpPr>
            <a:spLocks noGrp="1"/>
          </p:cNvSpPr>
          <p:nvPr/>
        </p:nvSpPr>
        <p:spPr>
          <a:xfrm>
            <a:off x="2982087" y="3549015"/>
            <a:ext cx="7381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‏סמלים</a:t>
            </a:r>
          </a:p>
        </p:txBody>
      </p:sp>
      <p:sp>
        <p:nvSpPr>
          <p:cNvPr id="50" name="body-3-1-word-12">
            <a:extLst>
              <a:ext uri="{FF2B5EF4-FFF2-40B4-BE49-F238E27FC236}">
                <ns2:creationId id="{25B29C08-BAD5-4B22-83C5-57275C8C0835}"/>
              </a:ext>
            </a:extLst>
          </p:cNvPr>
          <p:cNvSpPr>
            <a:spLocks noGrp="1"/>
          </p:cNvSpPr>
          <p:nvPr/>
        </p:nvSpPr>
        <p:spPr>
          <a:xfrm>
            <a:off x="2411254" y="3549015"/>
            <a:ext cx="5105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‏שעל</a:t>
            </a:r>
          </a:p>
        </p:txBody>
      </p:sp>
      <p:sp>
        <p:nvSpPr>
          <p:cNvPr id="51" name="body-3-1-word-13">
            <a:extLst>
              <a:ext uri="{FF2B5EF4-FFF2-40B4-BE49-F238E27FC236}">
                <ns2:creationId id="{AA3C8954-2572-4299-9D52-711510077664}"/>
              </a:ext>
            </a:extLst>
          </p:cNvPr>
          <p:cNvSpPr>
            <a:spLocks noGrp="1"/>
          </p:cNvSpPr>
          <p:nvPr/>
        </p:nvSpPr>
        <p:spPr>
          <a:xfrm>
            <a:off x="1899475" y="3549015"/>
            <a:ext cx="4514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‏ציוד</a:t>
            </a:r>
          </a:p>
        </p:txBody>
      </p:sp>
      <p:sp>
        <p:nvSpPr>
          <p:cNvPr id="52" name="body-3-1-word-14">
            <a:extLst>
              <a:ext uri="{FF2B5EF4-FFF2-40B4-BE49-F238E27FC236}">
                <ns2:creationId id="{D7A7C270-7CF1-4194-ADAF-FF2A71C61A66}"/>
              </a:ext>
            </a:extLst>
          </p:cNvPr>
          <p:cNvSpPr>
            <a:spLocks noGrp="1"/>
          </p:cNvSpPr>
          <p:nvPr/>
        </p:nvSpPr>
        <p:spPr>
          <a:xfrm>
            <a:off x="1423987" y="3549015"/>
            <a:ext cx="4151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‏כגון</a:t>
            </a:r>
          </a:p>
        </p:txBody>
      </p:sp>
      <p:sp>
        <p:nvSpPr>
          <p:cNvPr id="53" name="body-3-2-word-0">
            <a:extLst>
              <a:ext uri="{FF2B5EF4-FFF2-40B4-BE49-F238E27FC236}">
                <ns2:creationId id="{36DE9232-0FAA-4ECF-975F-B2C02917FE00}"/>
              </a:ext>
            </a:extLst>
          </p:cNvPr>
          <p:cNvSpPr>
            <a:spLocks noGrp="1"/>
          </p:cNvSpPr>
          <p:nvPr/>
        </p:nvSpPr>
        <p:spPr>
          <a:xfrm>
            <a:off x="10702576" y="3900488"/>
            <a:ext cx="7464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‏קסדה.</a:t>
            </a:r>
          </a:p>
        </p:txBody>
      </p:sp>
      <p:sp>
        <p:nvSpPr>
          <p:cNvPr id="54" name="body-4-1-word-0">
            <a:extLst>
              <a:ext uri="{FF2B5EF4-FFF2-40B4-BE49-F238E27FC236}">
                <ns2:creationId id="{2E7CBFB4-CB14-4DBD-AD09-BBFBF86F5C2C}"/>
              </a:ext>
            </a:extLst>
          </p:cNvPr>
          <p:cNvSpPr>
            <a:spLocks noGrp="1"/>
          </p:cNvSpPr>
          <p:nvPr/>
        </p:nvSpPr>
        <p:spPr>
          <a:xfrm>
            <a:off x="11127295" y="4442460"/>
            <a:ext cx="3217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a:t>
            </a:r>
          </a:p>
        </p:txBody>
      </p:sp>
      <p:sp>
        <p:nvSpPr>
          <p:cNvPr id="55" name="body-4-1-word-1">
            <a:extLst>
              <a:ext uri="{FF2B5EF4-FFF2-40B4-BE49-F238E27FC236}">
                <ns2:creationId id="{8BC6C1AF-0337-4401-BAA9-DD221F764E06}"/>
              </a:ext>
            </a:extLst>
          </p:cNvPr>
          <p:cNvSpPr>
            <a:spLocks noGrp="1"/>
          </p:cNvSpPr>
          <p:nvPr/>
        </p:nvSpPr>
        <p:spPr>
          <a:xfrm>
            <a:off x="10282904" y="4442460"/>
            <a:ext cx="784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‏מניחים</a:t>
            </a:r>
          </a:p>
        </p:txBody>
      </p:sp>
      <p:sp>
        <p:nvSpPr>
          <p:cNvPr id="56" name="body-4-1-word-2">
            <a:extLst>
              <a:ext uri="{FF2B5EF4-FFF2-40B4-BE49-F238E27FC236}">
                <ns2:creationId id="{6A5B2B40-7EB0-4E29-9016-6A95C29AFAD3}"/>
              </a:ext>
            </a:extLst>
          </p:cNvPr>
          <p:cNvSpPr>
            <a:spLocks noGrp="1"/>
          </p:cNvSpPr>
          <p:nvPr/>
        </p:nvSpPr>
        <p:spPr>
          <a:xfrm>
            <a:off x="9474517" y="4442460"/>
            <a:ext cx="748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‏שפאצ׳</a:t>
            </a:r>
          </a:p>
        </p:txBody>
      </p:sp>
      <p:sp>
        <p:nvSpPr>
          <p:cNvPr id="57" name="body-4-1-word-3">
            <a:extLst>
              <a:ext uri="{FF2B5EF4-FFF2-40B4-BE49-F238E27FC236}">
                <ns2:creationId id="{155CB442-1CF3-436D-9B8A-5CE8553280A9}"/>
              </a:ext>
            </a:extLst>
          </p:cNvPr>
          <p:cNvSpPr>
            <a:spLocks noGrp="1"/>
          </p:cNvSpPr>
          <p:nvPr/>
        </p:nvSpPr>
        <p:spPr>
          <a:xfrm>
            <a:off x="8637556" y="4442460"/>
            <a:ext cx="7766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‏שנמכר</a:t>
            </a:r>
          </a:p>
        </p:txBody>
      </p:sp>
      <p:sp>
        <p:nvSpPr>
          <p:cNvPr id="58" name="body-4-1-word-4">
            <a:extLst>
              <a:ext uri="{FF2B5EF4-FFF2-40B4-BE49-F238E27FC236}">
                <ns2:creationId id="{1CE72D9D-5021-4BA8-A8C9-C45D19761EF0}"/>
              </a:ext>
            </a:extLst>
          </p:cNvPr>
          <p:cNvSpPr>
            <a:spLocks noGrp="1"/>
          </p:cNvSpPr>
          <p:nvPr/>
        </p:nvSpPr>
        <p:spPr>
          <a:xfrm>
            <a:off x="7867936" y="4442460"/>
            <a:ext cx="709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‏בחנות</a:t>
            </a:r>
          </a:p>
        </p:txBody>
      </p:sp>
      <p:sp>
        <p:nvSpPr>
          <p:cNvPr id="59" name="body-4-1-word-5">
            <a:extLst>
              <a:ext uri="{FF2B5EF4-FFF2-40B4-BE49-F238E27FC236}">
                <ns2:creationId id="{7A0A1E48-7C97-4E2F-AFD6-88B020CC1A09}"/>
              </a:ext>
            </a:extLst>
          </p:cNvPr>
          <p:cNvSpPr>
            <a:spLocks noGrp="1"/>
          </p:cNvSpPr>
          <p:nvPr/>
        </p:nvSpPr>
        <p:spPr>
          <a:xfrm>
            <a:off x="7547705"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0" name="body-4-1-word-6">
            <a:extLst>
              <a:ext uri="{FF2B5EF4-FFF2-40B4-BE49-F238E27FC236}">
                <ns2:creationId id="{BE4FD940-5471-4320-8580-DCD59795D9E4}"/>
              </a:ext>
            </a:extLst>
          </p:cNvPr>
          <p:cNvSpPr>
            <a:spLocks noGrp="1"/>
          </p:cNvSpPr>
          <p:nvPr/>
        </p:nvSpPr>
        <p:spPr>
          <a:xfrm>
            <a:off x="6960870" y="4442460"/>
            <a:ext cx="5265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‏נענד</a:t>
            </a:r>
          </a:p>
        </p:txBody>
      </p:sp>
      <p:sp>
        <p:nvSpPr>
          <p:cNvPr id="61" name="body-4-1-word-7">
            <a:extLst>
              <a:ext uri="{FF2B5EF4-FFF2-40B4-BE49-F238E27FC236}">
                <ns2:creationId id="{DD789114-3AE2-49EC-91DF-2DF1C146364C}"/>
              </a:ext>
            </a:extLst>
          </p:cNvPr>
          <p:cNvSpPr>
            <a:spLocks noGrp="1"/>
          </p:cNvSpPr>
          <p:nvPr/>
        </p:nvSpPr>
        <p:spPr>
          <a:xfrm>
            <a:off x="6087904" y="4442460"/>
            <a:ext cx="8126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‏ביחידה</a:t>
            </a:r>
          </a:p>
        </p:txBody>
      </p:sp>
      <p:sp>
        <p:nvSpPr>
          <p:cNvPr id="62" name="body-4-1-word-8">
            <a:extLst>
              <a:ext uri="{FF2B5EF4-FFF2-40B4-BE49-F238E27FC236}">
                <ns2:creationId id="{559B3A14-0525-432B-8F6C-66470ECC1857}"/>
              </a:ext>
            </a:extLst>
          </p:cNvPr>
          <p:cNvSpPr>
            <a:spLocks noGrp="1"/>
          </p:cNvSpPr>
          <p:nvPr/>
        </p:nvSpPr>
        <p:spPr>
          <a:xfrm>
            <a:off x="5338000" y="4442460"/>
            <a:ext cx="6896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‏אחרת</a:t>
            </a:r>
          </a:p>
        </p:txBody>
      </p:sp>
      <p:sp>
        <p:nvSpPr>
          <p:cNvPr id="63" name="body-4-1-word-9">
            <a:extLst>
              <a:ext uri="{FF2B5EF4-FFF2-40B4-BE49-F238E27FC236}">
                <ns2:creationId id="{2F26256A-9857-4873-86CC-D6CBFF78B92A}"/>
              </a:ext>
            </a:extLst>
          </p:cNvPr>
          <p:cNvSpPr>
            <a:spLocks noGrp="1"/>
          </p:cNvSpPr>
          <p:nvPr/>
        </p:nvSpPr>
        <p:spPr>
          <a:xfrm>
            <a:off x="4677727" y="4442460"/>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64" name="body-4-1-word-10">
            <a:extLst>
              <a:ext uri="{FF2B5EF4-FFF2-40B4-BE49-F238E27FC236}">
                <ns2:creationId id="{2402E825-80ED-4FFE-8207-40A78E5E6F44}"/>
              </a:ext>
            </a:extLst>
          </p:cNvPr>
          <p:cNvSpPr>
            <a:spLocks noGrp="1"/>
          </p:cNvSpPr>
          <p:nvPr/>
        </p:nvSpPr>
        <p:spPr>
          <a:xfrm>
            <a:off x="3871722" y="4442460"/>
            <a:ext cx="7457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‏לכולם.</a:t>
            </a:r>
          </a:p>
        </p:txBody>
      </p:sp>
      <p:sp>
        <p:nvSpPr>
          <p:cNvPr id="65" name="body-4-1-word-11">
            <a:extLst>
              <a:ext uri="{FF2B5EF4-FFF2-40B4-BE49-F238E27FC236}">
                <ns2:creationId id="{4E6EE947-054B-40D1-86E3-364E4E190D0D}"/>
              </a:ext>
            </a:extLst>
          </p:cNvPr>
          <p:cNvSpPr>
            <a:spLocks noGrp="1"/>
          </p:cNvSpPr>
          <p:nvPr/>
        </p:nvSpPr>
        <p:spPr>
          <a:xfrm>
            <a:off x="3328035" y="4442460"/>
            <a:ext cx="4833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‏סדר</a:t>
            </a:r>
          </a:p>
        </p:txBody>
      </p:sp>
      <p:sp>
        <p:nvSpPr>
          <p:cNvPr id="66" name="body-4-1-word-12">
            <a:extLst>
              <a:ext uri="{FF2B5EF4-FFF2-40B4-BE49-F238E27FC236}">
                <ns2:creationId id="{6E36A926-7801-46D0-8F66-0061CB4158B7}"/>
              </a:ext>
            </a:extLst>
          </p:cNvPr>
          <p:cNvSpPr>
            <a:spLocks noGrp="1"/>
          </p:cNvSpPr>
          <p:nvPr/>
        </p:nvSpPr>
        <p:spPr>
          <a:xfrm>
            <a:off x="2446782" y="4442460"/>
            <a:ext cx="8209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‏הסיכות</a:t>
            </a:r>
          </a:p>
        </p:txBody>
      </p:sp>
      <p:sp>
        <p:nvSpPr>
          <p:cNvPr id="67" name="body-4-1-word-13">
            <a:extLst>
              <a:ext uri="{FF2B5EF4-FFF2-40B4-BE49-F238E27FC236}">
                <ns2:creationId id="{61F4A155-88F6-425F-B6E0-575448E29498}"/>
              </a:ext>
            </a:extLst>
          </p:cNvPr>
          <p:cNvSpPr>
            <a:spLocks noGrp="1"/>
          </p:cNvSpPr>
          <p:nvPr/>
        </p:nvSpPr>
        <p:spPr>
          <a:xfrm>
            <a:off x="1799939" y="4442460"/>
            <a:ext cx="5865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‏נבדק</a:t>
            </a:r>
          </a:p>
        </p:txBody>
      </p:sp>
      <p:sp>
        <p:nvSpPr>
          <p:cNvPr id="68" name="body-4-1-word-14">
            <a:extLst>
              <a:ext uri="{FF2B5EF4-FFF2-40B4-BE49-F238E27FC236}">
                <ns2:creationId id="{7CF5C83D-857D-4328-9DBF-88AC1F18219A}"/>
              </a:ext>
            </a:extLst>
          </p:cNvPr>
          <p:cNvSpPr>
            <a:spLocks noGrp="1"/>
          </p:cNvSpPr>
          <p:nvPr/>
        </p:nvSpPr>
        <p:spPr>
          <a:xfrm>
            <a:off x="1352169" y="444246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69" name="body-4-2-word-0">
            <a:extLst>
              <a:ext uri="{FF2B5EF4-FFF2-40B4-BE49-F238E27FC236}">
                <ns2:creationId id="{2AB35447-EA33-4732-9E3D-24C4C3AF8E36}"/>
              </a:ext>
            </a:extLst>
          </p:cNvPr>
          <p:cNvSpPr>
            <a:spLocks noGrp="1"/>
          </p:cNvSpPr>
          <p:nvPr/>
        </p:nvSpPr>
        <p:spPr>
          <a:xfrm>
            <a:off x="10513123" y="4793933"/>
            <a:ext cx="935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‏הזכאות,</a:t>
            </a:r>
          </a:p>
        </p:txBody>
      </p:sp>
      <p:sp>
        <p:nvSpPr>
          <p:cNvPr id="70" name="body-4-2-word-1">
            <a:extLst>
              <a:ext uri="{FF2B5EF4-FFF2-40B4-BE49-F238E27FC236}">
                <ns2:creationId id="{76D9F5F3-5243-4142-920C-D0E5C04BC8E8}"/>
              </a:ext>
            </a:extLst>
          </p:cNvPr>
          <p:cNvSpPr>
            <a:spLocks noGrp="1"/>
          </p:cNvSpPr>
          <p:nvPr/>
        </p:nvSpPr>
        <p:spPr>
          <a:xfrm>
            <a:off x="10075735" y="4793933"/>
            <a:ext cx="3770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‏סוג</a:t>
            </a:r>
          </a:p>
        </p:txBody>
      </p:sp>
      <p:sp>
        <p:nvSpPr>
          <p:cNvPr id="71" name="body-4-2-word-2">
            <a:extLst>
              <a:ext uri="{FF2B5EF4-FFF2-40B4-BE49-F238E27FC236}">
                <ns2:creationId id="{26E2C2D7-3884-43D1-BA7D-5E8E56645211}"/>
              </a:ext>
            </a:extLst>
          </p:cNvPr>
          <p:cNvSpPr>
            <a:spLocks noGrp="1"/>
          </p:cNvSpPr>
          <p:nvPr/>
        </p:nvSpPr>
        <p:spPr>
          <a:xfrm>
            <a:off x="9132284" y="4793933"/>
            <a:ext cx="8831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‏החולצה</a:t>
            </a:r>
          </a:p>
        </p:txBody>
      </p:sp>
      <p:sp>
        <p:nvSpPr>
          <p:cNvPr id="72" name="body-4-2-word-3">
            <a:extLst>
              <a:ext uri="{FF2B5EF4-FFF2-40B4-BE49-F238E27FC236}">
                <ns2:creationId id="{CC41E1DA-7154-41C6-81FB-7056A9A336B1}"/>
              </a:ext>
            </a:extLst>
          </p:cNvPr>
          <p:cNvSpPr>
            <a:spLocks noGrp="1"/>
          </p:cNvSpPr>
          <p:nvPr/>
        </p:nvSpPr>
        <p:spPr>
          <a:xfrm>
            <a:off x="8000619" y="4793933"/>
            <a:ext cx="10713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‏וההוראה.</a:t>
            </a:r>
          </a:p>
        </p:txBody>
      </p:sp>
      <p:sp>
        <p:nvSpPr>
          <p:cNvPr id="73" name="sources-word-0">
            <a:extLst>
              <a:ext uri="{FF2B5EF4-FFF2-40B4-BE49-F238E27FC236}">
                <ns2:creationId id="{6210A3A5-019A-4E4B-9854-F7B24178254C}"/>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4" name="sources-word-1">
            <a:extLst>
              <a:ext uri="{FF2B5EF4-FFF2-40B4-BE49-F238E27FC236}">
                <ns2:creationId id="{1FFE028A-CCE0-4A3D-AD4B-B68A97FBCA77}"/>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5" name="sources-word-2">
            <a:extLst>
              <a:ext uri="{FF2B5EF4-FFF2-40B4-BE49-F238E27FC236}">
                <ns2:creationId id="{EF6E362A-58E2-4BA2-859A-27D5D0CAA8D5}"/>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6" name="sources-word-3">
            <a:extLst>
              <a:ext uri="{FF2B5EF4-FFF2-40B4-BE49-F238E27FC236}">
                <ns2:creationId id="{9093D843-8506-4720-9F85-0905F86F5340}"/>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7" name="sources-word-4">
            <a:extLst>
              <a:ext uri="{FF2B5EF4-FFF2-40B4-BE49-F238E27FC236}">
                <ns2:creationId id="{A171526A-B330-4E92-B77C-2C2EDC2ED54F}"/>
              </a:ext>
            </a:extLst>
          </p:cNvPr>
          <p:cNvSpPr>
            <a:spLocks noGrp="1"/>
          </p:cNvSpPr>
          <p:nvPr/>
        </p:nvSpPr>
        <p:spPr>
          <a:xfrm>
            <a:off x="9566910"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8" name="sources-word-5">
            <a:extLst>
              <a:ext uri="{FF2B5EF4-FFF2-40B4-BE49-F238E27FC236}">
                <ns2:creationId id="{EF36C527-8FAA-4C85-81DB-A05C3504DA9A}"/>
              </a:ext>
            </a:extLst>
          </p:cNvPr>
          <p:cNvSpPr>
            <a:spLocks noGrp="1"/>
          </p:cNvSpPr>
          <p:nvPr/>
        </p:nvSpPr>
        <p:spPr>
          <a:xfrm>
            <a:off x="9203531"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79" name="sources-word-6">
            <a:extLst>
              <a:ext uri="{FF2B5EF4-FFF2-40B4-BE49-F238E27FC236}">
                <ns2:creationId id="{BC503E0C-BA49-410F-9C17-452344F58CB7}"/>
              </a:ext>
            </a:extLst>
          </p:cNvPr>
          <p:cNvSpPr>
            <a:spLocks noGrp="1"/>
          </p:cNvSpPr>
          <p:nvPr/>
        </p:nvSpPr>
        <p:spPr>
          <a:xfrm>
            <a:off x="843924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80" name="page">
            <a:extLst>
              <a:ext uri="{FF2B5EF4-FFF2-40B4-BE49-F238E27FC236}">
                <ns2:creationId id="{71B9144D-0A97-4E5F-9039-8361896BEDD9}"/>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06 / 35</a:t>
            </a:r>
          </a:p>
        </p:txBody>
      </p:sp>
      <p:sp>
        <p:nvSpPr>
          <p:cNvPr id="81" name="timing-word-0">
            <a:extLst>
              <a:ext uri="{FF2B5EF4-FFF2-40B4-BE49-F238E27FC236}">
                <ns2:creationId id="{3BA652ED-B47B-409D-8973-C12D77F00626}"/>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‏04:00</a:t>
            </a:r>
          </a:p>
        </p:txBody>
      </p:sp>
      <p:sp>
        <p:nvSpPr>
          <p:cNvPr id="82" name="timing-word-1">
            <a:extLst>
              <a:ext uri="{FF2B5EF4-FFF2-40B4-BE49-F238E27FC236}">
                <ns2:creationId id="{7BD2C302-7F18-4315-ADF5-1FB61C39838A}"/>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3" name="timing-word-2">
            <a:extLst>
              <a:ext uri="{FF2B5EF4-FFF2-40B4-BE49-F238E27FC236}">
                <ns2:creationId id="{0BD3F304-DB7B-4815-B691-6C064FF80C50}"/>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‏04:45</a:t>
            </a:r>
          </a:p>
        </p:txBody>
      </p:sp>
      <p:sp>
        <p:nvSpPr>
          <p:cNvPr id="84" name="timing-word-3">
            <a:extLst>
              <a:ext uri="{FF2B5EF4-FFF2-40B4-BE49-F238E27FC236}">
                <ns2:creationId id="{4F6443F9-2957-4501-AEE2-744B444304C8}"/>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85" name="timing-word-4">
            <a:extLst>
              <a:ext uri="{FF2B5EF4-FFF2-40B4-BE49-F238E27FC236}">
                <ns2:creationId id="{F1169BD4-647B-4628-BCB0-710B93A771C4}"/>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663742829"/>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1" name="title-word-0">
            <a:extLst>
              <a:ext uri="{FF2B5EF4-FFF2-40B4-BE49-F238E27FC236}">
                <ns2:creationId id="{799992CC-CD9C-486B-BD65-8369CF3709E7}"/>
              </a:ext>
            </a:extLst>
          </p:cNvPr>
          <p:cNvSpPr>
            <a:spLocks noGrp="1"/>
          </p:cNvSpPr>
          <p:nvPr/>
        </p:nvSpPr>
        <p:spPr>
          <a:xfrm>
            <a:off x="10110788" y="571500"/>
            <a:ext cx="133826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‏החולצה</a:t>
            </a:r>
          </a:p>
        </p:txBody>
      </p:sp>
      <p:sp>
        <p:nvSpPr>
          <p:cNvPr id="2" name="title-word-1">
            <a:extLst>
              <a:ext uri="{FF2B5EF4-FFF2-40B4-BE49-F238E27FC236}">
                <ns2:creationId id="{B00C8468-CCB2-49B6-8520-4019B37C2E30}"/>
              </a:ext>
            </a:extLst>
          </p:cNvPr>
          <p:cNvSpPr>
            <a:spLocks noGrp="1"/>
          </p:cNvSpPr>
          <p:nvPr/>
        </p:nvSpPr>
        <p:spPr>
          <a:xfrm>
            <a:off x="8598884" y="571500"/>
            <a:ext cx="141455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‏שמתחת</a:t>
            </a:r>
          </a:p>
        </p:txBody>
      </p:sp>
      <p:sp>
        <p:nvSpPr>
          <p:cNvPr id="3" name="title-word-2">
            <a:extLst>
              <a:ext uri="{FF2B5EF4-FFF2-40B4-BE49-F238E27FC236}">
                <ns2:creationId id="{828DB676-FB31-4F88-B8C4-A26A9B676173}"/>
              </a:ext>
            </a:extLst>
          </p:cNvPr>
          <p:cNvSpPr>
            <a:spLocks noGrp="1"/>
          </p:cNvSpPr>
          <p:nvPr/>
        </p:nvSpPr>
        <p:spPr>
          <a:xfrm>
            <a:off x="7400258" y="571500"/>
            <a:ext cx="110128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‏למדים</a:t>
            </a:r>
          </a:p>
        </p:txBody>
      </p:sp>
      <p:sp>
        <p:nvSpPr>
          <p:cNvPr id="4" name="body-1-1-word-0">
            <a:extLst>
              <a:ext uri="{FF2B5EF4-FFF2-40B4-BE49-F238E27FC236}">
                <ns2:creationId id="{9DB1620B-30A1-4C85-AEA5-7BE4156924AD}"/>
              </a:ext>
            </a:extLst>
          </p:cNvPr>
          <p:cNvSpPr>
            <a:spLocks noGrp="1"/>
          </p:cNvSpPr>
          <p:nvPr/>
        </p:nvSpPr>
        <p:spPr>
          <a:xfrm>
            <a:off x="10617803" y="1762125"/>
            <a:ext cx="8312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5" name="body-1-1-word-1">
            <a:extLst>
              <a:ext uri="{FF2B5EF4-FFF2-40B4-BE49-F238E27FC236}">
                <ns2:creationId id="{C178527B-290E-4C95-966E-928AB91FF949}"/>
              </a:ext>
            </a:extLst>
          </p:cNvPr>
          <p:cNvSpPr>
            <a:spLocks noGrp="1"/>
          </p:cNvSpPr>
          <p:nvPr/>
        </p:nvSpPr>
        <p:spPr>
          <a:xfrm>
            <a:off x="9818846" y="1762125"/>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6" name="body-1-1-word-2">
            <a:extLst>
              <a:ext uri="{FF2B5EF4-FFF2-40B4-BE49-F238E27FC236}">
                <ns2:creationId id="{7498930C-B02B-4DF0-8DCD-CDF52B30D8DB}"/>
              </a:ext>
            </a:extLst>
          </p:cNvPr>
          <p:cNvSpPr>
            <a:spLocks noGrp="1"/>
          </p:cNvSpPr>
          <p:nvPr/>
        </p:nvSpPr>
        <p:spPr>
          <a:xfrm>
            <a:off x="9210199" y="1762125"/>
            <a:ext cx="548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a:t>
            </a:r>
          </a:p>
        </p:txBody>
      </p:sp>
      <p:sp>
        <p:nvSpPr>
          <p:cNvPr id="7" name="body-1-1-word-3">
            <a:extLst>
              <a:ext uri="{FF2B5EF4-FFF2-40B4-BE49-F238E27FC236}">
                <ns2:creationId id="{4B6533D8-A4F2-408C-B596-D6B729C8913B}"/>
              </a:ext>
            </a:extLst>
          </p:cNvPr>
          <p:cNvSpPr>
            <a:spLocks noGrp="1"/>
          </p:cNvSpPr>
          <p:nvPr/>
        </p:nvSpPr>
        <p:spPr>
          <a:xfrm>
            <a:off x="8893112" y="1762125"/>
            <a:ext cx="256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a:t>
            </a:r>
          </a:p>
        </p:txBody>
      </p:sp>
      <p:sp>
        <p:nvSpPr>
          <p:cNvPr id="8" name="body-1-1-word-4">
            <a:extLst>
              <a:ext uri="{FF2B5EF4-FFF2-40B4-BE49-F238E27FC236}">
                <ns2:creationId id="{F474CC0C-1B29-41FA-AD3B-0A18C11D5236}"/>
              </a:ext>
            </a:extLst>
          </p:cNvPr>
          <p:cNvSpPr>
            <a:spLocks noGrp="1"/>
          </p:cNvSpPr>
          <p:nvPr/>
        </p:nvSpPr>
        <p:spPr>
          <a:xfrm>
            <a:off x="8214074" y="1762125"/>
            <a:ext cx="6187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‏ולמדי</a:t>
            </a:r>
          </a:p>
        </p:txBody>
      </p:sp>
      <p:sp>
        <p:nvSpPr>
          <p:cNvPr id="9" name="body-1-1-word-5">
            <a:extLst>
              <a:ext uri="{FF2B5EF4-FFF2-40B4-BE49-F238E27FC236}">
                <ns2:creationId id="{E58ECC67-5E73-46C2-8BDE-23D6B2EDF708}"/>
              </a:ext>
            </a:extLst>
          </p:cNvPr>
          <p:cNvSpPr>
            <a:spLocks noGrp="1"/>
          </p:cNvSpPr>
          <p:nvPr/>
        </p:nvSpPr>
        <p:spPr>
          <a:xfrm>
            <a:off x="7902988" y="1762125"/>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10" name="body-1-1-word-6">
            <a:extLst>
              <a:ext uri="{FF2B5EF4-FFF2-40B4-BE49-F238E27FC236}">
                <ns2:creationId id="{F8E3526B-7A4D-42CE-B81D-36D32DD24B86}"/>
              </a:ext>
            </a:extLst>
          </p:cNvPr>
          <p:cNvSpPr>
            <a:spLocks noGrp="1"/>
          </p:cNvSpPr>
          <p:nvPr/>
        </p:nvSpPr>
        <p:spPr>
          <a:xfrm>
            <a:off x="7059168" y="1762125"/>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11" name="body-1-1-word-7">
            <a:extLst>
              <a:ext uri="{FF2B5EF4-FFF2-40B4-BE49-F238E27FC236}">
                <ns2:creationId id="{DB556AA8-6EA3-45F7-9F74-3D219687D8FE}"/>
              </a:ext>
            </a:extLst>
          </p:cNvPr>
          <p:cNvSpPr>
            <a:spLocks noGrp="1"/>
          </p:cNvSpPr>
          <p:nvPr/>
        </p:nvSpPr>
        <p:spPr>
          <a:xfrm>
            <a:off x="6287738" y="1762125"/>
            <a:ext cx="7111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‏חולצה</a:t>
            </a:r>
          </a:p>
        </p:txBody>
      </p:sp>
      <p:sp>
        <p:nvSpPr>
          <p:cNvPr id="12" name="body-1-1-word-8">
            <a:extLst>
              <a:ext uri="{FF2B5EF4-FFF2-40B4-BE49-F238E27FC236}">
                <ns2:creationId id="{1825E293-4970-4B5A-AB28-01908B814AD8}"/>
              </a:ext>
            </a:extLst>
          </p:cNvPr>
          <p:cNvSpPr>
            <a:spLocks noGrp="1"/>
          </p:cNvSpPr>
          <p:nvPr/>
        </p:nvSpPr>
        <p:spPr>
          <a:xfrm>
            <a:off x="5967508"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3" name="body-1-1-word-9">
            <a:extLst>
              <a:ext uri="{FF2B5EF4-FFF2-40B4-BE49-F238E27FC236}">
                <ns2:creationId id="{1C8C1CB6-631B-4A3F-BE5C-5C234E35535E}"/>
              </a:ext>
            </a:extLst>
          </p:cNvPr>
          <p:cNvSpPr>
            <a:spLocks noGrp="1"/>
          </p:cNvSpPr>
          <p:nvPr/>
        </p:nvSpPr>
        <p:spPr>
          <a:xfrm>
            <a:off x="5225129" y="1762125"/>
            <a:ext cx="6820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‏גופייה</a:t>
            </a:r>
          </a:p>
        </p:txBody>
      </p:sp>
      <p:sp>
        <p:nvSpPr>
          <p:cNvPr id="14" name="body-1-1-word-10">
            <a:extLst>
              <a:ext uri="{FF2B5EF4-FFF2-40B4-BE49-F238E27FC236}">
                <ns2:creationId id="{F4E84E29-009B-4E03-8D97-11A2C25E6C98}"/>
              </a:ext>
            </a:extLst>
          </p:cNvPr>
          <p:cNvSpPr>
            <a:spLocks noGrp="1"/>
          </p:cNvSpPr>
          <p:nvPr/>
        </p:nvSpPr>
        <p:spPr>
          <a:xfrm>
            <a:off x="4538567" y="1762125"/>
            <a:ext cx="6262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‏בצבע</a:t>
            </a:r>
          </a:p>
        </p:txBody>
      </p:sp>
      <p:sp>
        <p:nvSpPr>
          <p:cNvPr id="15" name="body-1-1-word-11">
            <a:extLst>
              <a:ext uri="{FF2B5EF4-FFF2-40B4-BE49-F238E27FC236}">
                <ns2:creationId id="{65094E29-1EE8-4569-89A9-4D41F9D1981E}"/>
              </a:ext>
            </a:extLst>
          </p:cNvPr>
          <p:cNvSpPr>
            <a:spLocks noGrp="1"/>
          </p:cNvSpPr>
          <p:nvPr/>
        </p:nvSpPr>
        <p:spPr>
          <a:xfrm>
            <a:off x="4092130" y="1762125"/>
            <a:ext cx="386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16" name="body-1-1-word-12">
            <a:extLst>
              <a:ext uri="{FF2B5EF4-FFF2-40B4-BE49-F238E27FC236}">
                <ns2:creationId id="{75B0AC72-D332-492C-8BC5-F9FF00B18911}"/>
              </a:ext>
            </a:extLst>
          </p:cNvPr>
          <p:cNvSpPr>
            <a:spLocks noGrp="1"/>
          </p:cNvSpPr>
          <p:nvPr/>
        </p:nvSpPr>
        <p:spPr>
          <a:xfrm>
            <a:off x="3771900"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7" name="body-1-1-word-13">
            <a:extLst>
              <a:ext uri="{FF2B5EF4-FFF2-40B4-BE49-F238E27FC236}">
                <ns2:creationId id="{70696A9A-8797-44CC-B8D7-2D5D7D7911E1}"/>
              </a:ext>
            </a:extLst>
          </p:cNvPr>
          <p:cNvSpPr>
            <a:spLocks noGrp="1"/>
          </p:cNvSpPr>
          <p:nvPr/>
        </p:nvSpPr>
        <p:spPr>
          <a:xfrm>
            <a:off x="3239452" y="1762125"/>
            <a:ext cx="4721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‏ירוק</a:t>
            </a:r>
          </a:p>
        </p:txBody>
      </p:sp>
      <p:sp>
        <p:nvSpPr>
          <p:cNvPr id="18" name="body-1-1-word-14">
            <a:extLst>
              <a:ext uri="{FF2B5EF4-FFF2-40B4-BE49-F238E27FC236}">
                <ns2:creationId id="{A2EE8A96-EB89-4455-9E6B-6A8A39057C5E}"/>
              </a:ext>
            </a:extLst>
          </p:cNvPr>
          <p:cNvSpPr>
            <a:spLocks noGrp="1"/>
          </p:cNvSpPr>
          <p:nvPr/>
        </p:nvSpPr>
        <p:spPr>
          <a:xfrm>
            <a:off x="2707862" y="1762125"/>
            <a:ext cx="4712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‏זית.</a:t>
            </a:r>
          </a:p>
        </p:txBody>
      </p:sp>
      <p:sp>
        <p:nvSpPr>
          <p:cNvPr id="19" name="body-1-1-word-15">
            <a:extLst>
              <a:ext uri="{FF2B5EF4-FFF2-40B4-BE49-F238E27FC236}">
                <ns2:creationId id="{4DC0087C-6155-478F-9A52-E1F0FF969EB8}"/>
              </a:ext>
            </a:extLst>
          </p:cNvPr>
          <p:cNvSpPr>
            <a:spLocks noGrp="1"/>
          </p:cNvSpPr>
          <p:nvPr/>
        </p:nvSpPr>
        <p:spPr>
          <a:xfrm>
            <a:off x="2047589"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20" name="body-1-1-word-16">
            <a:extLst>
              <a:ext uri="{FF2B5EF4-FFF2-40B4-BE49-F238E27FC236}">
                <ns2:creationId id="{7A3D1DDF-5717-4A4D-A8C5-440BF90455D0}"/>
              </a:ext>
            </a:extLst>
          </p:cNvPr>
          <p:cNvSpPr>
            <a:spLocks noGrp="1"/>
          </p:cNvSpPr>
          <p:nvPr/>
        </p:nvSpPr>
        <p:spPr>
          <a:xfrm>
            <a:off x="1673638" y="176212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21" name="body-1-1-word-17">
            <a:extLst>
              <a:ext uri="{FF2B5EF4-FFF2-40B4-BE49-F238E27FC236}">
                <ns2:creationId id="{54D2B1B9-553F-4231-A5F9-BCCB04106052}"/>
              </a:ext>
            </a:extLst>
          </p:cNvPr>
          <p:cNvSpPr>
            <a:spLocks noGrp="1"/>
          </p:cNvSpPr>
          <p:nvPr/>
        </p:nvSpPr>
        <p:spPr>
          <a:xfrm>
            <a:off x="1227201" y="1762125"/>
            <a:ext cx="386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‏בלי</a:t>
            </a:r>
          </a:p>
        </p:txBody>
      </p:sp>
      <p:sp>
        <p:nvSpPr>
          <p:cNvPr id="22" name="body-1-2-word-0">
            <a:extLst>
              <a:ext uri="{FF2B5EF4-FFF2-40B4-BE49-F238E27FC236}">
                <ns2:creationId id="{DF5ECC37-B529-4928-86A5-CDF3E4464E61}"/>
              </a:ext>
            </a:extLst>
          </p:cNvPr>
          <p:cNvSpPr>
            <a:spLocks noGrp="1"/>
          </p:cNvSpPr>
          <p:nvPr/>
        </p:nvSpPr>
        <p:spPr>
          <a:xfrm>
            <a:off x="10737913" y="2113598"/>
            <a:ext cx="7111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‏חולצה</a:t>
            </a:r>
          </a:p>
        </p:txBody>
      </p:sp>
      <p:sp>
        <p:nvSpPr>
          <p:cNvPr id="23" name="body-1-2-word-1">
            <a:extLst>
              <a:ext uri="{FF2B5EF4-FFF2-40B4-BE49-F238E27FC236}">
                <ns2:creationId id="{F04C4745-48F7-4EA6-B279-BBB835A7CFB8}"/>
              </a:ext>
            </a:extLst>
          </p:cNvPr>
          <p:cNvSpPr>
            <a:spLocks noGrp="1"/>
          </p:cNvSpPr>
          <p:nvPr/>
        </p:nvSpPr>
        <p:spPr>
          <a:xfrm>
            <a:off x="9688163" y="2113598"/>
            <a:ext cx="9894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‏תחתונה.</a:t>
            </a:r>
          </a:p>
        </p:txBody>
      </p:sp>
      <p:sp>
        <p:nvSpPr>
          <p:cNvPr id="24" name="body-2-1-word-0">
            <a:extLst>
              <a:ext uri="{FF2B5EF4-FFF2-40B4-BE49-F238E27FC236}">
                <ns2:creationId id="{50AB4D5E-7FE2-41BD-9450-683F4E3B8CF7}"/>
              </a:ext>
            </a:extLst>
          </p:cNvPr>
          <p:cNvSpPr>
            <a:spLocks noGrp="1"/>
          </p:cNvSpPr>
          <p:nvPr/>
        </p:nvSpPr>
        <p:spPr>
          <a:xfrm>
            <a:off x="10722959" y="2655570"/>
            <a:ext cx="7260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25" name="body-2-1-word-1">
            <a:extLst>
              <a:ext uri="{FF2B5EF4-FFF2-40B4-BE49-F238E27FC236}">
                <ns2:creationId id="{230F5FAE-3E61-4183-A5CD-64FDA0CB7759}"/>
              </a:ext>
            </a:extLst>
          </p:cNvPr>
          <p:cNvSpPr>
            <a:spLocks noGrp="1"/>
          </p:cNvSpPr>
          <p:nvPr/>
        </p:nvSpPr>
        <p:spPr>
          <a:xfrm>
            <a:off x="9924002" y="2655570"/>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26" name="body-2-1-word-2">
            <a:extLst>
              <a:ext uri="{FF2B5EF4-FFF2-40B4-BE49-F238E27FC236}">
                <ns2:creationId id="{42159C66-B63A-4AFD-BC55-7568245CCF63}"/>
              </a:ext>
            </a:extLst>
          </p:cNvPr>
          <p:cNvSpPr>
            <a:spLocks noGrp="1"/>
          </p:cNvSpPr>
          <p:nvPr/>
        </p:nvSpPr>
        <p:spPr>
          <a:xfrm>
            <a:off x="9315355" y="2655570"/>
            <a:ext cx="548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a:t>
            </a:r>
          </a:p>
        </p:txBody>
      </p:sp>
      <p:sp>
        <p:nvSpPr>
          <p:cNvPr id="27" name="body-2-1-word-3">
            <a:extLst>
              <a:ext uri="{FF2B5EF4-FFF2-40B4-BE49-F238E27FC236}">
                <ns2:creationId id="{C52FCEF9-ECFE-4077-AA9F-314C4E9B07BA}"/>
              </a:ext>
            </a:extLst>
          </p:cNvPr>
          <p:cNvSpPr>
            <a:spLocks noGrp="1"/>
          </p:cNvSpPr>
          <p:nvPr/>
        </p:nvSpPr>
        <p:spPr>
          <a:xfrm>
            <a:off x="9004268" y="2655570"/>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28" name="body-2-1-word-4">
            <a:extLst>
              <a:ext uri="{FF2B5EF4-FFF2-40B4-BE49-F238E27FC236}">
                <ns2:creationId id="{8BC459D2-571A-4B16-BBFE-174B4C7DC5A6}"/>
              </a:ext>
            </a:extLst>
          </p:cNvPr>
          <p:cNvSpPr>
            <a:spLocks noGrp="1"/>
          </p:cNvSpPr>
          <p:nvPr/>
        </p:nvSpPr>
        <p:spPr>
          <a:xfrm>
            <a:off x="8471821" y="2655570"/>
            <a:ext cx="4721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‏ירוק</a:t>
            </a:r>
          </a:p>
        </p:txBody>
      </p:sp>
      <p:sp>
        <p:nvSpPr>
          <p:cNvPr id="29" name="body-2-1-word-5">
            <a:extLst>
              <a:ext uri="{FF2B5EF4-FFF2-40B4-BE49-F238E27FC236}">
                <ns2:creationId id="{4C492352-F38F-49A0-BF3E-8D8091A6F137}"/>
              </a:ext>
            </a:extLst>
          </p:cNvPr>
          <p:cNvSpPr>
            <a:spLocks noGrp="1"/>
          </p:cNvSpPr>
          <p:nvPr/>
        </p:nvSpPr>
        <p:spPr>
          <a:xfrm>
            <a:off x="7940230" y="2655570"/>
            <a:ext cx="4712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‏זית.</a:t>
            </a:r>
          </a:p>
        </p:txBody>
      </p:sp>
      <p:sp>
        <p:nvSpPr>
          <p:cNvPr id="30" name="body-2-1-word-6">
            <a:extLst>
              <a:ext uri="{FF2B5EF4-FFF2-40B4-BE49-F238E27FC236}">
                <ns2:creationId id="{6081AF41-11D6-43EF-BF6B-ED170A5DDA14}"/>
              </a:ext>
            </a:extLst>
          </p:cNvPr>
          <p:cNvSpPr>
            <a:spLocks noGrp="1"/>
          </p:cNvSpPr>
          <p:nvPr/>
        </p:nvSpPr>
        <p:spPr>
          <a:xfrm>
            <a:off x="7141273" y="2655570"/>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31" name="body-2-1-word-7">
            <a:extLst>
              <a:ext uri="{FF2B5EF4-FFF2-40B4-BE49-F238E27FC236}">
                <ns2:creationId id="{FF9108CF-C7BC-4359-A3B9-1F2DB0C4C7AC}"/>
              </a:ext>
            </a:extLst>
          </p:cNvPr>
          <p:cNvSpPr>
            <a:spLocks noGrp="1"/>
          </p:cNvSpPr>
          <p:nvPr/>
        </p:nvSpPr>
        <p:spPr>
          <a:xfrm>
            <a:off x="6532626" y="2655570"/>
            <a:ext cx="548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a:t>
            </a:r>
          </a:p>
        </p:txBody>
      </p:sp>
      <p:sp>
        <p:nvSpPr>
          <p:cNvPr id="32" name="body-2-1-word-8">
            <a:extLst>
              <a:ext uri="{FF2B5EF4-FFF2-40B4-BE49-F238E27FC236}">
                <ns2:creationId id="{182C8957-5DAE-400A-B076-C6730BC1A551}"/>
              </a:ext>
            </a:extLst>
          </p:cNvPr>
          <p:cNvSpPr>
            <a:spLocks noGrp="1"/>
          </p:cNvSpPr>
          <p:nvPr/>
        </p:nvSpPr>
        <p:spPr>
          <a:xfrm>
            <a:off x="6136100" y="2655570"/>
            <a:ext cx="3362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a:t>
            </a:r>
          </a:p>
        </p:txBody>
      </p:sp>
      <p:sp>
        <p:nvSpPr>
          <p:cNvPr id="33" name="body-2-1-word-9">
            <a:extLst>
              <a:ext uri="{FF2B5EF4-FFF2-40B4-BE49-F238E27FC236}">
                <ns2:creationId id="{AB369682-BE14-4D58-B74C-427CDD93568F}"/>
              </a:ext>
            </a:extLst>
          </p:cNvPr>
          <p:cNvSpPr>
            <a:spLocks noGrp="1"/>
          </p:cNvSpPr>
          <p:nvPr/>
        </p:nvSpPr>
        <p:spPr>
          <a:xfrm>
            <a:off x="5689663" y="2655570"/>
            <a:ext cx="386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34" name="body-2-1-word-10">
            <a:extLst>
              <a:ext uri="{FF2B5EF4-FFF2-40B4-BE49-F238E27FC236}">
                <ns2:creationId id="{9D5A34E4-039D-4A6C-A871-F37A7EB96752}"/>
              </a:ext>
            </a:extLst>
          </p:cNvPr>
          <p:cNvSpPr>
            <a:spLocks noGrp="1"/>
          </p:cNvSpPr>
          <p:nvPr/>
        </p:nvSpPr>
        <p:spPr>
          <a:xfrm>
            <a:off x="4825174" y="2655570"/>
            <a:ext cx="8041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‏לזכאים</a:t>
            </a:r>
          </a:p>
        </p:txBody>
      </p:sp>
      <p:sp>
        <p:nvSpPr>
          <p:cNvPr id="35" name="body-2-1-word-11">
            <a:extLst>
              <a:ext uri="{FF2B5EF4-FFF2-40B4-BE49-F238E27FC236}">
                <ns2:creationId id="{F2C388E4-28EA-47F9-8E7F-62EB2023257C}"/>
              </a:ext>
            </a:extLst>
          </p:cNvPr>
          <p:cNvSpPr>
            <a:spLocks noGrp="1"/>
          </p:cNvSpPr>
          <p:nvPr/>
        </p:nvSpPr>
        <p:spPr>
          <a:xfrm>
            <a:off x="4216527" y="2655570"/>
            <a:ext cx="548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a:t>
            </a:r>
          </a:p>
        </p:txBody>
      </p:sp>
      <p:sp>
        <p:nvSpPr>
          <p:cNvPr id="36" name="body-2-1-word-12">
            <a:extLst>
              <a:ext uri="{FF2B5EF4-FFF2-40B4-BE49-F238E27FC236}">
                <ns2:creationId id="{06E245AA-A1B4-4FFE-9102-CD19FDB7F2BC}"/>
              </a:ext>
            </a:extLst>
          </p:cNvPr>
          <p:cNvSpPr>
            <a:spLocks noGrp="1"/>
          </p:cNvSpPr>
          <p:nvPr/>
        </p:nvSpPr>
        <p:spPr>
          <a:xfrm>
            <a:off x="3492436" y="2655570"/>
            <a:ext cx="6637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‏הקבע</a:t>
            </a:r>
          </a:p>
        </p:txBody>
      </p:sp>
      <p:sp>
        <p:nvSpPr>
          <p:cNvPr id="37" name="body-2-1-word-13">
            <a:extLst>
              <a:ext uri="{FF2B5EF4-FFF2-40B4-BE49-F238E27FC236}">
                <ns2:creationId id="{2218A2CD-C890-4C10-BEA5-8AFA30105869}"/>
              </a:ext>
            </a:extLst>
          </p:cNvPr>
          <p:cNvSpPr>
            <a:spLocks noGrp="1"/>
          </p:cNvSpPr>
          <p:nvPr/>
        </p:nvSpPr>
        <p:spPr>
          <a:xfrm>
            <a:off x="2975515" y="2655570"/>
            <a:ext cx="4566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‏ולבן</a:t>
            </a:r>
          </a:p>
        </p:txBody>
      </p:sp>
      <p:sp>
        <p:nvSpPr>
          <p:cNvPr id="38" name="body-2-1-word-14">
            <a:extLst>
              <a:ext uri="{FF2B5EF4-FFF2-40B4-BE49-F238E27FC236}">
                <ns2:creationId id="{28423E70-0DF7-44B2-A542-249CEFB54181}"/>
              </a:ext>
            </a:extLst>
          </p:cNvPr>
          <p:cNvSpPr>
            <a:spLocks noGrp="1"/>
          </p:cNvSpPr>
          <p:nvPr/>
        </p:nvSpPr>
        <p:spPr>
          <a:xfrm>
            <a:off x="2655284"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9" name="body-2-1-word-15">
            <a:extLst>
              <a:ext uri="{FF2B5EF4-FFF2-40B4-BE49-F238E27FC236}">
                <ns2:creationId id="{D57FA434-4D2C-43C1-B500-BABD8539A0A6}"/>
              </a:ext>
            </a:extLst>
          </p:cNvPr>
          <p:cNvSpPr>
            <a:spLocks noGrp="1"/>
          </p:cNvSpPr>
          <p:nvPr/>
        </p:nvSpPr>
        <p:spPr>
          <a:xfrm>
            <a:off x="2122837" y="2655570"/>
            <a:ext cx="4721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‏ירוק</a:t>
            </a:r>
          </a:p>
        </p:txBody>
      </p:sp>
      <p:sp>
        <p:nvSpPr>
          <p:cNvPr id="40" name="body-2-1-word-16">
            <a:extLst>
              <a:ext uri="{FF2B5EF4-FFF2-40B4-BE49-F238E27FC236}">
                <ns2:creationId id="{2DB680F1-514E-410F-A630-6AD11AE81B71}"/>
              </a:ext>
            </a:extLst>
          </p:cNvPr>
          <p:cNvSpPr>
            <a:spLocks noGrp="1"/>
          </p:cNvSpPr>
          <p:nvPr/>
        </p:nvSpPr>
        <p:spPr>
          <a:xfrm>
            <a:off x="1670685" y="2655570"/>
            <a:ext cx="3918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‏זית</a:t>
            </a:r>
          </a:p>
        </p:txBody>
      </p:sp>
      <p:sp>
        <p:nvSpPr>
          <p:cNvPr id="41" name="body-2-1-word-17">
            <a:extLst>
              <a:ext uri="{FF2B5EF4-FFF2-40B4-BE49-F238E27FC236}">
                <ns2:creationId id="{5A974FD1-5611-48F5-AB0C-A320320E2DC7}"/>
              </a:ext>
            </a:extLst>
          </p:cNvPr>
          <p:cNvSpPr>
            <a:spLocks noGrp="1"/>
          </p:cNvSpPr>
          <p:nvPr/>
        </p:nvSpPr>
        <p:spPr>
          <a:xfrm>
            <a:off x="1207294" y="2655570"/>
            <a:ext cx="403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‏למי</a:t>
            </a:r>
          </a:p>
        </p:txBody>
      </p:sp>
      <p:sp>
        <p:nvSpPr>
          <p:cNvPr id="42" name="body-2-2-word-0">
            <a:extLst>
              <a:ext uri="{FF2B5EF4-FFF2-40B4-BE49-F238E27FC236}">
                <ns2:creationId id="{49C2B0A6-57DD-46F1-857C-B572C2826CF4}"/>
              </a:ext>
            </a:extLst>
          </p:cNvPr>
          <p:cNvSpPr>
            <a:spLocks noGrp="1"/>
          </p:cNvSpPr>
          <p:nvPr/>
        </p:nvSpPr>
        <p:spPr>
          <a:xfrm>
            <a:off x="10718959" y="3007043"/>
            <a:ext cx="7300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‏שאינם</a:t>
            </a:r>
          </a:p>
        </p:txBody>
      </p:sp>
      <p:sp>
        <p:nvSpPr>
          <p:cNvPr id="43" name="body-2-2-word-1">
            <a:extLst>
              <a:ext uri="{FF2B5EF4-FFF2-40B4-BE49-F238E27FC236}">
                <ns2:creationId id="{F50759F2-6BD6-4A79-81C5-C6FA3899278B}"/>
              </a:ext>
            </a:extLst>
          </p:cNvPr>
          <p:cNvSpPr>
            <a:spLocks noGrp="1"/>
          </p:cNvSpPr>
          <p:nvPr/>
        </p:nvSpPr>
        <p:spPr>
          <a:xfrm>
            <a:off x="9986772" y="3007043"/>
            <a:ext cx="6718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‏זכאים</a:t>
            </a:r>
          </a:p>
        </p:txBody>
      </p:sp>
      <p:sp>
        <p:nvSpPr>
          <p:cNvPr id="44" name="body-2-2-word-2">
            <a:extLst>
              <a:ext uri="{FF2B5EF4-FFF2-40B4-BE49-F238E27FC236}">
                <ns2:creationId id="{DFB7730A-72F8-4532-B16D-5152110DA0CD}"/>
              </a:ext>
            </a:extLst>
          </p:cNvPr>
          <p:cNvSpPr>
            <a:spLocks noGrp="1"/>
          </p:cNvSpPr>
          <p:nvPr/>
        </p:nvSpPr>
        <p:spPr>
          <a:xfrm>
            <a:off x="9343168" y="3007043"/>
            <a:ext cx="5833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‏להם.</a:t>
            </a:r>
          </a:p>
        </p:txBody>
      </p:sp>
      <p:sp>
        <p:nvSpPr>
          <p:cNvPr id="45" name="body-3-1-word-0">
            <a:extLst>
              <a:ext uri="{FF2B5EF4-FFF2-40B4-BE49-F238E27FC236}">
                <ns2:creationId id="{384033EA-58F6-48C3-BF9F-C437BEB8B063}"/>
              </a:ext>
            </a:extLst>
          </p:cNvPr>
          <p:cNvSpPr>
            <a:spLocks noGrp="1"/>
          </p:cNvSpPr>
          <p:nvPr/>
        </p:nvSpPr>
        <p:spPr>
          <a:xfrm>
            <a:off x="10835069" y="3549015"/>
            <a:ext cx="6139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46" name="body-3-1-word-1">
            <a:extLst>
              <a:ext uri="{FF2B5EF4-FFF2-40B4-BE49-F238E27FC236}">
                <ns2:creationId id="{B4B9993E-22ED-4969-B208-18CAC6132AFD}"/>
              </a:ext>
            </a:extLst>
          </p:cNvPr>
          <p:cNvSpPr>
            <a:spLocks noGrp="1"/>
          </p:cNvSpPr>
          <p:nvPr/>
        </p:nvSpPr>
        <p:spPr>
          <a:xfrm>
            <a:off x="10174795" y="354901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47" name="body-3-1-word-2">
            <a:extLst>
              <a:ext uri="{FF2B5EF4-FFF2-40B4-BE49-F238E27FC236}">
                <ns2:creationId id="{75370400-F61C-40A9-B3D7-3ED50C2C26EE}"/>
              </a:ext>
            </a:extLst>
          </p:cNvPr>
          <p:cNvSpPr>
            <a:spLocks noGrp="1"/>
          </p:cNvSpPr>
          <p:nvPr/>
        </p:nvSpPr>
        <p:spPr>
          <a:xfrm>
            <a:off x="9455372" y="3549015"/>
            <a:ext cx="6591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‏לצורך</a:t>
            </a:r>
          </a:p>
        </p:txBody>
      </p:sp>
      <p:sp>
        <p:nvSpPr>
          <p:cNvPr id="48" name="body-3-1-word-3">
            <a:extLst>
              <a:ext uri="{FF2B5EF4-FFF2-40B4-BE49-F238E27FC236}">
                <ns2:creationId id="{7B04382E-EDC1-4DF8-8EF4-0A647302E56C}"/>
              </a:ext>
            </a:extLst>
          </p:cNvPr>
          <p:cNvSpPr>
            <a:spLocks noGrp="1"/>
          </p:cNvSpPr>
          <p:nvPr/>
        </p:nvSpPr>
        <p:spPr>
          <a:xfrm>
            <a:off x="8602313" y="3549015"/>
            <a:ext cx="792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‏פעילות</a:t>
            </a:r>
          </a:p>
        </p:txBody>
      </p:sp>
      <p:sp>
        <p:nvSpPr>
          <p:cNvPr id="49" name="body-3-1-word-4">
            <a:extLst>
              <a:ext uri="{FF2B5EF4-FFF2-40B4-BE49-F238E27FC236}">
                <ns2:creationId id="{346F6ED1-85AD-4E39-AAD9-6AB238C9F811}"/>
              </a:ext>
            </a:extLst>
          </p:cNvPr>
          <p:cNvSpPr>
            <a:spLocks noGrp="1"/>
          </p:cNvSpPr>
          <p:nvPr/>
        </p:nvSpPr>
        <p:spPr>
          <a:xfrm>
            <a:off x="7644765" y="3549015"/>
            <a:ext cx="8972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‏מבצעית</a:t>
            </a:r>
          </a:p>
        </p:txBody>
      </p:sp>
      <p:sp>
        <p:nvSpPr>
          <p:cNvPr id="50" name="body-3-1-word-5">
            <a:extLst>
              <a:ext uri="{FF2B5EF4-FFF2-40B4-BE49-F238E27FC236}">
                <ns2:creationId id="{C5E8D02F-4B04-45DC-A606-1EA0D6363A19}"/>
              </a:ext>
            </a:extLst>
          </p:cNvPr>
          <p:cNvSpPr>
            <a:spLocks noGrp="1"/>
          </p:cNvSpPr>
          <p:nvPr/>
        </p:nvSpPr>
        <p:spPr>
          <a:xfrm>
            <a:off x="6643021" y="3549015"/>
            <a:ext cx="9414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‏ובהתאם</a:t>
            </a:r>
          </a:p>
        </p:txBody>
      </p:sp>
      <p:sp>
        <p:nvSpPr>
          <p:cNvPr id="51" name="body-3-1-word-6">
            <a:extLst>
              <a:ext uri="{FF2B5EF4-FFF2-40B4-BE49-F238E27FC236}">
                <ns2:creationId id="{3D207B82-DC4F-4442-AAD9-4F93C3A3B55C}"/>
              </a:ext>
            </a:extLst>
          </p:cNvPr>
          <p:cNvSpPr>
            <a:spLocks noGrp="1"/>
          </p:cNvSpPr>
          <p:nvPr/>
        </p:nvSpPr>
        <p:spPr>
          <a:xfrm>
            <a:off x="5776151" y="3549015"/>
            <a:ext cx="8065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‏לאישור</a:t>
            </a:r>
          </a:p>
        </p:txBody>
      </p:sp>
      <p:sp>
        <p:nvSpPr>
          <p:cNvPr id="52" name="body-3-1-word-7">
            <a:extLst>
              <a:ext uri="{FF2B5EF4-FFF2-40B4-BE49-F238E27FC236}">
                <ns2:creationId id="{1AB6E247-E9CF-4E9E-BC8B-DE03E3A632B6}"/>
              </a:ext>
            </a:extLst>
          </p:cNvPr>
          <p:cNvSpPr>
            <a:spLocks noGrp="1"/>
          </p:cNvSpPr>
          <p:nvPr/>
        </p:nvSpPr>
        <p:spPr>
          <a:xfrm>
            <a:off x="4767358" y="3549015"/>
            <a:ext cx="9485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‏ולכללים,</a:t>
            </a:r>
          </a:p>
        </p:txBody>
      </p:sp>
      <p:sp>
        <p:nvSpPr>
          <p:cNvPr id="53" name="body-3-1-word-8">
            <a:extLst>
              <a:ext uri="{FF2B5EF4-FFF2-40B4-BE49-F238E27FC236}">
                <ns2:creationId id="{A3744F8B-7CAF-489D-A2D2-CC6E71487D09}"/>
              </a:ext>
            </a:extLst>
          </p:cNvPr>
          <p:cNvSpPr>
            <a:spLocks noGrp="1"/>
          </p:cNvSpPr>
          <p:nvPr/>
        </p:nvSpPr>
        <p:spPr>
          <a:xfrm>
            <a:off x="3968401" y="3549015"/>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54" name="body-3-1-word-9">
            <a:extLst>
              <a:ext uri="{FF2B5EF4-FFF2-40B4-BE49-F238E27FC236}">
                <ns2:creationId id="{2FFCEEE9-F848-4A13-86F4-366C92FF69FE}"/>
              </a:ext>
            </a:extLst>
          </p:cNvPr>
          <p:cNvSpPr>
            <a:spLocks noGrp="1"/>
          </p:cNvSpPr>
          <p:nvPr/>
        </p:nvSpPr>
        <p:spPr>
          <a:xfrm>
            <a:off x="3359753" y="3549015"/>
            <a:ext cx="548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a:t>
            </a:r>
          </a:p>
        </p:txBody>
      </p:sp>
      <p:sp>
        <p:nvSpPr>
          <p:cNvPr id="55" name="body-3-1-word-10">
            <a:extLst>
              <a:ext uri="{FF2B5EF4-FFF2-40B4-BE49-F238E27FC236}">
                <ns2:creationId id="{3E58F8F6-9675-41FC-9FF7-5ADA6166E4EC}"/>
              </a:ext>
            </a:extLst>
          </p:cNvPr>
          <p:cNvSpPr>
            <a:spLocks noGrp="1"/>
          </p:cNvSpPr>
          <p:nvPr/>
        </p:nvSpPr>
        <p:spPr>
          <a:xfrm>
            <a:off x="3048667" y="3549015"/>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56" name="body-3-1-word-11">
            <a:extLst>
              <a:ext uri="{FF2B5EF4-FFF2-40B4-BE49-F238E27FC236}">
                <ns2:creationId id="{D8725827-AB3F-4B0D-80FC-0091C3CD30DC}"/>
              </a:ext>
            </a:extLst>
          </p:cNvPr>
          <p:cNvSpPr>
            <a:spLocks noGrp="1"/>
          </p:cNvSpPr>
          <p:nvPr/>
        </p:nvSpPr>
        <p:spPr>
          <a:xfrm>
            <a:off x="2728436"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7" name="body-3-1-word-12">
            <a:extLst>
              <a:ext uri="{FF2B5EF4-FFF2-40B4-BE49-F238E27FC236}">
                <ns2:creationId id="{EE267194-7D18-4C38-B0DB-2EA229CB8CC1}"/>
              </a:ext>
            </a:extLst>
          </p:cNvPr>
          <p:cNvSpPr>
            <a:spLocks noGrp="1"/>
          </p:cNvSpPr>
          <p:nvPr/>
        </p:nvSpPr>
        <p:spPr>
          <a:xfrm>
            <a:off x="1842611" y="3549015"/>
            <a:ext cx="8255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‏לחימה.</a:t>
            </a:r>
          </a:p>
        </p:txBody>
      </p:sp>
      <p:sp>
        <p:nvSpPr>
          <p:cNvPr id="58" name="body-3-1-word-13">
            <a:extLst>
              <a:ext uri="{FF2B5EF4-FFF2-40B4-BE49-F238E27FC236}">
                <ns2:creationId id="{007A5821-C8FF-4E58-A416-88ED24260BED}"/>
              </a:ext>
            </a:extLst>
          </p:cNvPr>
          <p:cNvSpPr>
            <a:spLocks noGrp="1"/>
          </p:cNvSpPr>
          <p:nvPr/>
        </p:nvSpPr>
        <p:spPr>
          <a:xfrm>
            <a:off x="1451991" y="354901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59" name="body-3-2-word-0">
            <a:extLst>
              <a:ext uri="{FF2B5EF4-FFF2-40B4-BE49-F238E27FC236}">
                <ns2:creationId id="{F0BB0E9E-C87A-4C2F-A521-F76E5E89FF53}"/>
              </a:ext>
            </a:extLst>
          </p:cNvPr>
          <p:cNvSpPr>
            <a:spLocks noGrp="1"/>
          </p:cNvSpPr>
          <p:nvPr/>
        </p:nvSpPr>
        <p:spPr>
          <a:xfrm>
            <a:off x="10724483" y="3900488"/>
            <a:ext cx="7245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‏להסיק</a:t>
            </a:r>
          </a:p>
        </p:txBody>
      </p:sp>
      <p:sp>
        <p:nvSpPr>
          <p:cNvPr id="60" name="body-3-2-word-1">
            <a:extLst>
              <a:ext uri="{FF2B5EF4-FFF2-40B4-BE49-F238E27FC236}">
                <ns2:creationId id="{8BC9D59B-A1C5-4C2A-B9C7-9C730A9A8BF0}"/>
              </a:ext>
            </a:extLst>
          </p:cNvPr>
          <p:cNvSpPr>
            <a:spLocks noGrp="1"/>
          </p:cNvSpPr>
          <p:nvPr/>
        </p:nvSpPr>
        <p:spPr>
          <a:xfrm>
            <a:off x="10186607" y="3900488"/>
            <a:ext cx="4775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‏מכך</a:t>
            </a:r>
          </a:p>
        </p:txBody>
      </p:sp>
      <p:sp>
        <p:nvSpPr>
          <p:cNvPr id="61" name="body-3-2-word-2">
            <a:extLst>
              <a:ext uri="{FF2B5EF4-FFF2-40B4-BE49-F238E27FC236}">
                <ns2:creationId id="{15B41D29-F840-42E2-9DF4-E18411867B02}"/>
              </a:ext>
            </a:extLst>
          </p:cNvPr>
          <p:cNvSpPr>
            <a:spLocks noGrp="1"/>
          </p:cNvSpPr>
          <p:nvPr/>
        </p:nvSpPr>
        <p:spPr>
          <a:xfrm>
            <a:off x="9526143" y="3900488"/>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‏היתר</a:t>
            </a:r>
          </a:p>
        </p:txBody>
      </p:sp>
      <p:sp>
        <p:nvSpPr>
          <p:cNvPr id="62" name="body-3-2-word-3">
            <a:extLst>
              <a:ext uri="{FF2B5EF4-FFF2-40B4-BE49-F238E27FC236}">
                <ns2:creationId id="{9629C494-1717-4F0F-81D5-CD1328800DD7}"/>
              </a:ext>
            </a:extLst>
          </p:cNvPr>
          <p:cNvSpPr>
            <a:spLocks noGrp="1"/>
          </p:cNvSpPr>
          <p:nvPr/>
        </p:nvSpPr>
        <p:spPr>
          <a:xfrm>
            <a:off x="8975027" y="3900488"/>
            <a:ext cx="4908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‏רגיל</a:t>
            </a:r>
          </a:p>
        </p:txBody>
      </p:sp>
      <p:sp>
        <p:nvSpPr>
          <p:cNvPr id="63" name="body-3-2-word-4">
            <a:extLst>
              <a:ext uri="{FF2B5EF4-FFF2-40B4-BE49-F238E27FC236}">
                <ns2:creationId id="{286099B8-E514-44CD-8AAC-320D0B686C89}"/>
              </a:ext>
            </a:extLst>
          </p:cNvPr>
          <p:cNvSpPr>
            <a:spLocks noGrp="1"/>
          </p:cNvSpPr>
          <p:nvPr/>
        </p:nvSpPr>
        <p:spPr>
          <a:xfrm>
            <a:off x="8044529" y="3900488"/>
            <a:ext cx="8702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‏לשגרה.</a:t>
            </a:r>
          </a:p>
        </p:txBody>
      </p:sp>
      <p:sp>
        <p:nvSpPr>
          <p:cNvPr id="64" name="body-4-1-word-0">
            <a:extLst>
              <a:ext uri="{FF2B5EF4-FFF2-40B4-BE49-F238E27FC236}">
                <ns2:creationId id="{A579D66F-02D0-4118-ABD9-76C4B8F9D43F}"/>
              </a:ext>
            </a:extLst>
          </p:cNvPr>
          <p:cNvSpPr>
            <a:spLocks noGrp="1"/>
          </p:cNvSpPr>
          <p:nvPr/>
        </p:nvSpPr>
        <p:spPr>
          <a:xfrm>
            <a:off x="10805160" y="4442460"/>
            <a:ext cx="6438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‏בחלק</a:t>
            </a:r>
          </a:p>
        </p:txBody>
      </p:sp>
      <p:sp>
        <p:nvSpPr>
          <p:cNvPr id="65" name="body-4-1-word-1">
            <a:extLst>
              <a:ext uri="{FF2B5EF4-FFF2-40B4-BE49-F238E27FC236}">
                <ns2:creationId id="{5B222F6D-905F-4597-8E42-BA97465FC1E8}"/>
              </a:ext>
            </a:extLst>
          </p:cNvPr>
          <p:cNvSpPr>
            <a:spLocks noGrp="1"/>
          </p:cNvSpPr>
          <p:nvPr/>
        </p:nvSpPr>
        <p:spPr>
          <a:xfrm>
            <a:off x="10157079" y="4442460"/>
            <a:ext cx="5877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‏הגלוי</a:t>
            </a:r>
          </a:p>
        </p:txBody>
      </p:sp>
      <p:sp>
        <p:nvSpPr>
          <p:cNvPr id="66" name="body-4-1-word-2">
            <a:extLst>
              <a:ext uri="{FF2B5EF4-FFF2-40B4-BE49-F238E27FC236}">
                <ns2:creationId id="{3D083677-0CBA-42DB-89E1-668C1E90BC61}"/>
              </a:ext>
            </a:extLst>
          </p:cNvPr>
          <p:cNvSpPr>
            <a:spLocks noGrp="1"/>
          </p:cNvSpPr>
          <p:nvPr/>
        </p:nvSpPr>
        <p:spPr>
          <a:xfrm>
            <a:off x="9766459" y="444246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67" name="body-4-1-word-3">
            <a:extLst>
              <a:ext uri="{FF2B5EF4-FFF2-40B4-BE49-F238E27FC236}">
                <ns2:creationId id="{9691F2F8-D293-4392-AFAC-831BF1E5A62B}"/>
              </a:ext>
            </a:extLst>
          </p:cNvPr>
          <p:cNvSpPr>
            <a:spLocks noGrp="1"/>
          </p:cNvSpPr>
          <p:nvPr/>
        </p:nvSpPr>
        <p:spPr>
          <a:xfrm>
            <a:off x="8960739" y="4442460"/>
            <a:ext cx="7454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‏הדפס,</a:t>
            </a:r>
          </a:p>
        </p:txBody>
      </p:sp>
      <p:sp>
        <p:nvSpPr>
          <p:cNvPr id="68" name="body-4-1-word-4">
            <a:extLst>
              <a:ext uri="{FF2B5EF4-FFF2-40B4-BE49-F238E27FC236}">
                <ns2:creationId id="{F73985D6-38AE-43D5-9A54-BD4671715661}"/>
              </a:ext>
            </a:extLst>
          </p:cNvPr>
          <p:cNvSpPr>
            <a:spLocks noGrp="1"/>
          </p:cNvSpPr>
          <p:nvPr/>
        </p:nvSpPr>
        <p:spPr>
          <a:xfrm>
            <a:off x="8448675" y="4442460"/>
            <a:ext cx="4517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‏ציור</a:t>
            </a:r>
          </a:p>
        </p:txBody>
      </p:sp>
      <p:sp>
        <p:nvSpPr>
          <p:cNvPr id="69" name="body-4-1-word-5">
            <a:extLst>
              <a:ext uri="{FF2B5EF4-FFF2-40B4-BE49-F238E27FC236}">
                <ns2:creationId id="{7FA0B854-630F-4B3F-9F29-C3FDDE2E2DA6}"/>
              </a:ext>
            </a:extLst>
          </p:cNvPr>
          <p:cNvSpPr>
            <a:spLocks noGrp="1"/>
          </p:cNvSpPr>
          <p:nvPr/>
        </p:nvSpPr>
        <p:spPr>
          <a:xfrm>
            <a:off x="8128444"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70" name="body-4-1-word-6">
            <a:extLst>
              <a:ext uri="{FF2B5EF4-FFF2-40B4-BE49-F238E27FC236}">
                <ns2:creationId id="{D0DEB968-840C-4775-AF86-E84B3A2254A4}"/>
              </a:ext>
            </a:extLst>
          </p:cNvPr>
          <p:cNvSpPr>
            <a:spLocks noGrp="1"/>
          </p:cNvSpPr>
          <p:nvPr/>
        </p:nvSpPr>
        <p:spPr>
          <a:xfrm>
            <a:off x="7349014" y="4442460"/>
            <a:ext cx="719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‏כיתוב.</a:t>
            </a:r>
          </a:p>
        </p:txBody>
      </p:sp>
      <p:sp>
        <p:nvSpPr>
          <p:cNvPr id="71" name="body-4-1-word-7">
            <a:extLst>
              <a:ext uri="{FF2B5EF4-FFF2-40B4-BE49-F238E27FC236}">
                <ns2:creationId id="{ABF60C5A-849C-4D02-8389-8A29F94DAC9D}"/>
              </a:ext>
            </a:extLst>
          </p:cNvPr>
          <p:cNvSpPr>
            <a:spLocks noGrp="1"/>
          </p:cNvSpPr>
          <p:nvPr/>
        </p:nvSpPr>
        <p:spPr>
          <a:xfrm>
            <a:off x="6958393" y="444246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72" name="body-4-1-word-8">
            <a:extLst>
              <a:ext uri="{FF2B5EF4-FFF2-40B4-BE49-F238E27FC236}">
                <ns2:creationId id="{25800A73-521B-4296-806F-3B4B01E845D4}"/>
              </a:ext>
            </a:extLst>
          </p:cNvPr>
          <p:cNvSpPr>
            <a:spLocks noGrp="1"/>
          </p:cNvSpPr>
          <p:nvPr/>
        </p:nvSpPr>
        <p:spPr>
          <a:xfrm>
            <a:off x="6144577" y="4442460"/>
            <a:ext cx="7535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‏צווארון</a:t>
            </a:r>
          </a:p>
        </p:txBody>
      </p:sp>
      <p:sp>
        <p:nvSpPr>
          <p:cNvPr id="73" name="body-4-1-word-9">
            <a:extLst>
              <a:ext uri="{FF2B5EF4-FFF2-40B4-BE49-F238E27FC236}">
                <ns2:creationId id="{70C6A22A-6F9C-48FB-9B43-554E18FD4B25}"/>
              </a:ext>
            </a:extLst>
          </p:cNvPr>
          <p:cNvSpPr>
            <a:spLocks noGrp="1"/>
          </p:cNvSpPr>
          <p:nvPr/>
        </p:nvSpPr>
        <p:spPr>
          <a:xfrm>
            <a:off x="5497735" y="4442460"/>
            <a:ext cx="5865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‏גולף,</a:t>
            </a:r>
          </a:p>
        </p:txBody>
      </p:sp>
      <p:sp>
        <p:nvSpPr>
          <p:cNvPr id="74" name="body-4-1-word-10">
            <a:extLst>
              <a:ext uri="{FF2B5EF4-FFF2-40B4-BE49-F238E27FC236}">
                <ns2:creationId id="{FAC2FD99-A6F5-4395-B395-1847D2335061}"/>
              </a:ext>
            </a:extLst>
          </p:cNvPr>
          <p:cNvSpPr>
            <a:spLocks noGrp="1"/>
          </p:cNvSpPr>
          <p:nvPr/>
        </p:nvSpPr>
        <p:spPr>
          <a:xfrm>
            <a:off x="4866799" y="4442460"/>
            <a:ext cx="5706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‏ושולי</a:t>
            </a:r>
          </a:p>
        </p:txBody>
      </p:sp>
      <p:sp>
        <p:nvSpPr>
          <p:cNvPr id="75" name="body-4-1-word-11">
            <a:extLst>
              <a:ext uri="{FF2B5EF4-FFF2-40B4-BE49-F238E27FC236}">
                <ns2:creationId id="{CA83A815-B7FC-4CF1-877B-0DD89C0BEEC8}"/>
              </a:ext>
            </a:extLst>
          </p:cNvPr>
          <p:cNvSpPr>
            <a:spLocks noGrp="1"/>
          </p:cNvSpPr>
          <p:nvPr/>
        </p:nvSpPr>
        <p:spPr>
          <a:xfrm>
            <a:off x="3923347" y="4442460"/>
            <a:ext cx="8831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‏החולצה</a:t>
            </a:r>
          </a:p>
        </p:txBody>
      </p:sp>
      <p:sp>
        <p:nvSpPr>
          <p:cNvPr id="76" name="body-4-1-word-12">
            <a:extLst>
              <a:ext uri="{FF2B5EF4-FFF2-40B4-BE49-F238E27FC236}">
                <ns2:creationId id="{86E737A6-7303-4731-914F-884DAFF4A1BC}"/>
              </a:ext>
            </a:extLst>
          </p:cNvPr>
          <p:cNvSpPr>
            <a:spLocks noGrp="1"/>
          </p:cNvSpPr>
          <p:nvPr/>
        </p:nvSpPr>
        <p:spPr>
          <a:xfrm>
            <a:off x="2780919" y="4442460"/>
            <a:ext cx="10821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‏התחתונה</a:t>
            </a:r>
          </a:p>
        </p:txBody>
      </p:sp>
      <p:sp>
        <p:nvSpPr>
          <p:cNvPr id="77" name="body-4-1-word-13">
            <a:extLst>
              <a:ext uri="{FF2B5EF4-FFF2-40B4-BE49-F238E27FC236}">
                <ns2:creationId id="{906945FB-4EAF-476D-8747-3B5763B12B99}"/>
              </a:ext>
            </a:extLst>
          </p:cNvPr>
          <p:cNvSpPr>
            <a:spLocks noGrp="1"/>
          </p:cNvSpPr>
          <p:nvPr/>
        </p:nvSpPr>
        <p:spPr>
          <a:xfrm>
            <a:off x="2188940" y="4442460"/>
            <a:ext cx="5316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‏אינם</a:t>
            </a:r>
          </a:p>
        </p:txBody>
      </p:sp>
      <p:sp>
        <p:nvSpPr>
          <p:cNvPr id="78" name="body-4-1-word-14">
            <a:extLst>
              <a:ext uri="{FF2B5EF4-FFF2-40B4-BE49-F238E27FC236}">
                <ns2:creationId id="{0C0FFD26-988D-4413-89E0-5724713A928F}"/>
              </a:ext>
            </a:extLst>
          </p:cNvPr>
          <p:cNvSpPr>
            <a:spLocks noGrp="1"/>
          </p:cNvSpPr>
          <p:nvPr/>
        </p:nvSpPr>
        <p:spPr>
          <a:xfrm>
            <a:off x="1332357" y="4442460"/>
            <a:ext cx="7962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‏בולטים</a:t>
            </a:r>
          </a:p>
        </p:txBody>
      </p:sp>
      <p:sp>
        <p:nvSpPr>
          <p:cNvPr id="79" name="body-4-2-word-0">
            <a:extLst>
              <a:ext uri="{FF2B5EF4-FFF2-40B4-BE49-F238E27FC236}">
                <ns2:creationId id="{4BC7EB6C-DDCD-41DA-914A-D036B5A8256D}"/>
              </a:ext>
            </a:extLst>
          </p:cNvPr>
          <p:cNvSpPr>
            <a:spLocks noGrp="1"/>
          </p:cNvSpPr>
          <p:nvPr/>
        </p:nvSpPr>
        <p:spPr>
          <a:xfrm>
            <a:off x="10797064" y="4793933"/>
            <a:ext cx="6519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‏מעבר</a:t>
            </a:r>
          </a:p>
        </p:txBody>
      </p:sp>
      <p:sp>
        <p:nvSpPr>
          <p:cNvPr id="80" name="body-4-2-word-1">
            <a:extLst>
              <a:ext uri="{FF2B5EF4-FFF2-40B4-BE49-F238E27FC236}">
                <ns2:creationId id="{D2ADFCC1-BDBD-4EC0-9BE1-D7315DAC3E4C}"/>
              </a:ext>
            </a:extLst>
          </p:cNvPr>
          <p:cNvSpPr>
            <a:spLocks noGrp="1"/>
          </p:cNvSpPr>
          <p:nvPr/>
        </p:nvSpPr>
        <p:spPr>
          <a:xfrm>
            <a:off x="9717310" y="4793933"/>
            <a:ext cx="10194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‏לשרוולים</a:t>
            </a:r>
          </a:p>
        </p:txBody>
      </p:sp>
      <p:sp>
        <p:nvSpPr>
          <p:cNvPr id="81" name="body-4-2-word-2">
            <a:extLst>
              <a:ext uri="{FF2B5EF4-FFF2-40B4-BE49-F238E27FC236}">
                <ns2:creationId id="{83151FEC-6850-4B6B-8330-1524B310E680}"/>
              </a:ext>
            </a:extLst>
          </p:cNvPr>
          <p:cNvSpPr>
            <a:spLocks noGrp="1"/>
          </p:cNvSpPr>
          <p:nvPr/>
        </p:nvSpPr>
        <p:spPr>
          <a:xfrm>
            <a:off x="9397079" y="479393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82" name="body-4-2-word-3">
            <a:extLst>
              <a:ext uri="{FF2B5EF4-FFF2-40B4-BE49-F238E27FC236}">
                <ns2:creationId id="{A3B909EC-B7BE-4D6F-B14D-DB79CF844A70}"/>
              </a:ext>
            </a:extLst>
          </p:cNvPr>
          <p:cNvSpPr>
            <a:spLocks noGrp="1"/>
          </p:cNvSpPr>
          <p:nvPr/>
        </p:nvSpPr>
        <p:spPr>
          <a:xfrm>
            <a:off x="8371618" y="4793933"/>
            <a:ext cx="9651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‏לצווארון.</a:t>
            </a:r>
          </a:p>
        </p:txBody>
      </p:sp>
      <p:sp>
        <p:nvSpPr>
          <p:cNvPr id="83" name="sources-word-0">
            <a:extLst>
              <a:ext uri="{FF2B5EF4-FFF2-40B4-BE49-F238E27FC236}">
                <ns2:creationId id="{4AA0E51D-5D7A-4A00-B881-0088FA201996}"/>
              </a:ext>
            </a:extLst>
          </p:cNvPr>
          <p:cNvSpPr>
            <a:spLocks noGrp="1"/>
          </p:cNvSpPr>
          <p:nvPr/>
        </p:nvSpPr>
        <p:spPr>
          <a:xfrm>
            <a:off x="11059477" y="6191250"/>
            <a:ext cx="389573"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‏הופעה</a:t>
            </a:r>
          </a:p>
        </p:txBody>
      </p:sp>
      <p:sp>
        <p:nvSpPr>
          <p:cNvPr id="84" name="sources-word-1">
            <a:extLst>
              <a:ext uri="{FF2B5EF4-FFF2-40B4-BE49-F238E27FC236}">
                <ns2:creationId id="{99EC530B-C36D-43CF-AC8D-646109616077}"/>
              </a:ext>
            </a:extLst>
          </p:cNvPr>
          <p:cNvSpPr>
            <a:spLocks noGrp="1"/>
          </p:cNvSpPr>
          <p:nvPr/>
        </p:nvSpPr>
        <p:spPr>
          <a:xfrm>
            <a:off x="10649712" y="6191250"/>
            <a:ext cx="38909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‏ודיגום,</a:t>
            </a:r>
          </a:p>
        </p:txBody>
      </p:sp>
      <p:sp>
        <p:nvSpPr>
          <p:cNvPr id="85" name="sources-word-2">
            <a:extLst>
              <a:ext uri="{FF2B5EF4-FFF2-40B4-BE49-F238E27FC236}">
                <ns2:creationId id="{6FBF6F13-EB38-4A7F-AD81-BEADC17087F5}"/>
              </a:ext>
            </a:extLst>
          </p:cNvPr>
          <p:cNvSpPr>
            <a:spLocks noGrp="1"/>
          </p:cNvSpPr>
          <p:nvPr/>
        </p:nvSpPr>
        <p:spPr>
          <a:xfrm>
            <a:off x="10227659" y="6191250"/>
            <a:ext cx="401383"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‏שאלות</a:t>
            </a:r>
          </a:p>
        </p:txBody>
      </p:sp>
      <p:sp>
        <p:nvSpPr>
          <p:cNvPr id="86" name="sources-word-3">
            <a:extLst>
              <a:ext uri="{FF2B5EF4-FFF2-40B4-BE49-F238E27FC236}">
                <ns2:creationId id="{5EBD20FB-290B-4877-8F40-445E91FDD9C6}"/>
              </a:ext>
            </a:extLst>
          </p:cNvPr>
          <p:cNvSpPr>
            <a:spLocks noGrp="1"/>
          </p:cNvSpPr>
          <p:nvPr/>
        </p:nvSpPr>
        <p:spPr>
          <a:xfrm>
            <a:off x="9712452" y="6191250"/>
            <a:ext cx="49453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‏ותשובות</a:t>
            </a:r>
          </a:p>
        </p:txBody>
      </p:sp>
      <p:sp>
        <p:nvSpPr>
          <p:cNvPr id="87" name="sources-word-4">
            <a:extLst>
              <a:ext uri="{FF2B5EF4-FFF2-40B4-BE49-F238E27FC236}">
                <ns2:creationId id="{A6FB8482-39A7-4BBD-9EDC-132E9B28F257}"/>
              </a:ext>
            </a:extLst>
          </p:cNvPr>
          <p:cNvSpPr>
            <a:spLocks noGrp="1"/>
          </p:cNvSpPr>
          <p:nvPr/>
        </p:nvSpPr>
        <p:spPr>
          <a:xfrm>
            <a:off x="9615583"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8" name="sources-word-5">
            <a:extLst>
              <a:ext uri="{FF2B5EF4-FFF2-40B4-BE49-F238E27FC236}">
                <ns2:creationId id="{36F2BBE0-D9A3-42BA-8E90-43B2CE4F3DBF}"/>
              </a:ext>
            </a:extLst>
          </p:cNvPr>
          <p:cNvSpPr>
            <a:spLocks noGrp="1"/>
          </p:cNvSpPr>
          <p:nvPr/>
        </p:nvSpPr>
        <p:spPr>
          <a:xfrm>
            <a:off x="9229058"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9" name="sources-word-6">
            <a:extLst>
              <a:ext uri="{FF2B5EF4-FFF2-40B4-BE49-F238E27FC236}">
                <ns2:creationId id="{8F5662E4-A483-4E5F-9E6C-2BAE08E8BAA1}"/>
              </a:ext>
            </a:extLst>
          </p:cNvPr>
          <p:cNvSpPr>
            <a:spLocks noGrp="1"/>
          </p:cNvSpPr>
          <p:nvPr/>
        </p:nvSpPr>
        <p:spPr>
          <a:xfrm>
            <a:off x="8865680"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90" name="sources-word-7">
            <a:extLst>
              <a:ext uri="{FF2B5EF4-FFF2-40B4-BE49-F238E27FC236}">
                <ns2:creationId id="{F93851C5-8834-4D0E-AC96-5B6C2FECD7FA}"/>
              </a:ext>
            </a:extLst>
          </p:cNvPr>
          <p:cNvSpPr>
            <a:spLocks noGrp="1"/>
          </p:cNvSpPr>
          <p:nvPr/>
        </p:nvSpPr>
        <p:spPr>
          <a:xfrm>
            <a:off x="810139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91" name="sources-word-8">
            <a:extLst>
              <a:ext uri="{FF2B5EF4-FFF2-40B4-BE49-F238E27FC236}">
                <ns2:creationId id="{6A2BACFA-7A40-4819-9367-07E22C26630C}"/>
              </a:ext>
            </a:extLst>
          </p:cNvPr>
          <p:cNvSpPr>
            <a:spLocks noGrp="1"/>
          </p:cNvSpPr>
          <p:nvPr/>
        </p:nvSpPr>
        <p:spPr>
          <a:xfrm>
            <a:off x="800452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2" name="sources-word-9">
            <a:extLst>
              <a:ext uri="{FF2B5EF4-FFF2-40B4-BE49-F238E27FC236}">
                <ns2:creationId id="{08D1AB84-44FC-4660-921C-A069ABF5D9E0}"/>
              </a:ext>
            </a:extLst>
          </p:cNvPr>
          <p:cNvSpPr>
            <a:spLocks noGrp="1"/>
          </p:cNvSpPr>
          <p:nvPr/>
        </p:nvSpPr>
        <p:spPr>
          <a:xfrm>
            <a:off x="7618000"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93" name="sources-word-10">
            <a:extLst>
              <a:ext uri="{FF2B5EF4-FFF2-40B4-BE49-F238E27FC236}">
                <ns2:creationId id="{8B044594-2644-4929-9724-D2A18FBBBC5A}"/>
              </a:ext>
            </a:extLst>
          </p:cNvPr>
          <p:cNvSpPr>
            <a:spLocks noGrp="1"/>
          </p:cNvSpPr>
          <p:nvPr/>
        </p:nvSpPr>
        <p:spPr>
          <a:xfrm>
            <a:off x="7349395"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94" name="sources-word-11">
            <a:extLst>
              <a:ext uri="{FF2B5EF4-FFF2-40B4-BE49-F238E27FC236}">
                <ns2:creationId id="{5F23E984-7025-4AE5-9219-27059FA7CEAF}"/>
              </a:ext>
            </a:extLst>
          </p:cNvPr>
          <p:cNvSpPr>
            <a:spLocks noGrp="1"/>
          </p:cNvSpPr>
          <p:nvPr/>
        </p:nvSpPr>
        <p:spPr>
          <a:xfrm>
            <a:off x="6585109"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95" name="page">
            <a:extLst>
              <a:ext uri="{FF2B5EF4-FFF2-40B4-BE49-F238E27FC236}">
                <ns2:creationId id="{A0794CE5-D90A-416C-860E-E9CB991488AB}"/>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07 / 35</a:t>
            </a:r>
          </a:p>
        </p:txBody>
      </p:sp>
      <p:sp>
        <p:nvSpPr>
          <p:cNvPr id="96" name="timing-word-0">
            <a:extLst>
              <a:ext uri="{FF2B5EF4-FFF2-40B4-BE49-F238E27FC236}">
                <ns2:creationId id="{0FA30D10-D404-4EC4-9593-487445A3C6C7}"/>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‏04:45</a:t>
            </a:r>
          </a:p>
        </p:txBody>
      </p:sp>
      <p:sp>
        <p:nvSpPr>
          <p:cNvPr id="97" name="timing-word-1">
            <a:extLst>
              <a:ext uri="{FF2B5EF4-FFF2-40B4-BE49-F238E27FC236}">
                <ns2:creationId id="{001145E3-B9A9-4A70-8FBF-D34E9C1E019B}"/>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8" name="timing-word-2">
            <a:extLst>
              <a:ext uri="{FF2B5EF4-FFF2-40B4-BE49-F238E27FC236}">
                <ns2:creationId id="{66B80027-9034-41B7-A56D-13BEADDB0C19}"/>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‏05:30</a:t>
            </a:r>
          </a:p>
        </p:txBody>
      </p:sp>
      <p:sp>
        <p:nvSpPr>
          <p:cNvPr id="99" name="timing-word-3">
            <a:extLst>
              <a:ext uri="{FF2B5EF4-FFF2-40B4-BE49-F238E27FC236}">
                <ns2:creationId id="{4B04B07B-3657-446A-854B-12CE31808367}"/>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100" name="timing-word-4">
            <a:extLst>
              <a:ext uri="{FF2B5EF4-FFF2-40B4-BE49-F238E27FC236}">
                <ns2:creationId id="{A8B539EF-FE08-40A3-99E6-3752BB2FA05C}"/>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211860860"/>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1" name="title-word-0">
            <a:extLst>
              <a:ext uri="{FF2B5EF4-FFF2-40B4-BE49-F238E27FC236}">
                <ns2:creationId id="{F430146F-235E-4520-8BD4-7DE49367FA45}"/>
              </a:ext>
            </a:extLst>
          </p:cNvPr>
          <p:cNvSpPr>
            <a:spLocks noGrp="1"/>
          </p:cNvSpPr>
          <p:nvPr/>
        </p:nvSpPr>
        <p:spPr>
          <a:xfrm>
            <a:off x="10338340" y="571500"/>
            <a:ext cx="111071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‏נעליים</a:t>
            </a:r>
          </a:p>
        </p:txBody>
      </p:sp>
      <p:sp>
        <p:nvSpPr>
          <p:cNvPr id="2" name="title-word-1">
            <a:extLst>
              <a:ext uri="{FF2B5EF4-FFF2-40B4-BE49-F238E27FC236}">
                <ns2:creationId id="{A58A2EEE-E9A5-469D-A66A-F43CEFE6BEB1}"/>
              </a:ext>
            </a:extLst>
          </p:cNvPr>
          <p:cNvSpPr>
            <a:spLocks noGrp="1"/>
          </p:cNvSpPr>
          <p:nvPr/>
        </p:nvSpPr>
        <p:spPr>
          <a:xfrm>
            <a:off x="8962072" y="571500"/>
            <a:ext cx="1278922"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‏וגרביים</a:t>
            </a:r>
          </a:p>
        </p:txBody>
      </p:sp>
      <p:sp>
        <p:nvSpPr>
          <p:cNvPr id="3" name="body-1-1-word-0">
            <a:extLst>
              <a:ext uri="{FF2B5EF4-FFF2-40B4-BE49-F238E27FC236}">
                <ns2:creationId id="{60CC4464-B1D8-428F-B1DC-4666D85B586A}"/>
              </a:ext>
            </a:extLst>
          </p:cNvPr>
          <p:cNvSpPr>
            <a:spLocks noGrp="1"/>
          </p:cNvSpPr>
          <p:nvPr/>
        </p:nvSpPr>
        <p:spPr>
          <a:xfrm>
            <a:off x="10722102" y="1762125"/>
            <a:ext cx="7269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‏חיילות</a:t>
            </a:r>
          </a:p>
        </p:txBody>
      </p:sp>
      <p:sp>
        <p:nvSpPr>
          <p:cNvPr id="4" name="body-1-1-word-1">
            <a:extLst>
              <a:ext uri="{FF2B5EF4-FFF2-40B4-BE49-F238E27FC236}">
                <ns2:creationId id="{A9FE55A1-9D80-46F6-9481-5CE4F3A04D98}"/>
              </a:ext>
            </a:extLst>
          </p:cNvPr>
          <p:cNvSpPr>
            <a:spLocks noGrp="1"/>
          </p:cNvSpPr>
          <p:nvPr/>
        </p:nvSpPr>
        <p:spPr>
          <a:xfrm>
            <a:off x="10048018" y="1762125"/>
            <a:ext cx="6137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‏וחיילי</a:t>
            </a:r>
          </a:p>
        </p:txBody>
      </p:sp>
      <p:sp>
        <p:nvSpPr>
          <p:cNvPr id="5" name="body-1-1-word-2">
            <a:extLst>
              <a:ext uri="{FF2B5EF4-FFF2-40B4-BE49-F238E27FC236}">
                <ns2:creationId id="{0CB7B54D-ED9A-46BC-A984-E561448657FE}"/>
              </a:ext>
            </a:extLst>
          </p:cNvPr>
          <p:cNvSpPr>
            <a:spLocks noGrp="1"/>
          </p:cNvSpPr>
          <p:nvPr/>
        </p:nvSpPr>
        <p:spPr>
          <a:xfrm>
            <a:off x="9390698" y="1762125"/>
            <a:ext cx="5970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‏חובה</a:t>
            </a:r>
          </a:p>
        </p:txBody>
      </p:sp>
      <p:sp>
        <p:nvSpPr>
          <p:cNvPr id="6" name="body-1-1-word-3">
            <a:extLst>
              <a:ext uri="{FF2B5EF4-FFF2-40B4-BE49-F238E27FC236}">
                <ns2:creationId id="{23584C80-2525-41D5-82CA-228D8D0D8BC8}"/>
              </a:ext>
            </a:extLst>
          </p:cNvPr>
          <p:cNvSpPr>
            <a:spLocks noGrp="1"/>
          </p:cNvSpPr>
          <p:nvPr/>
        </p:nvSpPr>
        <p:spPr>
          <a:xfrm>
            <a:off x="8605552" y="1762125"/>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‏נועלים</a:t>
            </a:r>
          </a:p>
        </p:txBody>
      </p:sp>
      <p:sp>
        <p:nvSpPr>
          <p:cNvPr id="7" name="body-1-1-word-4">
            <a:extLst>
              <a:ext uri="{FF2B5EF4-FFF2-40B4-BE49-F238E27FC236}">
                <ns2:creationId id="{D3445913-A2E3-467E-8AEE-3160F7D22EA8}"/>
              </a:ext>
            </a:extLst>
          </p:cNvPr>
          <p:cNvSpPr>
            <a:spLocks noGrp="1"/>
          </p:cNvSpPr>
          <p:nvPr/>
        </p:nvSpPr>
        <p:spPr>
          <a:xfrm>
            <a:off x="8172164"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8" name="body-1-1-word-5">
            <a:extLst>
              <a:ext uri="{FF2B5EF4-FFF2-40B4-BE49-F238E27FC236}">
                <ns2:creationId id="{6EAD5D84-1C54-4D0A-A09F-A91ED796CF63}"/>
              </a:ext>
            </a:extLst>
          </p:cNvPr>
          <p:cNvSpPr>
            <a:spLocks noGrp="1"/>
          </p:cNvSpPr>
          <p:nvPr/>
        </p:nvSpPr>
        <p:spPr>
          <a:xfrm>
            <a:off x="7214997" y="1762125"/>
            <a:ext cx="8968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‏הנעליים</a:t>
            </a:r>
          </a:p>
        </p:txBody>
      </p:sp>
      <p:sp>
        <p:nvSpPr>
          <p:cNvPr id="9" name="body-1-1-word-6">
            <a:extLst>
              <a:ext uri="{FF2B5EF4-FFF2-40B4-BE49-F238E27FC236}">
                <ns2:creationId id="{E9697006-CF81-406D-A4B2-DBE192EA8665}"/>
              </a:ext>
            </a:extLst>
          </p:cNvPr>
          <p:cNvSpPr>
            <a:spLocks noGrp="1"/>
          </p:cNvSpPr>
          <p:nvPr/>
        </p:nvSpPr>
        <p:spPr>
          <a:xfrm>
            <a:off x="6303169" y="1762125"/>
            <a:ext cx="8515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‏שהצבא</a:t>
            </a:r>
          </a:p>
        </p:txBody>
      </p:sp>
      <p:sp>
        <p:nvSpPr>
          <p:cNvPr id="10" name="body-1-1-word-7">
            <a:extLst>
              <a:ext uri="{FF2B5EF4-FFF2-40B4-BE49-F238E27FC236}">
                <ns2:creationId id="{A2741333-2208-470C-A262-ECE49970EE01}"/>
              </a:ext>
            </a:extLst>
          </p:cNvPr>
          <p:cNvSpPr>
            <a:spLocks noGrp="1"/>
          </p:cNvSpPr>
          <p:nvPr/>
        </p:nvSpPr>
        <p:spPr>
          <a:xfrm>
            <a:off x="5628608" y="1762125"/>
            <a:ext cx="6142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‏מנפק</a:t>
            </a:r>
          </a:p>
        </p:txBody>
      </p:sp>
      <p:sp>
        <p:nvSpPr>
          <p:cNvPr id="11" name="body-1-1-word-8">
            <a:extLst>
              <a:ext uri="{FF2B5EF4-FFF2-40B4-BE49-F238E27FC236}">
                <ns2:creationId id="{3B4F3993-2FDF-470C-80E7-9E768DC65127}"/>
              </a:ext>
            </a:extLst>
          </p:cNvPr>
          <p:cNvSpPr>
            <a:spLocks noGrp="1"/>
          </p:cNvSpPr>
          <p:nvPr/>
        </p:nvSpPr>
        <p:spPr>
          <a:xfrm>
            <a:off x="5180838" y="176212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12" name="body-1-1-word-9">
            <a:extLst>
              <a:ext uri="{FF2B5EF4-FFF2-40B4-BE49-F238E27FC236}">
                <ns2:creationId id="{C36AE195-8A04-4DEC-9132-5FB1D44CC3D9}"/>
              </a:ext>
            </a:extLst>
          </p:cNvPr>
          <p:cNvSpPr>
            <a:spLocks noGrp="1"/>
          </p:cNvSpPr>
          <p:nvPr/>
        </p:nvSpPr>
        <p:spPr>
          <a:xfrm>
            <a:off x="4184618" y="1762125"/>
            <a:ext cx="935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‏הזכאות,</a:t>
            </a:r>
          </a:p>
        </p:txBody>
      </p:sp>
      <p:sp>
        <p:nvSpPr>
          <p:cNvPr id="13" name="body-1-1-word-10">
            <a:extLst>
              <a:ext uri="{FF2B5EF4-FFF2-40B4-BE49-F238E27FC236}">
                <ns2:creationId id="{F22281BC-561E-4AD6-97D5-4DF10836D963}"/>
              </a:ext>
            </a:extLst>
          </p:cNvPr>
          <p:cNvSpPr>
            <a:spLocks noGrp="1"/>
          </p:cNvSpPr>
          <p:nvPr/>
        </p:nvSpPr>
        <p:spPr>
          <a:xfrm>
            <a:off x="3864388"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4" name="body-1-1-word-11">
            <a:extLst>
              <a:ext uri="{FF2B5EF4-FFF2-40B4-BE49-F238E27FC236}">
                <ns2:creationId id="{6D084EB5-849B-458D-A074-52CE52BAD90B}"/>
              </a:ext>
            </a:extLst>
          </p:cNvPr>
          <p:cNvSpPr>
            <a:spLocks noGrp="1"/>
          </p:cNvSpPr>
          <p:nvPr/>
        </p:nvSpPr>
        <p:spPr>
          <a:xfrm>
            <a:off x="3079242" y="1762125"/>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‏נעליים</a:t>
            </a:r>
          </a:p>
        </p:txBody>
      </p:sp>
      <p:sp>
        <p:nvSpPr>
          <p:cNvPr id="15" name="body-1-1-word-12">
            <a:extLst>
              <a:ext uri="{FF2B5EF4-FFF2-40B4-BE49-F238E27FC236}">
                <ns2:creationId id="{F5BD4D33-AF82-429D-B38A-45B64EA93C14}"/>
              </a:ext>
            </a:extLst>
          </p:cNvPr>
          <p:cNvSpPr>
            <a:spLocks noGrp="1"/>
          </p:cNvSpPr>
          <p:nvPr/>
        </p:nvSpPr>
        <p:spPr>
          <a:xfrm>
            <a:off x="2149888" y="1762125"/>
            <a:ext cx="869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‏שהותרו</a:t>
            </a:r>
          </a:p>
        </p:txBody>
      </p:sp>
      <p:sp>
        <p:nvSpPr>
          <p:cNvPr id="16" name="body-1-1-word-13">
            <a:extLst>
              <a:ext uri="{FF2B5EF4-FFF2-40B4-BE49-F238E27FC236}">
                <ns2:creationId id="{5511AC39-8E5D-4888-BB9E-F572E689C462}"/>
              </a:ext>
            </a:extLst>
          </p:cNvPr>
          <p:cNvSpPr>
            <a:spLocks noGrp="1"/>
          </p:cNvSpPr>
          <p:nvPr/>
        </p:nvSpPr>
        <p:spPr>
          <a:xfrm>
            <a:off x="1365504" y="1762125"/>
            <a:ext cx="7240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‏בפטור</a:t>
            </a:r>
          </a:p>
        </p:txBody>
      </p:sp>
      <p:sp>
        <p:nvSpPr>
          <p:cNvPr id="17" name="body-1-2-word-0">
            <a:extLst>
              <a:ext uri="{FF2B5EF4-FFF2-40B4-BE49-F238E27FC236}">
                <ns2:creationId id="{0D7E3C89-CBEF-4FC3-B2EB-4C58A2C8F719}"/>
              </a:ext>
            </a:extLst>
          </p:cNvPr>
          <p:cNvSpPr>
            <a:spLocks noGrp="1"/>
          </p:cNvSpPr>
          <p:nvPr/>
        </p:nvSpPr>
        <p:spPr>
          <a:xfrm>
            <a:off x="10583323" y="2113598"/>
            <a:ext cx="8657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18" name="body-1-2-word-1">
            <a:extLst>
              <a:ext uri="{FF2B5EF4-FFF2-40B4-BE49-F238E27FC236}">
                <ns2:creationId id="{827EC15A-40D6-41E1-9C1E-4901D1F0C70F}"/>
              </a:ext>
            </a:extLst>
          </p:cNvPr>
          <p:cNvSpPr>
            <a:spLocks noGrp="1"/>
          </p:cNvSpPr>
          <p:nvPr/>
        </p:nvSpPr>
        <p:spPr>
          <a:xfrm>
            <a:off x="10192703" y="2113598"/>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19" name="body-1-2-word-2">
            <a:extLst>
              <a:ext uri="{FF2B5EF4-FFF2-40B4-BE49-F238E27FC236}">
                <ns2:creationId id="{A52431F4-F6CB-473A-8D35-D3123F12B4D8}"/>
              </a:ext>
            </a:extLst>
          </p:cNvPr>
          <p:cNvSpPr>
            <a:spLocks noGrp="1"/>
          </p:cNvSpPr>
          <p:nvPr/>
        </p:nvSpPr>
        <p:spPr>
          <a:xfrm>
            <a:off x="9532239" y="2113598"/>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‏היתר</a:t>
            </a:r>
          </a:p>
        </p:txBody>
      </p:sp>
      <p:sp>
        <p:nvSpPr>
          <p:cNvPr id="20" name="body-1-2-word-3">
            <a:extLst>
              <a:ext uri="{FF2B5EF4-FFF2-40B4-BE49-F238E27FC236}">
                <ns2:creationId id="{8DB021F0-0C34-4C8E-9375-87F680B4880E}"/>
              </a:ext>
            </a:extLst>
          </p:cNvPr>
          <p:cNvSpPr>
            <a:spLocks noGrp="1"/>
          </p:cNvSpPr>
          <p:nvPr/>
        </p:nvSpPr>
        <p:spPr>
          <a:xfrm>
            <a:off x="8976646" y="2113598"/>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a:t>
            </a:r>
          </a:p>
        </p:txBody>
      </p:sp>
      <p:sp>
        <p:nvSpPr>
          <p:cNvPr id="21" name="body-1-2-word-4">
            <a:extLst>
              <a:ext uri="{FF2B5EF4-FFF2-40B4-BE49-F238E27FC236}">
                <ns2:creationId id="{85295C34-824A-4DFE-B6C2-50C55D5E6095}"/>
              </a:ext>
            </a:extLst>
          </p:cNvPr>
          <p:cNvSpPr>
            <a:spLocks noGrp="1"/>
          </p:cNvSpPr>
          <p:nvPr/>
        </p:nvSpPr>
        <p:spPr>
          <a:xfrm>
            <a:off x="8300752" y="2113598"/>
            <a:ext cx="6156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‏לנעלי</a:t>
            </a:r>
          </a:p>
        </p:txBody>
      </p:sp>
      <p:sp>
        <p:nvSpPr>
          <p:cNvPr id="22" name="body-1-2-word-5">
            <a:extLst>
              <a:ext uri="{FF2B5EF4-FFF2-40B4-BE49-F238E27FC236}">
                <ns2:creationId id="{838B3CD0-7289-4B68-9DC5-577811A45725}"/>
              </a:ext>
            </a:extLst>
          </p:cNvPr>
          <p:cNvSpPr>
            <a:spLocks noGrp="1"/>
          </p:cNvSpPr>
          <p:nvPr/>
        </p:nvSpPr>
        <p:spPr>
          <a:xfrm>
            <a:off x="7507129" y="2113598"/>
            <a:ext cx="7333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‏ספורט</a:t>
            </a:r>
          </a:p>
        </p:txBody>
      </p:sp>
      <p:sp>
        <p:nvSpPr>
          <p:cNvPr id="23" name="body-1-2-word-6">
            <a:extLst>
              <a:ext uri="{FF2B5EF4-FFF2-40B4-BE49-F238E27FC236}">
                <ns2:creationId id="{B693D72D-52BC-49F6-A7E6-97E4B6FFE4A7}"/>
              </a:ext>
            </a:extLst>
          </p:cNvPr>
          <p:cNvSpPr>
            <a:spLocks noGrp="1"/>
          </p:cNvSpPr>
          <p:nvPr/>
        </p:nvSpPr>
        <p:spPr>
          <a:xfrm>
            <a:off x="7095935" y="2113598"/>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24" name="body-1-2-word-7">
            <a:extLst>
              <a:ext uri="{FF2B5EF4-FFF2-40B4-BE49-F238E27FC236}">
                <ns2:creationId id="{992B0BC9-FEB0-4F19-8248-4F434C4504FF}"/>
              </a:ext>
            </a:extLst>
          </p:cNvPr>
          <p:cNvSpPr>
            <a:spLocks noGrp="1"/>
          </p:cNvSpPr>
          <p:nvPr/>
        </p:nvSpPr>
        <p:spPr>
          <a:xfrm>
            <a:off x="6369177" y="2113598"/>
            <a:ext cx="6664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‏מדים.</a:t>
            </a:r>
          </a:p>
        </p:txBody>
      </p:sp>
      <p:sp>
        <p:nvSpPr>
          <p:cNvPr id="25" name="body-2-1-word-0">
            <a:extLst>
              <a:ext uri="{FF2B5EF4-FFF2-40B4-BE49-F238E27FC236}">
                <ns2:creationId id="{38F292A9-ABEF-4F2A-8518-9C2D06D58A62}"/>
              </a:ext>
            </a:extLst>
          </p:cNvPr>
          <p:cNvSpPr>
            <a:spLocks noGrp="1"/>
          </p:cNvSpPr>
          <p:nvPr/>
        </p:nvSpPr>
        <p:spPr>
          <a:xfrm>
            <a:off x="10802398" y="2655570"/>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26" name="body-2-1-word-1">
            <a:extLst>
              <a:ext uri="{FF2B5EF4-FFF2-40B4-BE49-F238E27FC236}">
                <ns2:creationId id="{EBDEA975-9D5A-4781-A610-58F5CDB15F15}"/>
              </a:ext>
            </a:extLst>
          </p:cNvPr>
          <p:cNvSpPr>
            <a:spLocks noGrp="1"/>
          </p:cNvSpPr>
          <p:nvPr/>
        </p:nvSpPr>
        <p:spPr>
          <a:xfrm>
            <a:off x="10002203" y="2655570"/>
            <a:ext cx="7399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‏קיימים</a:t>
            </a:r>
          </a:p>
        </p:txBody>
      </p:sp>
      <p:sp>
        <p:nvSpPr>
          <p:cNvPr id="27" name="body-2-1-word-2">
            <a:extLst>
              <a:ext uri="{FF2B5EF4-FFF2-40B4-BE49-F238E27FC236}">
                <ns2:creationId id="{1550BF04-2C72-4EDA-9443-122282351F42}"/>
              </a:ext>
            </a:extLst>
          </p:cNvPr>
          <p:cNvSpPr>
            <a:spLocks noGrp="1"/>
          </p:cNvSpPr>
          <p:nvPr/>
        </p:nvSpPr>
        <p:spPr>
          <a:xfrm>
            <a:off x="9240774" y="2655570"/>
            <a:ext cx="7011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‏דגמים</a:t>
            </a:r>
          </a:p>
        </p:txBody>
      </p:sp>
      <p:sp>
        <p:nvSpPr>
          <p:cNvPr id="28" name="body-2-1-word-3">
            <a:extLst>
              <a:ext uri="{FF2B5EF4-FFF2-40B4-BE49-F238E27FC236}">
                <ns2:creationId id="{47179969-7C2B-4237-B5FA-E3129D04641C}"/>
              </a:ext>
            </a:extLst>
          </p:cNvPr>
          <p:cNvSpPr>
            <a:spLocks noGrp="1"/>
          </p:cNvSpPr>
          <p:nvPr/>
        </p:nvSpPr>
        <p:spPr>
          <a:xfrm>
            <a:off x="8253222" y="2655570"/>
            <a:ext cx="9272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‏אזרחיים</a:t>
            </a:r>
          </a:p>
        </p:txBody>
      </p:sp>
      <p:sp>
        <p:nvSpPr>
          <p:cNvPr id="29" name="body-2-1-word-4">
            <a:extLst>
              <a:ext uri="{FF2B5EF4-FFF2-40B4-BE49-F238E27FC236}">
                <ns2:creationId id="{5B73DA65-4799-4085-A0FC-EE54E59EEF24}"/>
              </a:ext>
            </a:extLst>
          </p:cNvPr>
          <p:cNvSpPr>
            <a:spLocks noGrp="1"/>
          </p:cNvSpPr>
          <p:nvPr/>
        </p:nvSpPr>
        <p:spPr>
          <a:xfrm>
            <a:off x="7351490" y="2655570"/>
            <a:ext cx="8414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‏מותרים</a:t>
            </a:r>
          </a:p>
        </p:txBody>
      </p:sp>
      <p:sp>
        <p:nvSpPr>
          <p:cNvPr id="30" name="body-2-1-word-5">
            <a:extLst>
              <a:ext uri="{FF2B5EF4-FFF2-40B4-BE49-F238E27FC236}">
                <ns2:creationId id="{1D7CDBF0-4C87-4C70-8C99-347957FBEF92}"/>
              </a:ext>
            </a:extLst>
          </p:cNvPr>
          <p:cNvSpPr>
            <a:spLocks noGrp="1"/>
          </p:cNvSpPr>
          <p:nvPr/>
        </p:nvSpPr>
        <p:spPr>
          <a:xfrm>
            <a:off x="6903720" y="265557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31" name="body-2-1-word-6">
            <a:extLst>
              <a:ext uri="{FF2B5EF4-FFF2-40B4-BE49-F238E27FC236}">
                <ns2:creationId id="{09F30302-DB54-4BD6-A41E-ED88E6083296}"/>
              </a:ext>
            </a:extLst>
          </p:cNvPr>
          <p:cNvSpPr>
            <a:spLocks noGrp="1"/>
          </p:cNvSpPr>
          <p:nvPr/>
        </p:nvSpPr>
        <p:spPr>
          <a:xfrm>
            <a:off x="5921502" y="2655570"/>
            <a:ext cx="9219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‏המפרט.</a:t>
            </a:r>
          </a:p>
        </p:txBody>
      </p:sp>
      <p:sp>
        <p:nvSpPr>
          <p:cNvPr id="32" name="body-2-1-word-7">
            <a:extLst>
              <a:ext uri="{FF2B5EF4-FFF2-40B4-BE49-F238E27FC236}">
                <ns2:creationId id="{119CFC71-DCA4-453B-9ECE-B1CD6342A56D}"/>
              </a:ext>
            </a:extLst>
          </p:cNvPr>
          <p:cNvSpPr>
            <a:spLocks noGrp="1"/>
          </p:cNvSpPr>
          <p:nvPr/>
        </p:nvSpPr>
        <p:spPr>
          <a:xfrm>
            <a:off x="5263515" y="2655570"/>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33" name="body-2-1-word-8">
            <a:extLst>
              <a:ext uri="{FF2B5EF4-FFF2-40B4-BE49-F238E27FC236}">
                <ns2:creationId id="{401134A5-A148-4EF2-A2AE-A5865DB57922}"/>
              </a:ext>
            </a:extLst>
          </p:cNvPr>
          <p:cNvSpPr>
            <a:spLocks noGrp="1"/>
          </p:cNvSpPr>
          <p:nvPr/>
        </p:nvSpPr>
        <p:spPr>
          <a:xfrm>
            <a:off x="4538948" y="2655570"/>
            <a:ext cx="664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34" name="body-2-1-word-9">
            <a:extLst>
              <a:ext uri="{FF2B5EF4-FFF2-40B4-BE49-F238E27FC236}">
                <ns2:creationId id="{41D6C8F8-1FCF-4474-9257-288B5A90EABE}"/>
              </a:ext>
            </a:extLst>
          </p:cNvPr>
          <p:cNvSpPr>
            <a:spLocks noGrp="1"/>
          </p:cNvSpPr>
          <p:nvPr/>
        </p:nvSpPr>
        <p:spPr>
          <a:xfrm>
            <a:off x="3617405" y="2655570"/>
            <a:ext cx="8612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‏מאפשר</a:t>
            </a:r>
          </a:p>
        </p:txBody>
      </p:sp>
      <p:sp>
        <p:nvSpPr>
          <p:cNvPr id="35" name="body-2-1-word-10">
            <a:extLst>
              <a:ext uri="{FF2B5EF4-FFF2-40B4-BE49-F238E27FC236}">
                <ns2:creationId id="{730E5E63-2F47-4139-ACAE-B018BB18BE65}"/>
              </a:ext>
            </a:extLst>
          </p:cNvPr>
          <p:cNvSpPr>
            <a:spLocks noGrp="1"/>
          </p:cNvSpPr>
          <p:nvPr/>
        </p:nvSpPr>
        <p:spPr>
          <a:xfrm>
            <a:off x="3243453" y="265557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36" name="body-2-1-word-11">
            <a:extLst>
              <a:ext uri="{FF2B5EF4-FFF2-40B4-BE49-F238E27FC236}">
                <ns2:creationId id="{55FEBA69-9D97-4C67-A24B-907336758C4A}"/>
              </a:ext>
            </a:extLst>
          </p:cNvPr>
          <p:cNvSpPr>
            <a:spLocks noGrp="1"/>
          </p:cNvSpPr>
          <p:nvPr/>
        </p:nvSpPr>
        <p:spPr>
          <a:xfrm>
            <a:off x="2458307" y="2655570"/>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‏נעליים</a:t>
            </a:r>
          </a:p>
        </p:txBody>
      </p:sp>
      <p:sp>
        <p:nvSpPr>
          <p:cNvPr id="37" name="body-2-1-word-12">
            <a:extLst>
              <a:ext uri="{FF2B5EF4-FFF2-40B4-BE49-F238E27FC236}">
                <ns2:creationId id="{94B8BA27-98A4-463D-BE73-E14758616C4B}"/>
              </a:ext>
            </a:extLst>
          </p:cNvPr>
          <p:cNvSpPr>
            <a:spLocks noGrp="1"/>
          </p:cNvSpPr>
          <p:nvPr/>
        </p:nvSpPr>
        <p:spPr>
          <a:xfrm>
            <a:off x="1604010" y="2655570"/>
            <a:ext cx="7940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‏גבוהות</a:t>
            </a:r>
          </a:p>
        </p:txBody>
      </p:sp>
      <p:sp>
        <p:nvSpPr>
          <p:cNvPr id="38" name="body-2-1-word-13">
            <a:extLst>
              <a:ext uri="{FF2B5EF4-FFF2-40B4-BE49-F238E27FC236}">
                <ns2:creationId id="{0D5C1BBD-FBA4-43C6-99B5-DFC82AFA50E4}"/>
              </a:ext>
            </a:extLst>
          </p:cNvPr>
          <p:cNvSpPr>
            <a:spLocks noGrp="1"/>
          </p:cNvSpPr>
          <p:nvPr/>
        </p:nvSpPr>
        <p:spPr>
          <a:xfrm>
            <a:off x="972788" y="2655570"/>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39" name="body-2-2-word-0">
            <a:extLst>
              <a:ext uri="{FF2B5EF4-FFF2-40B4-BE49-F238E27FC236}">
                <ns2:creationId id="{0F3E8343-2BCE-4290-96DD-B0F646822655}"/>
              </a:ext>
            </a:extLst>
          </p:cNvPr>
          <p:cNvSpPr>
            <a:spLocks noGrp="1"/>
          </p:cNvSpPr>
          <p:nvPr/>
        </p:nvSpPr>
        <p:spPr>
          <a:xfrm>
            <a:off x="11192256" y="3007043"/>
            <a:ext cx="256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a:t>
            </a:r>
          </a:p>
        </p:txBody>
      </p:sp>
      <p:sp>
        <p:nvSpPr>
          <p:cNvPr id="40" name="body-2-2-word-1">
            <a:extLst>
              <a:ext uri="{FF2B5EF4-FFF2-40B4-BE49-F238E27FC236}">
                <ns2:creationId id="{6F8C4D80-8993-4E9E-885E-3C80FD609724}"/>
              </a:ext>
            </a:extLst>
          </p:cNvPr>
          <p:cNvSpPr>
            <a:spLocks noGrp="1"/>
          </p:cNvSpPr>
          <p:nvPr/>
        </p:nvSpPr>
        <p:spPr>
          <a:xfrm>
            <a:off x="10279094" y="3007043"/>
            <a:ext cx="8528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‏ומגפיים</a:t>
            </a:r>
          </a:p>
        </p:txBody>
      </p:sp>
      <p:sp>
        <p:nvSpPr>
          <p:cNvPr id="41" name="body-2-2-word-2">
            <a:extLst>
              <a:ext uri="{FF2B5EF4-FFF2-40B4-BE49-F238E27FC236}">
                <ns2:creationId id="{870B23A6-D57A-4E22-99C4-81B8513F3FD3}"/>
              </a:ext>
            </a:extLst>
          </p:cNvPr>
          <p:cNvSpPr>
            <a:spLocks noGrp="1"/>
          </p:cNvSpPr>
          <p:nvPr/>
        </p:nvSpPr>
        <p:spPr>
          <a:xfrm>
            <a:off x="9363266" y="3007043"/>
            <a:ext cx="8555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‏שחורים</a:t>
            </a:r>
          </a:p>
        </p:txBody>
      </p:sp>
      <p:sp>
        <p:nvSpPr>
          <p:cNvPr id="42" name="body-2-2-word-3">
            <a:extLst>
              <a:ext uri="{FF2B5EF4-FFF2-40B4-BE49-F238E27FC236}">
                <ns2:creationId id="{47B633A9-6799-44E7-BB25-99BB03636857}"/>
              </a:ext>
            </a:extLst>
          </p:cNvPr>
          <p:cNvSpPr>
            <a:spLocks noGrp="1"/>
          </p:cNvSpPr>
          <p:nvPr/>
        </p:nvSpPr>
        <p:spPr>
          <a:xfrm>
            <a:off x="8493062" y="3007043"/>
            <a:ext cx="8099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‏חלקים,</a:t>
            </a:r>
          </a:p>
        </p:txBody>
      </p:sp>
      <p:sp>
        <p:nvSpPr>
          <p:cNvPr id="43" name="body-2-2-word-4">
            <a:extLst>
              <a:ext uri="{FF2B5EF4-FFF2-40B4-BE49-F238E27FC236}">
                <ns2:creationId id="{3D322F04-E315-42CB-BC13-0E8ADEB39B14}"/>
              </a:ext>
            </a:extLst>
          </p:cNvPr>
          <p:cNvSpPr>
            <a:spLocks noGrp="1"/>
          </p:cNvSpPr>
          <p:nvPr/>
        </p:nvSpPr>
        <p:spPr>
          <a:xfrm>
            <a:off x="7729156" y="3007043"/>
            <a:ext cx="7036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‏בכפוף</a:t>
            </a:r>
          </a:p>
        </p:txBody>
      </p:sp>
      <p:sp>
        <p:nvSpPr>
          <p:cNvPr id="44" name="body-2-2-word-5">
            <a:extLst>
              <a:ext uri="{FF2B5EF4-FFF2-40B4-BE49-F238E27FC236}">
                <ns2:creationId id="{3B5460A3-8EC3-47A7-ACC5-567BF684AACA}"/>
              </a:ext>
            </a:extLst>
          </p:cNvPr>
          <p:cNvSpPr>
            <a:spLocks noGrp="1"/>
          </p:cNvSpPr>
          <p:nvPr/>
        </p:nvSpPr>
        <p:spPr>
          <a:xfrm>
            <a:off x="7041261" y="3007043"/>
            <a:ext cx="6276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‏לכללי</a:t>
            </a:r>
          </a:p>
        </p:txBody>
      </p:sp>
      <p:sp>
        <p:nvSpPr>
          <p:cNvPr id="45" name="body-2-2-word-6">
            <a:extLst>
              <a:ext uri="{FF2B5EF4-FFF2-40B4-BE49-F238E27FC236}">
                <ns2:creationId id="{524C12A9-70D8-4AC8-B60D-E20FA7C979B1}"/>
              </a:ext>
            </a:extLst>
          </p:cNvPr>
          <p:cNvSpPr>
            <a:spLocks noGrp="1"/>
          </p:cNvSpPr>
          <p:nvPr/>
        </p:nvSpPr>
        <p:spPr>
          <a:xfrm>
            <a:off x="6144959" y="3007043"/>
            <a:ext cx="8360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‏הלבוש.</a:t>
            </a:r>
          </a:p>
        </p:txBody>
      </p:sp>
      <p:sp>
        <p:nvSpPr>
          <p:cNvPr id="46" name="body-3-1-word-0">
            <a:extLst>
              <a:ext uri="{FF2B5EF4-FFF2-40B4-BE49-F238E27FC236}">
                <ns2:creationId id="{E60F4DE1-2EF1-4407-BA88-1169D85E3018}"/>
              </a:ext>
            </a:extLst>
          </p:cNvPr>
          <p:cNvSpPr>
            <a:spLocks noGrp="1"/>
          </p:cNvSpPr>
          <p:nvPr/>
        </p:nvSpPr>
        <p:spPr>
          <a:xfrm>
            <a:off x="10764583" y="3549015"/>
            <a:ext cx="6844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‏גברים</a:t>
            </a:r>
          </a:p>
        </p:txBody>
      </p:sp>
      <p:sp>
        <p:nvSpPr>
          <p:cNvPr id="47" name="body-3-1-word-1">
            <a:extLst>
              <a:ext uri="{FF2B5EF4-FFF2-40B4-BE49-F238E27FC236}">
                <ns2:creationId id="{CE53ABA8-3D8F-4929-AF93-65145E6906B1}"/>
              </a:ext>
            </a:extLst>
          </p:cNvPr>
          <p:cNvSpPr>
            <a:spLocks noGrp="1"/>
          </p:cNvSpPr>
          <p:nvPr/>
        </p:nvSpPr>
        <p:spPr>
          <a:xfrm>
            <a:off x="9949339" y="3549015"/>
            <a:ext cx="7549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‏גורבים</a:t>
            </a:r>
          </a:p>
        </p:txBody>
      </p:sp>
      <p:sp>
        <p:nvSpPr>
          <p:cNvPr id="48" name="body-3-1-word-2">
            <a:extLst>
              <a:ext uri="{FF2B5EF4-FFF2-40B4-BE49-F238E27FC236}">
                <ns2:creationId id="{0637D467-28BD-47E5-BD87-60DE8D4D8393}"/>
              </a:ext>
            </a:extLst>
          </p:cNvPr>
          <p:cNvSpPr>
            <a:spLocks noGrp="1"/>
          </p:cNvSpPr>
          <p:nvPr/>
        </p:nvSpPr>
        <p:spPr>
          <a:xfrm>
            <a:off x="9269254" y="3549015"/>
            <a:ext cx="6197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‏בדרך</a:t>
            </a:r>
          </a:p>
        </p:txBody>
      </p:sp>
      <p:sp>
        <p:nvSpPr>
          <p:cNvPr id="49" name="body-3-1-word-3">
            <a:extLst>
              <a:ext uri="{FF2B5EF4-FFF2-40B4-BE49-F238E27FC236}">
                <ns2:creationId id="{9097A38D-88D2-4555-9029-9DBCE7F21E7C}"/>
              </a:ext>
            </a:extLst>
          </p:cNvPr>
          <p:cNvSpPr>
            <a:spLocks noGrp="1"/>
          </p:cNvSpPr>
          <p:nvPr/>
        </p:nvSpPr>
        <p:spPr>
          <a:xfrm>
            <a:off x="8784145" y="3549015"/>
            <a:ext cx="4248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a:t>
            </a:r>
          </a:p>
        </p:txBody>
      </p:sp>
      <p:sp>
        <p:nvSpPr>
          <p:cNvPr id="50" name="body-3-1-word-4">
            <a:extLst>
              <a:ext uri="{FF2B5EF4-FFF2-40B4-BE49-F238E27FC236}">
                <ns2:creationId id="{D212DD7A-67F0-49FB-A2AE-DD07C24FD437}"/>
              </a:ext>
            </a:extLst>
          </p:cNvPr>
          <p:cNvSpPr>
            <a:spLocks noGrp="1"/>
          </p:cNvSpPr>
          <p:nvPr/>
        </p:nvSpPr>
        <p:spPr>
          <a:xfrm>
            <a:off x="8162258" y="3549015"/>
            <a:ext cx="5615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‏אפור</a:t>
            </a:r>
          </a:p>
        </p:txBody>
      </p:sp>
      <p:sp>
        <p:nvSpPr>
          <p:cNvPr id="51" name="body-3-1-word-5">
            <a:extLst>
              <a:ext uri="{FF2B5EF4-FFF2-40B4-BE49-F238E27FC236}">
                <ns2:creationId id="{732D59FF-97F5-4640-91B5-08FA7CF69530}"/>
              </a:ext>
            </a:extLst>
          </p:cNvPr>
          <p:cNvSpPr>
            <a:spLocks noGrp="1"/>
          </p:cNvSpPr>
          <p:nvPr/>
        </p:nvSpPr>
        <p:spPr>
          <a:xfrm>
            <a:off x="7842028"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2" name="body-3-1-word-6">
            <a:extLst>
              <a:ext uri="{FF2B5EF4-FFF2-40B4-BE49-F238E27FC236}">
                <ns2:creationId id="{0400FBFB-1C41-41E5-91E2-2BCF7AD63B34}"/>
              </a:ext>
            </a:extLst>
          </p:cNvPr>
          <p:cNvSpPr>
            <a:spLocks noGrp="1"/>
          </p:cNvSpPr>
          <p:nvPr/>
        </p:nvSpPr>
        <p:spPr>
          <a:xfrm>
            <a:off x="7088314" y="3549015"/>
            <a:ext cx="6934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53" name="body-3-1-word-7">
            <a:extLst>
              <a:ext uri="{FF2B5EF4-FFF2-40B4-BE49-F238E27FC236}">
                <ns2:creationId id="{F7151109-F8B3-4022-B8EB-A8B0DAEBA478}"/>
              </a:ext>
            </a:extLst>
          </p:cNvPr>
          <p:cNvSpPr>
            <a:spLocks noGrp="1"/>
          </p:cNvSpPr>
          <p:nvPr/>
        </p:nvSpPr>
        <p:spPr>
          <a:xfrm>
            <a:off x="6574060" y="3549015"/>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54" name="body-3-1-word-8">
            <a:extLst>
              <a:ext uri="{FF2B5EF4-FFF2-40B4-BE49-F238E27FC236}">
                <ns2:creationId id="{9B2E3295-532A-4EB2-BF8F-8E4CC7FF9EA3}"/>
              </a:ext>
            </a:extLst>
          </p:cNvPr>
          <p:cNvSpPr>
            <a:spLocks noGrp="1"/>
          </p:cNvSpPr>
          <p:nvPr/>
        </p:nvSpPr>
        <p:spPr>
          <a:xfrm>
            <a:off x="5489353" y="3549015"/>
            <a:ext cx="10244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‏דוגמאות.</a:t>
            </a:r>
          </a:p>
        </p:txBody>
      </p:sp>
      <p:sp>
        <p:nvSpPr>
          <p:cNvPr id="55" name="body-3-1-word-9">
            <a:extLst>
              <a:ext uri="{FF2B5EF4-FFF2-40B4-BE49-F238E27FC236}">
                <ns2:creationId id="{D760CB6F-A140-48C1-88E0-AB5F124FEB28}"/>
              </a:ext>
            </a:extLst>
          </p:cNvPr>
          <p:cNvSpPr>
            <a:spLocks noGrp="1"/>
          </p:cNvSpPr>
          <p:nvPr/>
        </p:nvSpPr>
        <p:spPr>
          <a:xfrm>
            <a:off x="4859845" y="3549015"/>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‏נשים</a:t>
            </a:r>
          </a:p>
        </p:txBody>
      </p:sp>
      <p:sp>
        <p:nvSpPr>
          <p:cNvPr id="56" name="body-3-1-word-10">
            <a:extLst>
              <a:ext uri="{FF2B5EF4-FFF2-40B4-BE49-F238E27FC236}">
                <ns2:creationId id="{14FF80C3-881D-402B-8D23-115C7E73C3C7}"/>
              </a:ext>
            </a:extLst>
          </p:cNvPr>
          <p:cNvSpPr>
            <a:spLocks noGrp="1"/>
          </p:cNvSpPr>
          <p:nvPr/>
        </p:nvSpPr>
        <p:spPr>
          <a:xfrm>
            <a:off x="3919823" y="3549015"/>
            <a:ext cx="8797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‏בנעליים</a:t>
            </a:r>
          </a:p>
        </p:txBody>
      </p:sp>
      <p:sp>
        <p:nvSpPr>
          <p:cNvPr id="57" name="body-3-1-word-11">
            <a:extLst>
              <a:ext uri="{FF2B5EF4-FFF2-40B4-BE49-F238E27FC236}">
                <ns2:creationId id="{754CCE1A-A823-48F2-874F-04DCAF8EF596}"/>
              </a:ext>
            </a:extLst>
          </p:cNvPr>
          <p:cNvSpPr>
            <a:spLocks noGrp="1"/>
          </p:cNvSpPr>
          <p:nvPr/>
        </p:nvSpPr>
        <p:spPr>
          <a:xfrm>
            <a:off x="3065526" y="3549015"/>
            <a:ext cx="7940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‏גבוהות</a:t>
            </a:r>
          </a:p>
        </p:txBody>
      </p:sp>
      <p:sp>
        <p:nvSpPr>
          <p:cNvPr id="58" name="body-3-1-word-12">
            <a:extLst>
              <a:ext uri="{FF2B5EF4-FFF2-40B4-BE49-F238E27FC236}">
                <ns2:creationId id="{8369FC3C-ABED-4FF5-8C81-B3D5D7655A65}"/>
              </a:ext>
            </a:extLst>
          </p:cNvPr>
          <p:cNvSpPr>
            <a:spLocks noGrp="1"/>
          </p:cNvSpPr>
          <p:nvPr/>
        </p:nvSpPr>
        <p:spPr>
          <a:xfrm>
            <a:off x="2237708" y="3549015"/>
            <a:ext cx="7675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‏גורבות</a:t>
            </a:r>
          </a:p>
        </p:txBody>
      </p:sp>
      <p:sp>
        <p:nvSpPr>
          <p:cNvPr id="59" name="body-3-1-word-13">
            <a:extLst>
              <a:ext uri="{FF2B5EF4-FFF2-40B4-BE49-F238E27FC236}">
                <ns2:creationId id="{32E26EAB-94F3-491D-914F-3FBD780648A3}"/>
              </a:ext>
            </a:extLst>
          </p:cNvPr>
          <p:cNvSpPr>
            <a:spLocks noGrp="1"/>
          </p:cNvSpPr>
          <p:nvPr/>
        </p:nvSpPr>
        <p:spPr>
          <a:xfrm>
            <a:off x="1615821" y="3549015"/>
            <a:ext cx="5615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‏אפור</a:t>
            </a:r>
          </a:p>
        </p:txBody>
      </p:sp>
      <p:sp>
        <p:nvSpPr>
          <p:cNvPr id="60" name="body-3-1-word-14">
            <a:extLst>
              <a:ext uri="{FF2B5EF4-FFF2-40B4-BE49-F238E27FC236}">
                <ns2:creationId id="{1127EAAA-EC0F-4FC4-859A-8F7BB650AD69}"/>
              </a:ext>
            </a:extLst>
          </p:cNvPr>
          <p:cNvSpPr>
            <a:spLocks noGrp="1"/>
          </p:cNvSpPr>
          <p:nvPr/>
        </p:nvSpPr>
        <p:spPr>
          <a:xfrm>
            <a:off x="1295590"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1" name="body-3-2-word-0">
            <a:extLst>
              <a:ext uri="{FF2B5EF4-FFF2-40B4-BE49-F238E27FC236}">
                <ns2:creationId id="{6FE68807-8E79-4519-9974-CECFA4D4080B}"/>
              </a:ext>
            </a:extLst>
          </p:cNvPr>
          <p:cNvSpPr>
            <a:spLocks noGrp="1"/>
          </p:cNvSpPr>
          <p:nvPr/>
        </p:nvSpPr>
        <p:spPr>
          <a:xfrm>
            <a:off x="10755630" y="3900488"/>
            <a:ext cx="6934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62" name="body-3-2-word-1">
            <a:extLst>
              <a:ext uri="{FF2B5EF4-FFF2-40B4-BE49-F238E27FC236}">
                <ns2:creationId id="{D7DE4F2D-474F-4A6E-ADD9-739262666357}"/>
              </a:ext>
            </a:extLst>
          </p:cNvPr>
          <p:cNvSpPr>
            <a:spLocks noGrp="1"/>
          </p:cNvSpPr>
          <p:nvPr/>
        </p:nvSpPr>
        <p:spPr>
          <a:xfrm>
            <a:off x="9815608" y="3900488"/>
            <a:ext cx="8797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‏בנעליים</a:t>
            </a:r>
          </a:p>
        </p:txBody>
      </p:sp>
      <p:sp>
        <p:nvSpPr>
          <p:cNvPr id="63" name="body-3-2-word-2">
            <a:extLst>
              <a:ext uri="{FF2B5EF4-FFF2-40B4-BE49-F238E27FC236}">
                <ns2:creationId id="{137C0D07-CAD9-44A9-BDB0-3BA85FA15B9C}"/>
              </a:ext>
            </a:extLst>
          </p:cNvPr>
          <p:cNvSpPr>
            <a:spLocks noGrp="1"/>
          </p:cNvSpPr>
          <p:nvPr/>
        </p:nvSpPr>
        <p:spPr>
          <a:xfrm>
            <a:off x="8933497" y="3900488"/>
            <a:ext cx="8218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‏חצאיות</a:t>
            </a:r>
          </a:p>
        </p:txBody>
      </p:sp>
      <p:sp>
        <p:nvSpPr>
          <p:cNvPr id="64" name="body-3-2-word-3">
            <a:extLst>
              <a:ext uri="{FF2B5EF4-FFF2-40B4-BE49-F238E27FC236}">
                <ns2:creationId id="{CB71D383-D0C6-4E40-B89C-163A00FA49C8}"/>
              </a:ext>
            </a:extLst>
          </p:cNvPr>
          <p:cNvSpPr>
            <a:spLocks noGrp="1"/>
          </p:cNvSpPr>
          <p:nvPr/>
        </p:nvSpPr>
        <p:spPr>
          <a:xfrm>
            <a:off x="8613267" y="390048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5" name="body-3-2-word-4">
            <a:extLst>
              <a:ext uri="{FF2B5EF4-FFF2-40B4-BE49-F238E27FC236}">
                <ns2:creationId id="{DEB517E8-0119-4543-99D4-D3ED5A36D7C6}"/>
              </a:ext>
            </a:extLst>
          </p:cNvPr>
          <p:cNvSpPr>
            <a:spLocks noGrp="1"/>
          </p:cNvSpPr>
          <p:nvPr/>
        </p:nvSpPr>
        <p:spPr>
          <a:xfrm>
            <a:off x="7752778" y="3900488"/>
            <a:ext cx="8001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‏שלושה</a:t>
            </a:r>
          </a:p>
        </p:txBody>
      </p:sp>
      <p:sp>
        <p:nvSpPr>
          <p:cNvPr id="66" name="body-3-2-word-5">
            <a:extLst>
              <a:ext uri="{FF2B5EF4-FFF2-40B4-BE49-F238E27FC236}">
                <ns2:creationId id="{63FF76D7-9B9A-4EA8-B24E-D34617F42D0D}"/>
              </a:ext>
            </a:extLst>
          </p:cNvPr>
          <p:cNvSpPr>
            <a:spLocks noGrp="1"/>
          </p:cNvSpPr>
          <p:nvPr/>
        </p:nvSpPr>
        <p:spPr>
          <a:xfrm>
            <a:off x="6970776" y="3900488"/>
            <a:ext cx="7217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‏רבעים</a:t>
            </a:r>
          </a:p>
        </p:txBody>
      </p:sp>
      <p:sp>
        <p:nvSpPr>
          <p:cNvPr id="67" name="body-3-2-word-6">
            <a:extLst>
              <a:ext uri="{FF2B5EF4-FFF2-40B4-BE49-F238E27FC236}">
                <ns2:creationId id="{C67482E5-60F9-4B76-9264-EDEE05B47077}"/>
              </a:ext>
            </a:extLst>
          </p:cNvPr>
          <p:cNvSpPr>
            <a:spLocks noGrp="1"/>
          </p:cNvSpPr>
          <p:nvPr/>
        </p:nvSpPr>
        <p:spPr>
          <a:xfrm>
            <a:off x="6310503" y="3900488"/>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68" name="body-3-2-word-7">
            <a:extLst>
              <a:ext uri="{FF2B5EF4-FFF2-40B4-BE49-F238E27FC236}">
                <ns2:creationId id="{AFB9DC71-D689-447A-88E6-B2DD3554D5A4}"/>
              </a:ext>
            </a:extLst>
          </p:cNvPr>
          <p:cNvSpPr>
            <a:spLocks noGrp="1"/>
          </p:cNvSpPr>
          <p:nvPr/>
        </p:nvSpPr>
        <p:spPr>
          <a:xfrm>
            <a:off x="5936551" y="3900488"/>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69" name="body-3-2-word-8">
            <a:extLst>
              <a:ext uri="{FF2B5EF4-FFF2-40B4-BE49-F238E27FC236}">
                <ns2:creationId id="{D39D6031-F2DF-4E56-B2E7-82176351EF10}"/>
              </a:ext>
            </a:extLst>
          </p:cNvPr>
          <p:cNvSpPr>
            <a:spLocks noGrp="1"/>
          </p:cNvSpPr>
          <p:nvPr/>
        </p:nvSpPr>
        <p:spPr>
          <a:xfrm>
            <a:off x="5410676" y="3900488"/>
            <a:ext cx="4655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70" name="body-4-1-word-0">
            <a:extLst>
              <a:ext uri="{FF2B5EF4-FFF2-40B4-BE49-F238E27FC236}">
                <ns2:creationId id="{DA9D5CDC-1B37-45FE-8CE4-F541617C4BE4}"/>
              </a:ext>
            </a:extLst>
          </p:cNvPr>
          <p:cNvSpPr>
            <a:spLocks noGrp="1"/>
          </p:cNvSpPr>
          <p:nvPr/>
        </p:nvSpPr>
        <p:spPr>
          <a:xfrm>
            <a:off x="10552176" y="4442460"/>
            <a:ext cx="8968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‏הנעליים</a:t>
            </a:r>
          </a:p>
        </p:txBody>
      </p:sp>
      <p:sp>
        <p:nvSpPr>
          <p:cNvPr id="71" name="body-4-1-word-1">
            <a:extLst>
              <a:ext uri="{FF2B5EF4-FFF2-40B4-BE49-F238E27FC236}">
                <ns2:creationId id="{03708FAC-8C59-41D4-8D01-0B8D7767C78C}"/>
              </a:ext>
            </a:extLst>
          </p:cNvPr>
          <p:cNvSpPr>
            <a:spLocks noGrp="1"/>
          </p:cNvSpPr>
          <p:nvPr/>
        </p:nvSpPr>
        <p:spPr>
          <a:xfrm>
            <a:off x="10079926" y="4442460"/>
            <a:ext cx="4119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‏יהיו</a:t>
            </a:r>
          </a:p>
        </p:txBody>
      </p:sp>
      <p:sp>
        <p:nvSpPr>
          <p:cNvPr id="72" name="body-4-1-word-2">
            <a:extLst>
              <a:ext uri="{FF2B5EF4-FFF2-40B4-BE49-F238E27FC236}">
                <ns2:creationId id="{831C9CE7-38B2-4B84-BEB7-B9AEA99BDB6A}"/>
              </a:ext>
            </a:extLst>
          </p:cNvPr>
          <p:cNvSpPr>
            <a:spLocks noGrp="1"/>
          </p:cNvSpPr>
          <p:nvPr/>
        </p:nvSpPr>
        <p:spPr>
          <a:xfrm>
            <a:off x="9165526" y="4442460"/>
            <a:ext cx="8541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‏קשורות</a:t>
            </a:r>
          </a:p>
        </p:txBody>
      </p:sp>
      <p:sp>
        <p:nvSpPr>
          <p:cNvPr id="73" name="body-4-1-word-3">
            <a:extLst>
              <a:ext uri="{FF2B5EF4-FFF2-40B4-BE49-F238E27FC236}">
                <ns2:creationId id="{A29C479E-43BB-48E9-9604-204903D37DE3}"/>
              </a:ext>
            </a:extLst>
          </p:cNvPr>
          <p:cNvSpPr>
            <a:spLocks noGrp="1"/>
          </p:cNvSpPr>
          <p:nvPr/>
        </p:nvSpPr>
        <p:spPr>
          <a:xfrm>
            <a:off x="8160925" y="4442460"/>
            <a:ext cx="9443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‏ורכוסות.</a:t>
            </a:r>
          </a:p>
        </p:txBody>
      </p:sp>
      <p:sp>
        <p:nvSpPr>
          <p:cNvPr id="74" name="body-4-1-word-4">
            <a:extLst>
              <a:ext uri="{FF2B5EF4-FFF2-40B4-BE49-F238E27FC236}">
                <ns2:creationId id="{C31FDFC2-298A-4C6B-92FE-0E44ACF551A8}"/>
              </a:ext>
            </a:extLst>
          </p:cNvPr>
          <p:cNvSpPr>
            <a:spLocks noGrp="1"/>
          </p:cNvSpPr>
          <p:nvPr/>
        </p:nvSpPr>
        <p:spPr>
          <a:xfrm>
            <a:off x="7211758" y="4442460"/>
            <a:ext cx="8888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‏התאמה</a:t>
            </a:r>
          </a:p>
        </p:txBody>
      </p:sp>
      <p:sp>
        <p:nvSpPr>
          <p:cNvPr id="75" name="body-4-1-word-5">
            <a:extLst>
              <a:ext uri="{FF2B5EF4-FFF2-40B4-BE49-F238E27FC236}">
                <ns2:creationId id="{0E645562-EE29-498A-A73D-AC6B5A3D858B}"/>
              </a:ext>
            </a:extLst>
          </p:cNvPr>
          <p:cNvSpPr>
            <a:spLocks noGrp="1"/>
          </p:cNvSpPr>
          <p:nvPr/>
        </p:nvSpPr>
        <p:spPr>
          <a:xfrm>
            <a:off x="6335840" y="4442460"/>
            <a:ext cx="8156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‏רפואית</a:t>
            </a:r>
          </a:p>
        </p:txBody>
      </p:sp>
      <p:sp>
        <p:nvSpPr>
          <p:cNvPr id="76" name="body-4-1-word-6">
            <a:extLst>
              <a:ext uri="{FF2B5EF4-FFF2-40B4-BE49-F238E27FC236}">
                <ns2:creationId id="{7CAC0F66-1CC2-4638-91D5-9F3C7A2829FE}"/>
              </a:ext>
            </a:extLst>
          </p:cNvPr>
          <p:cNvSpPr>
            <a:spLocks noGrp="1"/>
          </p:cNvSpPr>
          <p:nvPr/>
        </p:nvSpPr>
        <p:spPr>
          <a:xfrm>
            <a:off x="5503736" y="4442460"/>
            <a:ext cx="7718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‏דורשת</a:t>
            </a:r>
          </a:p>
        </p:txBody>
      </p:sp>
      <p:sp>
        <p:nvSpPr>
          <p:cNvPr id="77" name="body-4-1-word-7">
            <a:extLst>
              <a:ext uri="{FF2B5EF4-FFF2-40B4-BE49-F238E27FC236}">
                <ns2:creationId id="{49635421-1AC9-4ABF-A4F1-4ABA66D9A5C1}"/>
              </a:ext>
            </a:extLst>
          </p:cNvPr>
          <p:cNvSpPr>
            <a:spLocks noGrp="1"/>
          </p:cNvSpPr>
          <p:nvPr/>
        </p:nvSpPr>
        <p:spPr>
          <a:xfrm>
            <a:off x="4874228" y="4442460"/>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‏פטור</a:t>
            </a:r>
          </a:p>
        </p:txBody>
      </p:sp>
      <p:sp>
        <p:nvSpPr>
          <p:cNvPr id="78" name="body-4-1-word-8">
            <a:extLst>
              <a:ext uri="{FF2B5EF4-FFF2-40B4-BE49-F238E27FC236}">
                <ns2:creationId id="{AAECF3BE-9435-495B-84C9-239F39D24330}"/>
              </a:ext>
            </a:extLst>
          </p:cNvPr>
          <p:cNvSpPr>
            <a:spLocks noGrp="1"/>
          </p:cNvSpPr>
          <p:nvPr/>
        </p:nvSpPr>
        <p:spPr>
          <a:xfrm>
            <a:off x="4027551" y="4442460"/>
            <a:ext cx="7863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79" name="body-4-1-word-9">
            <a:extLst>
              <a:ext uri="{FF2B5EF4-FFF2-40B4-BE49-F238E27FC236}">
                <ns2:creationId id="{FC684E54-E0D7-47C9-9607-643656F89BC1}"/>
              </a:ext>
            </a:extLst>
          </p:cNvPr>
          <p:cNvSpPr>
            <a:spLocks noGrp="1"/>
          </p:cNvSpPr>
          <p:nvPr/>
        </p:nvSpPr>
        <p:spPr>
          <a:xfrm>
            <a:off x="3168491" y="4442460"/>
            <a:ext cx="7987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‏ובדיקה</a:t>
            </a:r>
          </a:p>
        </p:txBody>
      </p:sp>
      <p:sp>
        <p:nvSpPr>
          <p:cNvPr id="80" name="body-4-1-word-10">
            <a:extLst>
              <a:ext uri="{FF2B5EF4-FFF2-40B4-BE49-F238E27FC236}">
                <ns2:creationId id="{4A26456B-9295-408C-BC97-6D1BC9F41CC4}"/>
              </a:ext>
            </a:extLst>
          </p:cNvPr>
          <p:cNvSpPr>
            <a:spLocks noGrp="1"/>
          </p:cNvSpPr>
          <p:nvPr/>
        </p:nvSpPr>
        <p:spPr>
          <a:xfrm>
            <a:off x="2566988" y="4442460"/>
            <a:ext cx="5412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‏איזה</a:t>
            </a:r>
          </a:p>
        </p:txBody>
      </p:sp>
      <p:sp>
        <p:nvSpPr>
          <p:cNvPr id="81" name="body-4-1-word-11">
            <a:extLst>
              <a:ext uri="{FF2B5EF4-FFF2-40B4-BE49-F238E27FC236}">
                <ns2:creationId id="{BB6D32FD-855F-46D6-AE81-F73821984061}"/>
              </a:ext>
            </a:extLst>
          </p:cNvPr>
          <p:cNvSpPr>
            <a:spLocks noGrp="1"/>
          </p:cNvSpPr>
          <p:nvPr/>
        </p:nvSpPr>
        <p:spPr>
          <a:xfrm>
            <a:off x="2047780" y="4442460"/>
            <a:ext cx="4589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‏דגם</a:t>
            </a:r>
          </a:p>
        </p:txBody>
      </p:sp>
      <p:sp>
        <p:nvSpPr>
          <p:cNvPr id="82" name="body-4-1-word-12">
            <a:extLst>
              <a:ext uri="{FF2B5EF4-FFF2-40B4-BE49-F238E27FC236}">
                <ns2:creationId id="{5AFEDA27-C5C7-4996-8DF8-A2A9F70D68DD}"/>
              </a:ext>
            </a:extLst>
          </p:cNvPr>
          <p:cNvSpPr>
            <a:spLocks noGrp="1"/>
          </p:cNvSpPr>
          <p:nvPr/>
        </p:nvSpPr>
        <p:spPr>
          <a:xfrm>
            <a:off x="1387316" y="4442460"/>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‏הותר</a:t>
            </a:r>
          </a:p>
        </p:txBody>
      </p:sp>
      <p:sp>
        <p:nvSpPr>
          <p:cNvPr id="83" name="body-4-2-word-0">
            <a:extLst>
              <a:ext uri="{FF2B5EF4-FFF2-40B4-BE49-F238E27FC236}">
                <ns2:creationId id="{FB61A731-EDFF-495C-A5C6-F5B515FB5307}"/>
              </a:ext>
            </a:extLst>
          </p:cNvPr>
          <p:cNvSpPr>
            <a:spLocks noGrp="1"/>
          </p:cNvSpPr>
          <p:nvPr/>
        </p:nvSpPr>
        <p:spPr>
          <a:xfrm>
            <a:off x="10676096" y="4793933"/>
            <a:ext cx="7729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‏בפועל.</a:t>
            </a:r>
          </a:p>
        </p:txBody>
      </p:sp>
      <p:sp>
        <p:nvSpPr>
          <p:cNvPr id="84" name="sources-word-0">
            <a:extLst>
              <a:ext uri="{FF2B5EF4-FFF2-40B4-BE49-F238E27FC236}">
                <ns2:creationId id="{FEE81BD4-91F2-4E8D-B33D-657E19CEAC2B}"/>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5" name="sources-word-1">
            <a:extLst>
              <a:ext uri="{FF2B5EF4-FFF2-40B4-BE49-F238E27FC236}">
                <ns2:creationId id="{D704127D-5060-4A83-8CAC-66FE40BB4183}"/>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6" name="sources-word-2">
            <a:extLst>
              <a:ext uri="{FF2B5EF4-FFF2-40B4-BE49-F238E27FC236}">
                <ns2:creationId id="{4AEB85A3-3D9B-4C5D-BFCC-E978DA3C8951}"/>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7" name="sources-word-3">
            <a:extLst>
              <a:ext uri="{FF2B5EF4-FFF2-40B4-BE49-F238E27FC236}">
                <ns2:creationId id="{69A10FD8-B263-47D7-A9C8-41706ABC6709}"/>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8" name="sources-word-4">
            <a:extLst>
              <a:ext uri="{FF2B5EF4-FFF2-40B4-BE49-F238E27FC236}">
                <ns2:creationId id="{192944C7-2F64-4922-80D9-53DB29C04044}"/>
              </a:ext>
            </a:extLst>
          </p:cNvPr>
          <p:cNvSpPr>
            <a:spLocks noGrp="1"/>
          </p:cNvSpPr>
          <p:nvPr/>
        </p:nvSpPr>
        <p:spPr>
          <a:xfrm>
            <a:off x="9566910"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9" name="sources-word-5">
            <a:extLst>
              <a:ext uri="{FF2B5EF4-FFF2-40B4-BE49-F238E27FC236}">
                <ns2:creationId id="{A32DE9B7-F319-4AFB-8427-A62D29E90BF6}"/>
              </a:ext>
            </a:extLst>
          </p:cNvPr>
          <p:cNvSpPr>
            <a:spLocks noGrp="1"/>
          </p:cNvSpPr>
          <p:nvPr/>
        </p:nvSpPr>
        <p:spPr>
          <a:xfrm>
            <a:off x="9203531"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90" name="sources-word-6">
            <a:extLst>
              <a:ext uri="{FF2B5EF4-FFF2-40B4-BE49-F238E27FC236}">
                <ns2:creationId id="{CBCD2F58-4C0E-43BA-95F5-0CAA1F3F0C6D}"/>
              </a:ext>
            </a:extLst>
          </p:cNvPr>
          <p:cNvSpPr>
            <a:spLocks noGrp="1"/>
          </p:cNvSpPr>
          <p:nvPr/>
        </p:nvSpPr>
        <p:spPr>
          <a:xfrm>
            <a:off x="843924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91" name="sources-word-7">
            <a:extLst>
              <a:ext uri="{FF2B5EF4-FFF2-40B4-BE49-F238E27FC236}">
                <ns2:creationId id="{9777F957-D018-4470-8795-1501A2723B3D}"/>
              </a:ext>
            </a:extLst>
          </p:cNvPr>
          <p:cNvSpPr>
            <a:spLocks noGrp="1"/>
          </p:cNvSpPr>
          <p:nvPr/>
        </p:nvSpPr>
        <p:spPr>
          <a:xfrm>
            <a:off x="8342376"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2" name="sources-word-8">
            <a:extLst>
              <a:ext uri="{FF2B5EF4-FFF2-40B4-BE49-F238E27FC236}">
                <ns2:creationId id="{B38BA820-DD45-4D61-80E2-AE2684E0ABF5}"/>
              </a:ext>
            </a:extLst>
          </p:cNvPr>
          <p:cNvSpPr>
            <a:spLocks noGrp="1"/>
          </p:cNvSpPr>
          <p:nvPr/>
        </p:nvSpPr>
        <p:spPr>
          <a:xfrm>
            <a:off x="8008525"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93" name="sources-word-9">
            <a:extLst>
              <a:ext uri="{FF2B5EF4-FFF2-40B4-BE49-F238E27FC236}">
                <ns2:creationId id="{9771617E-9562-4B5F-AC20-A5933989B88E}"/>
              </a:ext>
            </a:extLst>
          </p:cNvPr>
          <p:cNvSpPr>
            <a:spLocks noGrp="1"/>
          </p:cNvSpPr>
          <p:nvPr/>
        </p:nvSpPr>
        <p:spPr>
          <a:xfrm>
            <a:off x="7634002"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94" name="sources-word-10">
            <a:extLst>
              <a:ext uri="{FF2B5EF4-FFF2-40B4-BE49-F238E27FC236}">
                <ns2:creationId id="{1493E619-004D-4136-BA30-519E709AEDBA}"/>
              </a:ext>
            </a:extLst>
          </p:cNvPr>
          <p:cNvSpPr>
            <a:spLocks noGrp="1"/>
          </p:cNvSpPr>
          <p:nvPr/>
        </p:nvSpPr>
        <p:spPr>
          <a:xfrm>
            <a:off x="6869716"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95" name="page">
            <a:extLst>
              <a:ext uri="{FF2B5EF4-FFF2-40B4-BE49-F238E27FC236}">
                <ns2:creationId id="{B78377B7-E613-4B8F-AF5E-7DE39E0A7555}"/>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08 / 35</a:t>
            </a:r>
          </a:p>
        </p:txBody>
      </p:sp>
      <p:sp>
        <p:nvSpPr>
          <p:cNvPr id="96" name="timing-word-0">
            <a:extLst>
              <a:ext uri="{FF2B5EF4-FFF2-40B4-BE49-F238E27FC236}">
                <ns2:creationId id="{7ACD7F1A-3D5E-4BC9-8E2A-029AFBCD05BB}"/>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‏05:30</a:t>
            </a:r>
          </a:p>
        </p:txBody>
      </p:sp>
      <p:sp>
        <p:nvSpPr>
          <p:cNvPr id="97" name="timing-word-1">
            <a:extLst>
              <a:ext uri="{FF2B5EF4-FFF2-40B4-BE49-F238E27FC236}">
                <ns2:creationId id="{7BE5A578-0E77-47C8-A452-C0808F10C3BE}"/>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8" name="timing-word-2">
            <a:extLst>
              <a:ext uri="{FF2B5EF4-FFF2-40B4-BE49-F238E27FC236}">
                <ns2:creationId id="{B6A22B19-AEA2-4B18-A52C-A82461FC146D}"/>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‏06:30</a:t>
            </a:r>
          </a:p>
        </p:txBody>
      </p:sp>
      <p:sp>
        <p:nvSpPr>
          <p:cNvPr id="99" name="timing-word-3">
            <a:extLst>
              <a:ext uri="{FF2B5EF4-FFF2-40B4-BE49-F238E27FC236}">
                <ns2:creationId id="{89B51801-22DE-4D2C-B4EB-003717E16BD4}"/>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100" name="timing-word-4">
            <a:extLst>
              <a:ext uri="{FF2B5EF4-FFF2-40B4-BE49-F238E27FC236}">
                <ns2:creationId id="{36D438A0-43E5-49D9-B403-0F77DCEE7529}"/>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988059427"/>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3" name="title-word-0">
            <a:extLst>
              <a:ext uri="{FF2B5EF4-FFF2-40B4-BE49-F238E27FC236}">
                <ns2:creationId id="{CED95F97-7070-4E4B-8B9C-131C77E7182A}"/>
              </a:ext>
            </a:extLst>
          </p:cNvPr>
          <p:cNvSpPr>
            <a:spLocks noGrp="1"/>
          </p:cNvSpPr>
          <p:nvPr/>
        </p:nvSpPr>
        <p:spPr>
          <a:xfrm>
            <a:off x="10557319" y="571500"/>
            <a:ext cx="8917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‏לבוש</a:t>
            </a:r>
          </a:p>
        </p:txBody>
      </p:sp>
      <p:sp>
        <p:nvSpPr>
          <p:cNvPr id="2" name="title-word-1">
            <a:extLst>
              <a:ext uri="{FF2B5EF4-FFF2-40B4-BE49-F238E27FC236}">
                <ns2:creationId id="{AEA1570F-EBEA-4699-BBDB-75C080B59517}"/>
              </a:ext>
            </a:extLst>
          </p:cNvPr>
          <p:cNvSpPr>
            <a:spLocks noGrp="1"/>
          </p:cNvSpPr>
          <p:nvPr/>
        </p:nvSpPr>
        <p:spPr>
          <a:xfrm>
            <a:off x="9350311" y="571500"/>
            <a:ext cx="110966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‏בחורף</a:t>
            </a:r>
          </a:p>
        </p:txBody>
      </p:sp>
      <p:sp>
        <p:nvSpPr>
          <p:cNvPr id="3" name="body-1-1-word-0">
            <a:extLst>
              <a:ext uri="{FF2B5EF4-FFF2-40B4-BE49-F238E27FC236}">
                <ns2:creationId id="{CCE12829-45E7-4A08-BCA7-FD021B6FD78A}"/>
              </a:ext>
            </a:extLst>
          </p:cNvPr>
          <p:cNvSpPr>
            <a:spLocks noGrp="1"/>
          </p:cNvSpPr>
          <p:nvPr/>
        </p:nvSpPr>
        <p:spPr>
          <a:xfrm>
            <a:off x="10622947" y="1762125"/>
            <a:ext cx="82610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‏לובשים</a:t>
            </a:r>
          </a:p>
        </p:txBody>
      </p:sp>
      <p:sp>
        <p:nvSpPr>
          <p:cNvPr id="4" name="body-1-1-word-1">
            <a:extLst>
              <a:ext uri="{FF2B5EF4-FFF2-40B4-BE49-F238E27FC236}">
                <ns2:creationId id="{61588C95-7B5F-41BE-988D-7A265A1A5222}"/>
              </a:ext>
            </a:extLst>
          </p:cNvPr>
          <p:cNvSpPr>
            <a:spLocks noGrp="1"/>
          </p:cNvSpPr>
          <p:nvPr/>
        </p:nvSpPr>
        <p:spPr>
          <a:xfrm>
            <a:off x="10008298" y="1762125"/>
            <a:ext cx="5543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‏מעיל</a:t>
            </a:r>
          </a:p>
        </p:txBody>
      </p:sp>
      <p:sp>
        <p:nvSpPr>
          <p:cNvPr id="5" name="body-1-1-word-2">
            <a:extLst>
              <a:ext uri="{FF2B5EF4-FFF2-40B4-BE49-F238E27FC236}">
                <ns2:creationId id="{5BED6C83-DBD8-4FDD-8B5C-C717D7DE2DD4}"/>
              </a:ext>
            </a:extLst>
          </p:cNvPr>
          <p:cNvSpPr>
            <a:spLocks noGrp="1"/>
          </p:cNvSpPr>
          <p:nvPr/>
        </p:nvSpPr>
        <p:spPr>
          <a:xfrm>
            <a:off x="9688068"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 name="body-1-1-word-3">
            <a:extLst>
              <a:ext uri="{FF2B5EF4-FFF2-40B4-BE49-F238E27FC236}">
                <ns2:creationId id="{FE9CB450-A491-48A5-A54C-104216722597}"/>
              </a:ext>
            </a:extLst>
          </p:cNvPr>
          <p:cNvSpPr>
            <a:spLocks noGrp="1"/>
          </p:cNvSpPr>
          <p:nvPr/>
        </p:nvSpPr>
        <p:spPr>
          <a:xfrm>
            <a:off x="9131046" y="1762125"/>
            <a:ext cx="4967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‏פליז</a:t>
            </a:r>
          </a:p>
        </p:txBody>
      </p:sp>
      <p:sp>
        <p:nvSpPr>
          <p:cNvPr id="7" name="body-1-1-word-4">
            <a:extLst>
              <a:ext uri="{FF2B5EF4-FFF2-40B4-BE49-F238E27FC236}">
                <ns2:creationId id="{5A83F326-6C6F-418D-91EF-704347B8744B}"/>
              </a:ext>
            </a:extLst>
          </p:cNvPr>
          <p:cNvSpPr>
            <a:spLocks noGrp="1"/>
          </p:cNvSpPr>
          <p:nvPr/>
        </p:nvSpPr>
        <p:spPr>
          <a:xfrm>
            <a:off x="8030908" y="1762125"/>
            <a:ext cx="10398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‏שמותרים</a:t>
            </a:r>
          </a:p>
        </p:txBody>
      </p:sp>
      <p:sp>
        <p:nvSpPr>
          <p:cNvPr id="8" name="body-1-1-word-5">
            <a:extLst>
              <a:ext uri="{FF2B5EF4-FFF2-40B4-BE49-F238E27FC236}">
                <ns2:creationId id="{4D91473E-E92C-483B-AA79-774F3FA28D7A}"/>
              </a:ext>
            </a:extLst>
          </p:cNvPr>
          <p:cNvSpPr>
            <a:spLocks noGrp="1"/>
          </p:cNvSpPr>
          <p:nvPr/>
        </p:nvSpPr>
        <p:spPr>
          <a:xfrm>
            <a:off x="7461218" y="1762125"/>
            <a:ext cx="5093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‏לסוג</a:t>
            </a:r>
          </a:p>
        </p:txBody>
      </p:sp>
      <p:sp>
        <p:nvSpPr>
          <p:cNvPr id="9" name="body-1-1-word-6">
            <a:extLst>
              <a:ext uri="{FF2B5EF4-FFF2-40B4-BE49-F238E27FC236}">
                <ns2:creationId id="{BE4C75AD-849E-4D7C-884F-6D8D4E92EA96}"/>
              </a:ext>
            </a:extLst>
          </p:cNvPr>
          <p:cNvSpPr>
            <a:spLocks noGrp="1"/>
          </p:cNvSpPr>
          <p:nvPr/>
        </p:nvSpPr>
        <p:spPr>
          <a:xfrm>
            <a:off x="6641782" y="1762125"/>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10" name="body-1-1-word-7">
            <a:extLst>
              <a:ext uri="{FF2B5EF4-FFF2-40B4-BE49-F238E27FC236}">
                <ns2:creationId id="{C3857069-4EE6-40E7-9764-DD28C76E038C}"/>
              </a:ext>
            </a:extLst>
          </p:cNvPr>
          <p:cNvSpPr>
            <a:spLocks noGrp="1"/>
          </p:cNvSpPr>
          <p:nvPr/>
        </p:nvSpPr>
        <p:spPr>
          <a:xfrm>
            <a:off x="5227987" y="1762125"/>
            <a:ext cx="135350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‏ולאוכלוסייה.</a:t>
            </a:r>
          </a:p>
        </p:txBody>
      </p:sp>
      <p:sp>
        <p:nvSpPr>
          <p:cNvPr id="11" name="body-1-1-word-8">
            <a:extLst>
              <a:ext uri="{FF2B5EF4-FFF2-40B4-BE49-F238E27FC236}">
                <ns2:creationId id="{7AD219C7-A1D0-4CE1-AFCA-A799A44E6214}"/>
              </a:ext>
            </a:extLst>
          </p:cNvPr>
          <p:cNvSpPr>
            <a:spLocks noGrp="1"/>
          </p:cNvSpPr>
          <p:nvPr/>
        </p:nvSpPr>
        <p:spPr>
          <a:xfrm>
            <a:off x="4780216" y="176212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12" name="body-1-1-word-9">
            <a:extLst>
              <a:ext uri="{FF2B5EF4-FFF2-40B4-BE49-F238E27FC236}">
                <ns2:creationId id="{C63C8778-66C0-4467-812F-1193B89A47F2}"/>
              </a:ext>
            </a:extLst>
          </p:cNvPr>
          <p:cNvSpPr>
            <a:spLocks noGrp="1"/>
          </p:cNvSpPr>
          <p:nvPr/>
        </p:nvSpPr>
        <p:spPr>
          <a:xfrm>
            <a:off x="4122229" y="1762125"/>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13" name="body-1-1-word-10">
            <a:extLst>
              <a:ext uri="{FF2B5EF4-FFF2-40B4-BE49-F238E27FC236}">
                <ns2:creationId id="{7AFAB47F-2884-4E0B-8966-7C638E5E935A}"/>
              </a:ext>
            </a:extLst>
          </p:cNvPr>
          <p:cNvSpPr>
            <a:spLocks noGrp="1"/>
          </p:cNvSpPr>
          <p:nvPr/>
        </p:nvSpPr>
        <p:spPr>
          <a:xfrm>
            <a:off x="3318319" y="1762125"/>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14" name="body-1-1-word-11">
            <a:extLst>
              <a:ext uri="{FF2B5EF4-FFF2-40B4-BE49-F238E27FC236}">
                <ns2:creationId id="{6612C5BE-360D-4A5B-8D73-9266083E32EC}"/>
              </a:ext>
            </a:extLst>
          </p:cNvPr>
          <p:cNvSpPr>
            <a:spLocks noGrp="1"/>
          </p:cNvSpPr>
          <p:nvPr/>
        </p:nvSpPr>
        <p:spPr>
          <a:xfrm>
            <a:off x="2339530" y="1762125"/>
            <a:ext cx="9184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‏סופטשל</a:t>
            </a:r>
          </a:p>
        </p:txBody>
      </p:sp>
      <p:sp>
        <p:nvSpPr>
          <p:cNvPr id="15" name="body-1-1-word-12">
            <a:extLst>
              <a:ext uri="{FF2B5EF4-FFF2-40B4-BE49-F238E27FC236}">
                <ns2:creationId id="{886E3EA8-D8C3-47C4-AF76-708EA63E2305}"/>
              </a:ext>
            </a:extLst>
          </p:cNvPr>
          <p:cNvSpPr>
            <a:spLocks noGrp="1"/>
          </p:cNvSpPr>
          <p:nvPr/>
        </p:nvSpPr>
        <p:spPr>
          <a:xfrm>
            <a:off x="2022443" y="1762125"/>
            <a:ext cx="256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a:t>
            </a:r>
          </a:p>
        </p:txBody>
      </p:sp>
      <p:sp>
        <p:nvSpPr>
          <p:cNvPr id="16" name="body-1-1-word-13">
            <a:extLst>
              <a:ext uri="{FF2B5EF4-FFF2-40B4-BE49-F238E27FC236}">
                <ns2:creationId id="{CB7352C9-EB41-4535-ACEF-09CD670E0822}"/>
              </a:ext>
            </a:extLst>
          </p:cNvPr>
          <p:cNvSpPr>
            <a:spLocks noGrp="1"/>
          </p:cNvSpPr>
          <p:nvPr/>
        </p:nvSpPr>
        <p:spPr>
          <a:xfrm>
            <a:off x="1528667" y="1762125"/>
            <a:ext cx="4334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‏יכול</a:t>
            </a:r>
          </a:p>
        </p:txBody>
      </p:sp>
      <p:sp>
        <p:nvSpPr>
          <p:cNvPr id="17" name="body-1-1-word-14">
            <a:extLst>
              <a:ext uri="{FF2B5EF4-FFF2-40B4-BE49-F238E27FC236}">
                <ns2:creationId id="{E650282E-16B9-4780-8CCF-61DA50360E31}"/>
              </a:ext>
            </a:extLst>
          </p:cNvPr>
          <p:cNvSpPr>
            <a:spLocks noGrp="1"/>
          </p:cNvSpPr>
          <p:nvPr/>
        </p:nvSpPr>
        <p:spPr>
          <a:xfrm>
            <a:off x="738949" y="1762125"/>
            <a:ext cx="7294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‏לשמש</a:t>
            </a:r>
          </a:p>
        </p:txBody>
      </p:sp>
      <p:sp>
        <p:nvSpPr>
          <p:cNvPr id="18" name="body-1-2-word-0">
            <a:extLst>
              <a:ext uri="{FF2B5EF4-FFF2-40B4-BE49-F238E27FC236}">
                <ns2:creationId id="{B94A9EB4-52B2-42C5-B156-455F361194D5}"/>
              </a:ext>
            </a:extLst>
          </p:cNvPr>
          <p:cNvSpPr>
            <a:spLocks noGrp="1"/>
          </p:cNvSpPr>
          <p:nvPr/>
        </p:nvSpPr>
        <p:spPr>
          <a:xfrm>
            <a:off x="11135392" y="2113598"/>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19" name="body-1-2-word-1">
            <a:extLst>
              <a:ext uri="{FF2B5EF4-FFF2-40B4-BE49-F238E27FC236}">
                <ns2:creationId id="{1BE1938F-96A5-4F55-946C-9EDFA54618AF}"/>
              </a:ext>
            </a:extLst>
          </p:cNvPr>
          <p:cNvSpPr>
            <a:spLocks noGrp="1"/>
          </p:cNvSpPr>
          <p:nvPr/>
        </p:nvSpPr>
        <p:spPr>
          <a:xfrm>
            <a:off x="10504170" y="2113598"/>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20" name="body-1-2-word-2">
            <a:extLst>
              <a:ext uri="{FF2B5EF4-FFF2-40B4-BE49-F238E27FC236}">
                <ns2:creationId id="{7409E641-C9CD-4A6F-A75B-2F475677FD90}"/>
              </a:ext>
            </a:extLst>
          </p:cNvPr>
          <p:cNvSpPr>
            <a:spLocks noGrp="1"/>
          </p:cNvSpPr>
          <p:nvPr/>
        </p:nvSpPr>
        <p:spPr>
          <a:xfrm>
            <a:off x="10113645" y="2113598"/>
            <a:ext cx="3302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21" name="body-1-2-word-3">
            <a:extLst>
              <a:ext uri="{FF2B5EF4-FFF2-40B4-BE49-F238E27FC236}">
                <ns2:creationId id="{70DCA9AF-F2ED-4E75-9A25-16E7D9D343B7}"/>
              </a:ext>
            </a:extLst>
          </p:cNvPr>
          <p:cNvSpPr>
            <a:spLocks noGrp="1"/>
          </p:cNvSpPr>
          <p:nvPr/>
        </p:nvSpPr>
        <p:spPr>
          <a:xfrm>
            <a:off x="9255823" y="2113598"/>
            <a:ext cx="7975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‏במערך</a:t>
            </a:r>
          </a:p>
        </p:txBody>
      </p:sp>
      <p:sp>
        <p:nvSpPr>
          <p:cNvPr id="22" name="body-1-2-word-4">
            <a:extLst>
              <a:ext uri="{FF2B5EF4-FFF2-40B4-BE49-F238E27FC236}">
                <ns2:creationId id="{A68BE0A3-DD0F-4B5E-AB3C-80A2C2CBB6BD}"/>
              </a:ext>
            </a:extLst>
          </p:cNvPr>
          <p:cNvSpPr>
            <a:spLocks noGrp="1"/>
          </p:cNvSpPr>
          <p:nvPr/>
        </p:nvSpPr>
        <p:spPr>
          <a:xfrm>
            <a:off x="8450104" y="2113598"/>
            <a:ext cx="7454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‏הלוחם</a:t>
            </a:r>
          </a:p>
        </p:txBody>
      </p:sp>
      <p:sp>
        <p:nvSpPr>
          <p:cNvPr id="23" name="body-1-2-word-5">
            <a:extLst>
              <a:ext uri="{FF2B5EF4-FFF2-40B4-BE49-F238E27FC236}">
                <ns2:creationId id="{C6E4ECDD-2164-4F7F-BC85-F136C6F676CD}"/>
              </a:ext>
            </a:extLst>
          </p:cNvPr>
          <p:cNvSpPr>
            <a:spLocks noGrp="1"/>
          </p:cNvSpPr>
          <p:nvPr/>
        </p:nvSpPr>
        <p:spPr>
          <a:xfrm>
            <a:off x="7715536" y="2113598"/>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‏אושרו</a:t>
            </a:r>
          </a:p>
        </p:txBody>
      </p:sp>
      <p:sp>
        <p:nvSpPr>
          <p:cNvPr id="24" name="body-1-2-word-6">
            <a:extLst>
              <a:ext uri="{FF2B5EF4-FFF2-40B4-BE49-F238E27FC236}">
                <ns2:creationId id="{38B9D704-8A6C-40F5-B75E-13E07E9A89FB}"/>
              </a:ext>
            </a:extLst>
          </p:cNvPr>
          <p:cNvSpPr>
            <a:spLocks noGrp="1"/>
          </p:cNvSpPr>
          <p:nvPr/>
        </p:nvSpPr>
        <p:spPr>
          <a:xfrm>
            <a:off x="7158514" y="2113598"/>
            <a:ext cx="4967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‏פליז</a:t>
            </a:r>
          </a:p>
        </p:txBody>
      </p:sp>
      <p:sp>
        <p:nvSpPr>
          <p:cNvPr id="25" name="body-1-2-word-7">
            <a:extLst>
              <a:ext uri="{FF2B5EF4-FFF2-40B4-BE49-F238E27FC236}">
                <ns2:creationId id="{EB1A6805-F6EC-4F59-9E22-8F7BE9349467}"/>
              </a:ext>
            </a:extLst>
          </p:cNvPr>
          <p:cNvSpPr>
            <a:spLocks noGrp="1"/>
          </p:cNvSpPr>
          <p:nvPr/>
        </p:nvSpPr>
        <p:spPr>
          <a:xfrm>
            <a:off x="6838283" y="211359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26" name="body-1-2-word-8">
            <a:extLst>
              <a:ext uri="{FF2B5EF4-FFF2-40B4-BE49-F238E27FC236}">
                <ns2:creationId id="{496014A8-D860-4829-9FE0-91DA0A6A9C33}"/>
              </a:ext>
            </a:extLst>
          </p:cNvPr>
          <p:cNvSpPr>
            <a:spLocks noGrp="1"/>
          </p:cNvSpPr>
          <p:nvPr/>
        </p:nvSpPr>
        <p:spPr>
          <a:xfrm>
            <a:off x="5859494" y="2113598"/>
            <a:ext cx="9184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‏סופטשל</a:t>
            </a:r>
          </a:p>
        </p:txBody>
      </p:sp>
      <p:sp>
        <p:nvSpPr>
          <p:cNvPr id="27" name="body-1-2-word-9">
            <a:extLst>
              <a:ext uri="{FF2B5EF4-FFF2-40B4-BE49-F238E27FC236}">
                <ns2:creationId id="{13C421D7-FB7F-41E8-8002-8DC8FA021E7B}"/>
              </a:ext>
            </a:extLst>
          </p:cNvPr>
          <p:cNvSpPr>
            <a:spLocks noGrp="1"/>
          </p:cNvSpPr>
          <p:nvPr/>
        </p:nvSpPr>
        <p:spPr>
          <a:xfrm>
            <a:off x="5487067" y="2113598"/>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28" name="body-1-2-word-10">
            <a:extLst>
              <a:ext uri="{FF2B5EF4-FFF2-40B4-BE49-F238E27FC236}">
                <ns2:creationId id="{2F58FEF2-11FD-4B49-A853-AD344429353F}"/>
              </a:ext>
            </a:extLst>
          </p:cNvPr>
          <p:cNvSpPr>
            <a:spLocks noGrp="1"/>
          </p:cNvSpPr>
          <p:nvPr/>
        </p:nvSpPr>
        <p:spPr>
          <a:xfrm>
            <a:off x="4754118" y="2113598"/>
            <a:ext cx="6726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‏טקטי.</a:t>
            </a:r>
          </a:p>
        </p:txBody>
      </p:sp>
      <p:sp>
        <p:nvSpPr>
          <p:cNvPr id="29" name="body-2-1-word-0">
            <a:extLst>
              <a:ext uri="{FF2B5EF4-FFF2-40B4-BE49-F238E27FC236}">
                <ns2:creationId id="{5C130B52-5967-4246-BADB-5D249625E75D}"/>
              </a:ext>
            </a:extLst>
          </p:cNvPr>
          <p:cNvSpPr>
            <a:spLocks noGrp="1"/>
          </p:cNvSpPr>
          <p:nvPr/>
        </p:nvSpPr>
        <p:spPr>
          <a:xfrm>
            <a:off x="10900220" y="2655570"/>
            <a:ext cx="5488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‏צעיף</a:t>
            </a:r>
          </a:p>
        </p:txBody>
      </p:sp>
      <p:sp>
        <p:nvSpPr>
          <p:cNvPr id="30" name="body-2-1-word-1">
            <a:extLst>
              <a:ext uri="{FF2B5EF4-FFF2-40B4-BE49-F238E27FC236}">
                <ns2:creationId id="{F8CB2C82-5261-49D4-B872-74E312DB3DA4}"/>
              </a:ext>
            </a:extLst>
          </p:cNvPr>
          <p:cNvSpPr>
            <a:spLocks noGrp="1"/>
          </p:cNvSpPr>
          <p:nvPr/>
        </p:nvSpPr>
        <p:spPr>
          <a:xfrm>
            <a:off x="10579989"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1" name="body-2-1-word-2">
            <a:extLst>
              <a:ext uri="{FF2B5EF4-FFF2-40B4-BE49-F238E27FC236}">
                <ns2:creationId id="{2BC273FB-7EEA-4254-9DF3-57DE49AA7BAA}"/>
              </a:ext>
            </a:extLst>
          </p:cNvPr>
          <p:cNvSpPr>
            <a:spLocks noGrp="1"/>
          </p:cNvSpPr>
          <p:nvPr/>
        </p:nvSpPr>
        <p:spPr>
          <a:xfrm>
            <a:off x="9805511" y="2655570"/>
            <a:ext cx="7141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‏מחמם</a:t>
            </a:r>
          </a:p>
        </p:txBody>
      </p:sp>
      <p:sp>
        <p:nvSpPr>
          <p:cNvPr id="32" name="body-2-1-word-3">
            <a:extLst>
              <a:ext uri="{FF2B5EF4-FFF2-40B4-BE49-F238E27FC236}">
                <ns2:creationId id="{67A627D8-649E-4DA5-AE0B-FF5827A7701F}"/>
              </a:ext>
            </a:extLst>
          </p:cNvPr>
          <p:cNvSpPr>
            <a:spLocks noGrp="1"/>
          </p:cNvSpPr>
          <p:nvPr/>
        </p:nvSpPr>
        <p:spPr>
          <a:xfrm>
            <a:off x="9132570" y="2655570"/>
            <a:ext cx="6126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‏צוואר</a:t>
            </a:r>
          </a:p>
        </p:txBody>
      </p:sp>
      <p:sp>
        <p:nvSpPr>
          <p:cNvPr id="33" name="body-2-1-word-4">
            <a:extLst>
              <a:ext uri="{FF2B5EF4-FFF2-40B4-BE49-F238E27FC236}">
                <ns2:creationId id="{23B17FC1-A219-4F41-8E18-F07AD6955F0E}"/>
              </a:ext>
            </a:extLst>
          </p:cNvPr>
          <p:cNvSpPr>
            <a:spLocks noGrp="1"/>
          </p:cNvSpPr>
          <p:nvPr/>
        </p:nvSpPr>
        <p:spPr>
          <a:xfrm>
            <a:off x="8660320" y="2655570"/>
            <a:ext cx="4119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‏יהיו</a:t>
            </a:r>
          </a:p>
        </p:txBody>
      </p:sp>
      <p:sp>
        <p:nvSpPr>
          <p:cNvPr id="34" name="body-2-1-word-5">
            <a:extLst>
              <a:ext uri="{FF2B5EF4-FFF2-40B4-BE49-F238E27FC236}">
                <ns2:creationId id="{F4E590C7-30BD-472A-A773-9D95D4A4B282}"/>
              </a:ext>
            </a:extLst>
          </p:cNvPr>
          <p:cNvSpPr>
            <a:spLocks noGrp="1"/>
          </p:cNvSpPr>
          <p:nvPr/>
        </p:nvSpPr>
        <p:spPr>
          <a:xfrm>
            <a:off x="7744492" y="2655570"/>
            <a:ext cx="8555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‏שחורים</a:t>
            </a:r>
          </a:p>
        </p:txBody>
      </p:sp>
      <p:sp>
        <p:nvSpPr>
          <p:cNvPr id="35" name="body-2-1-word-6">
            <a:extLst>
              <a:ext uri="{FF2B5EF4-FFF2-40B4-BE49-F238E27FC236}">
                <ns2:creationId id="{6CF4C3DD-F1DD-4C42-A96F-3DDE0DBF076A}"/>
              </a:ext>
            </a:extLst>
          </p:cNvPr>
          <p:cNvSpPr>
            <a:spLocks noGrp="1"/>
          </p:cNvSpPr>
          <p:nvPr/>
        </p:nvSpPr>
        <p:spPr>
          <a:xfrm>
            <a:off x="6953631" y="2655570"/>
            <a:ext cx="7305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‏חלקים</a:t>
            </a:r>
          </a:p>
        </p:txBody>
      </p:sp>
      <p:sp>
        <p:nvSpPr>
          <p:cNvPr id="36" name="body-2-1-word-7">
            <a:extLst>
              <a:ext uri="{FF2B5EF4-FFF2-40B4-BE49-F238E27FC236}">
                <ns2:creationId id="{774E52F4-715C-4B6D-8D4C-B645420CAD4B}"/>
              </a:ext>
            </a:extLst>
          </p:cNvPr>
          <p:cNvSpPr>
            <a:spLocks noGrp="1"/>
          </p:cNvSpPr>
          <p:nvPr/>
        </p:nvSpPr>
        <p:spPr>
          <a:xfrm>
            <a:off x="6633401"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7" name="body-2-1-word-8">
            <a:extLst>
              <a:ext uri="{FF2B5EF4-FFF2-40B4-BE49-F238E27FC236}">
                <ns2:creationId id="{04AB2724-C5F6-41F0-BDB2-D84662059863}"/>
              </a:ext>
            </a:extLst>
          </p:cNvPr>
          <p:cNvSpPr>
            <a:spLocks noGrp="1"/>
          </p:cNvSpPr>
          <p:nvPr/>
        </p:nvSpPr>
        <p:spPr>
          <a:xfrm>
            <a:off x="6100953" y="2655570"/>
            <a:ext cx="4721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‏ירוק</a:t>
            </a:r>
          </a:p>
        </p:txBody>
      </p:sp>
      <p:sp>
        <p:nvSpPr>
          <p:cNvPr id="38" name="body-2-1-word-9">
            <a:extLst>
              <a:ext uri="{FF2B5EF4-FFF2-40B4-BE49-F238E27FC236}">
                <ns2:creationId id="{ECFFD0DA-0675-4177-AAF5-D255D7396752}"/>
              </a:ext>
            </a:extLst>
          </p:cNvPr>
          <p:cNvSpPr>
            <a:spLocks noGrp="1"/>
          </p:cNvSpPr>
          <p:nvPr/>
        </p:nvSpPr>
        <p:spPr>
          <a:xfrm>
            <a:off x="5569363" y="2655570"/>
            <a:ext cx="4712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‏זית,</a:t>
            </a:r>
          </a:p>
        </p:txBody>
      </p:sp>
      <p:sp>
        <p:nvSpPr>
          <p:cNvPr id="39" name="body-2-1-word-10">
            <a:extLst>
              <a:ext uri="{FF2B5EF4-FFF2-40B4-BE49-F238E27FC236}">
                <ns2:creationId id="{EE24B29E-A0C1-4A89-B052-376CCAE6C51D}"/>
              </a:ext>
            </a:extLst>
          </p:cNvPr>
          <p:cNvSpPr>
            <a:spLocks noGrp="1"/>
          </p:cNvSpPr>
          <p:nvPr/>
        </p:nvSpPr>
        <p:spPr>
          <a:xfrm>
            <a:off x="5158169" y="2655570"/>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40" name="body-2-1-word-11">
            <a:extLst>
              <a:ext uri="{FF2B5EF4-FFF2-40B4-BE49-F238E27FC236}">
                <ns2:creationId id="{900A6C1B-EA91-44E4-9952-6F1D89606130}"/>
              </a:ext>
            </a:extLst>
          </p:cNvPr>
          <p:cNvSpPr>
            <a:spLocks noGrp="1"/>
          </p:cNvSpPr>
          <p:nvPr/>
        </p:nvSpPr>
        <p:spPr>
          <a:xfrm>
            <a:off x="4543520" y="2655570"/>
            <a:ext cx="5543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‏מעיל</a:t>
            </a:r>
          </a:p>
        </p:txBody>
      </p:sp>
      <p:sp>
        <p:nvSpPr>
          <p:cNvPr id="41" name="body-2-1-word-12">
            <a:extLst>
              <a:ext uri="{FF2B5EF4-FFF2-40B4-BE49-F238E27FC236}">
                <ns2:creationId id="{5A7A8610-8907-4040-9E26-1AE9041AD496}"/>
              </a:ext>
            </a:extLst>
          </p:cNvPr>
          <p:cNvSpPr>
            <a:spLocks noGrp="1"/>
          </p:cNvSpPr>
          <p:nvPr/>
        </p:nvSpPr>
        <p:spPr>
          <a:xfrm>
            <a:off x="3696843" y="2655570"/>
            <a:ext cx="7863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42" name="body-2-1-word-13">
            <a:extLst>
              <a:ext uri="{FF2B5EF4-FFF2-40B4-BE49-F238E27FC236}">
                <ns2:creationId id="{2073A149-C4CD-45F1-B91A-402B67C2340A}"/>
              </a:ext>
            </a:extLst>
          </p:cNvPr>
          <p:cNvSpPr>
            <a:spLocks noGrp="1"/>
          </p:cNvSpPr>
          <p:nvPr/>
        </p:nvSpPr>
        <p:spPr>
          <a:xfrm>
            <a:off x="2946368" y="2655570"/>
            <a:ext cx="6901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‏ורכוס.</a:t>
            </a:r>
          </a:p>
        </p:txBody>
      </p:sp>
      <p:sp>
        <p:nvSpPr>
          <p:cNvPr id="43" name="body-2-1-word-14">
            <a:extLst>
              <a:ext uri="{FF2B5EF4-FFF2-40B4-BE49-F238E27FC236}">
                <ns2:creationId id="{1D659AB0-1003-4911-856D-246C529B2105}"/>
              </a:ext>
            </a:extLst>
          </p:cNvPr>
          <p:cNvSpPr>
            <a:spLocks noGrp="1"/>
          </p:cNvSpPr>
          <p:nvPr/>
        </p:nvSpPr>
        <p:spPr>
          <a:xfrm>
            <a:off x="2309622" y="2655570"/>
            <a:ext cx="5764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‏קצות</a:t>
            </a:r>
          </a:p>
        </p:txBody>
      </p:sp>
      <p:sp>
        <p:nvSpPr>
          <p:cNvPr id="44" name="body-2-1-word-15">
            <a:extLst>
              <a:ext uri="{FF2B5EF4-FFF2-40B4-BE49-F238E27FC236}">
                <ns2:creationId id="{2B4DFA69-E3D4-4540-BCAF-C1F858187A81}"/>
              </a:ext>
            </a:extLst>
          </p:cNvPr>
          <p:cNvSpPr>
            <a:spLocks noGrp="1"/>
          </p:cNvSpPr>
          <p:nvPr/>
        </p:nvSpPr>
        <p:spPr>
          <a:xfrm>
            <a:off x="1528382" y="2655570"/>
            <a:ext cx="7209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‏הצעיף</a:t>
            </a:r>
          </a:p>
        </p:txBody>
      </p:sp>
      <p:sp>
        <p:nvSpPr>
          <p:cNvPr id="45" name="body-2-2-word-0">
            <a:extLst>
              <a:ext uri="{FF2B5EF4-FFF2-40B4-BE49-F238E27FC236}">
                <ns2:creationId id="{E03B223D-66FB-43FD-B66C-10E2208D984E}"/>
              </a:ext>
            </a:extLst>
          </p:cNvPr>
          <p:cNvSpPr>
            <a:spLocks noGrp="1"/>
          </p:cNvSpPr>
          <p:nvPr/>
        </p:nvSpPr>
        <p:spPr>
          <a:xfrm>
            <a:off x="10540175" y="3007043"/>
            <a:ext cx="9088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‏מוכנסים</a:t>
            </a:r>
          </a:p>
        </p:txBody>
      </p:sp>
      <p:sp>
        <p:nvSpPr>
          <p:cNvPr id="46" name="body-2-2-word-1">
            <a:extLst>
              <a:ext uri="{FF2B5EF4-FFF2-40B4-BE49-F238E27FC236}">
                <ns2:creationId id="{7A1F3636-135B-4215-A179-452365A7322C}"/>
              </a:ext>
            </a:extLst>
          </p:cNvPr>
          <p:cNvSpPr>
            <a:spLocks noGrp="1"/>
          </p:cNvSpPr>
          <p:nvPr/>
        </p:nvSpPr>
        <p:spPr>
          <a:xfrm>
            <a:off x="9713881" y="3007043"/>
            <a:ext cx="7660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‏למעיל.</a:t>
            </a:r>
          </a:p>
        </p:txBody>
      </p:sp>
      <p:sp>
        <p:nvSpPr>
          <p:cNvPr id="47" name="body-2-2-word-2">
            <a:extLst>
              <a:ext uri="{FF2B5EF4-FFF2-40B4-BE49-F238E27FC236}">
                <ns2:creationId id="{EB5A43D8-8C3E-4FEF-8EE5-8C09844C01F1}"/>
              </a:ext>
            </a:extLst>
          </p:cNvPr>
          <p:cNvSpPr>
            <a:spLocks noGrp="1"/>
          </p:cNvSpPr>
          <p:nvPr/>
        </p:nvSpPr>
        <p:spPr>
          <a:xfrm>
            <a:off x="9119521" y="3007043"/>
            <a:ext cx="5340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‏כחול</a:t>
            </a:r>
          </a:p>
        </p:txBody>
      </p:sp>
      <p:sp>
        <p:nvSpPr>
          <p:cNvPr id="48" name="body-2-2-word-3">
            <a:extLst>
              <a:ext uri="{FF2B5EF4-FFF2-40B4-BE49-F238E27FC236}">
                <ns2:creationId id="{783F16A8-34A9-445A-A57C-FFE1C76B565B}"/>
              </a:ext>
            </a:extLst>
          </p:cNvPr>
          <p:cNvSpPr>
            <a:spLocks noGrp="1"/>
          </p:cNvSpPr>
          <p:nvPr/>
        </p:nvSpPr>
        <p:spPr>
          <a:xfrm>
            <a:off x="8554879" y="3007043"/>
            <a:ext cx="5043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‏כהה</a:t>
            </a:r>
          </a:p>
        </p:txBody>
      </p:sp>
      <p:sp>
        <p:nvSpPr>
          <p:cNvPr id="49" name="body-2-2-word-4">
            <a:extLst>
              <a:ext uri="{FF2B5EF4-FFF2-40B4-BE49-F238E27FC236}">
                <ns2:creationId id="{5FEF7574-36C9-446E-A135-8AB1DDF47FFC}"/>
              </a:ext>
            </a:extLst>
          </p:cNvPr>
          <p:cNvSpPr>
            <a:spLocks noGrp="1"/>
          </p:cNvSpPr>
          <p:nvPr/>
        </p:nvSpPr>
        <p:spPr>
          <a:xfrm>
            <a:off x="7937373" y="3007043"/>
            <a:ext cx="5572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‏בחיל</a:t>
            </a:r>
          </a:p>
        </p:txBody>
      </p:sp>
      <p:sp>
        <p:nvSpPr>
          <p:cNvPr id="50" name="body-2-2-word-5">
            <a:extLst>
              <a:ext uri="{FF2B5EF4-FFF2-40B4-BE49-F238E27FC236}">
                <ns2:creationId id="{85F1678D-D1A8-462E-B3C4-FEF8159D4EC2}"/>
              </a:ext>
            </a:extLst>
          </p:cNvPr>
          <p:cNvSpPr>
            <a:spLocks noGrp="1"/>
          </p:cNvSpPr>
          <p:nvPr/>
        </p:nvSpPr>
        <p:spPr>
          <a:xfrm>
            <a:off x="7434929" y="3007043"/>
            <a:ext cx="4421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‏הים</a:t>
            </a:r>
          </a:p>
        </p:txBody>
      </p:sp>
      <p:sp>
        <p:nvSpPr>
          <p:cNvPr id="51" name="body-2-2-word-6">
            <a:extLst>
              <a:ext uri="{FF2B5EF4-FFF2-40B4-BE49-F238E27FC236}">
                <ns2:creationId id="{727B5C95-5D58-4108-A738-1F7AFFF744C2}"/>
              </a:ext>
            </a:extLst>
          </p:cNvPr>
          <p:cNvSpPr>
            <a:spLocks noGrp="1"/>
          </p:cNvSpPr>
          <p:nvPr/>
        </p:nvSpPr>
        <p:spPr>
          <a:xfrm>
            <a:off x="6746939" y="3007043"/>
            <a:ext cx="6276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‏ובחיל</a:t>
            </a:r>
          </a:p>
        </p:txBody>
      </p:sp>
      <p:sp>
        <p:nvSpPr>
          <p:cNvPr id="52" name="body-2-2-word-7">
            <a:extLst>
              <a:ext uri="{FF2B5EF4-FFF2-40B4-BE49-F238E27FC236}">
                <ns2:creationId id="{9CE85FE9-E358-456E-AFBD-D373D3156D73}"/>
              </a:ext>
            </a:extLst>
          </p:cNvPr>
          <p:cNvSpPr>
            <a:spLocks noGrp="1"/>
          </p:cNvSpPr>
          <p:nvPr/>
        </p:nvSpPr>
        <p:spPr>
          <a:xfrm>
            <a:off x="5968270" y="3007043"/>
            <a:ext cx="7183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‏האוויר</a:t>
            </a:r>
          </a:p>
        </p:txBody>
      </p:sp>
      <p:sp>
        <p:nvSpPr>
          <p:cNvPr id="53" name="body-2-2-word-8">
            <a:extLst>
              <a:ext uri="{FF2B5EF4-FFF2-40B4-BE49-F238E27FC236}">
                <ns2:creationId id="{D7ADD69A-2BBA-46DC-B14C-57C234FDEAE0}"/>
              </a:ext>
            </a:extLst>
          </p:cNvPr>
          <p:cNvSpPr>
            <a:spLocks noGrp="1"/>
          </p:cNvSpPr>
          <p:nvPr/>
        </p:nvSpPr>
        <p:spPr>
          <a:xfrm>
            <a:off x="5359241" y="3007043"/>
            <a:ext cx="5487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‏כפוף</a:t>
            </a:r>
          </a:p>
        </p:txBody>
      </p:sp>
      <p:sp>
        <p:nvSpPr>
          <p:cNvPr id="54" name="body-2-2-word-9">
            <a:extLst>
              <a:ext uri="{FF2B5EF4-FFF2-40B4-BE49-F238E27FC236}">
                <ns2:creationId id="{15450B9C-5667-4739-AF1E-C0F4A099BB98}"/>
              </a:ext>
            </a:extLst>
          </p:cNvPr>
          <p:cNvSpPr>
            <a:spLocks noGrp="1"/>
          </p:cNvSpPr>
          <p:nvPr/>
        </p:nvSpPr>
        <p:spPr>
          <a:xfrm>
            <a:off x="4413028" y="3007043"/>
            <a:ext cx="8859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‏לאישור.</a:t>
            </a:r>
          </a:p>
        </p:txBody>
      </p:sp>
      <p:sp>
        <p:nvSpPr>
          <p:cNvPr id="55" name="body-3-1-word-0">
            <a:extLst>
              <a:ext uri="{FF2B5EF4-FFF2-40B4-BE49-F238E27FC236}">
                <ns2:creationId id="{4144BA58-F6DE-4E97-AC3E-A881A4B7A0F5}"/>
              </a:ext>
            </a:extLst>
          </p:cNvPr>
          <p:cNvSpPr>
            <a:spLocks noGrp="1"/>
          </p:cNvSpPr>
          <p:nvPr/>
        </p:nvSpPr>
        <p:spPr>
          <a:xfrm>
            <a:off x="10912221" y="3549015"/>
            <a:ext cx="5368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‏כובע</a:t>
            </a:r>
          </a:p>
        </p:txBody>
      </p:sp>
      <p:sp>
        <p:nvSpPr>
          <p:cNvPr id="56" name="body-3-1-word-1">
            <a:extLst>
              <a:ext uri="{FF2B5EF4-FFF2-40B4-BE49-F238E27FC236}">
                <ns2:creationId id="{E79338F9-3C62-4C23-8530-052E835E68FD}"/>
              </a:ext>
            </a:extLst>
          </p:cNvPr>
          <p:cNvSpPr>
            <a:spLocks noGrp="1"/>
          </p:cNvSpPr>
          <p:nvPr/>
        </p:nvSpPr>
        <p:spPr>
          <a:xfrm>
            <a:off x="10408920" y="3549015"/>
            <a:ext cx="4430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‏גרב</a:t>
            </a:r>
          </a:p>
        </p:txBody>
      </p:sp>
      <p:sp>
        <p:nvSpPr>
          <p:cNvPr id="57" name="body-3-1-word-2">
            <a:extLst>
              <a:ext uri="{FF2B5EF4-FFF2-40B4-BE49-F238E27FC236}">
                <ns2:creationId id="{1BC1A303-1D47-4A74-AE81-07D1408DE0F0}"/>
              </a:ext>
            </a:extLst>
          </p:cNvPr>
          <p:cNvSpPr>
            <a:spLocks noGrp="1"/>
          </p:cNvSpPr>
          <p:nvPr/>
        </p:nvSpPr>
        <p:spPr>
          <a:xfrm>
            <a:off x="9748647" y="354901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58" name="body-3-1-word-3">
            <a:extLst>
              <a:ext uri="{FF2B5EF4-FFF2-40B4-BE49-F238E27FC236}">
                <ns2:creationId id="{7A4A999E-B7B5-4535-AC54-E7202823AA73}"/>
              </a:ext>
            </a:extLst>
          </p:cNvPr>
          <p:cNvSpPr>
            <a:spLocks noGrp="1"/>
          </p:cNvSpPr>
          <p:nvPr/>
        </p:nvSpPr>
        <p:spPr>
          <a:xfrm>
            <a:off x="9117425" y="3549015"/>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59" name="body-3-1-word-4">
            <a:extLst>
              <a:ext uri="{FF2B5EF4-FFF2-40B4-BE49-F238E27FC236}">
                <ns2:creationId id="{D1CF3769-049F-4D99-9AB3-5A340CE21C26}"/>
              </a:ext>
            </a:extLst>
          </p:cNvPr>
          <p:cNvSpPr>
            <a:spLocks noGrp="1"/>
          </p:cNvSpPr>
          <p:nvPr/>
        </p:nvSpPr>
        <p:spPr>
          <a:xfrm>
            <a:off x="8806339" y="3549015"/>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60" name="body-3-1-word-5">
            <a:extLst>
              <a:ext uri="{FF2B5EF4-FFF2-40B4-BE49-F238E27FC236}">
                <ns2:creationId id="{D5DC41EA-1FDC-4949-B215-989380EAEEAD}"/>
              </a:ext>
            </a:extLst>
          </p:cNvPr>
          <p:cNvSpPr>
            <a:spLocks noGrp="1"/>
          </p:cNvSpPr>
          <p:nvPr/>
        </p:nvSpPr>
        <p:spPr>
          <a:xfrm>
            <a:off x="8486108"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1" name="body-3-1-word-6">
            <a:extLst>
              <a:ext uri="{FF2B5EF4-FFF2-40B4-BE49-F238E27FC236}">
                <ns2:creationId id="{4088F325-94B1-4E66-B286-34339C67CEFC}"/>
              </a:ext>
            </a:extLst>
          </p:cNvPr>
          <p:cNvSpPr>
            <a:spLocks noGrp="1"/>
          </p:cNvSpPr>
          <p:nvPr/>
        </p:nvSpPr>
        <p:spPr>
          <a:xfrm>
            <a:off x="7679627" y="3549015"/>
            <a:ext cx="7461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‏לחימה</a:t>
            </a:r>
          </a:p>
        </p:txBody>
      </p:sp>
      <p:sp>
        <p:nvSpPr>
          <p:cNvPr id="62" name="body-3-1-word-7">
            <a:extLst>
              <a:ext uri="{FF2B5EF4-FFF2-40B4-BE49-F238E27FC236}">
                <ns2:creationId id="{E87FE969-6B0F-480D-8284-F2C02D61C1EE}"/>
              </a:ext>
            </a:extLst>
          </p:cNvPr>
          <p:cNvSpPr>
            <a:spLocks noGrp="1"/>
          </p:cNvSpPr>
          <p:nvPr/>
        </p:nvSpPr>
        <p:spPr>
          <a:xfrm>
            <a:off x="7268432" y="3549015"/>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63" name="body-3-1-word-8">
            <a:extLst>
              <a:ext uri="{FF2B5EF4-FFF2-40B4-BE49-F238E27FC236}">
                <ns2:creationId id="{8E24807F-4EA1-4654-AB1A-D28FA5A6DF27}"/>
              </a:ext>
            </a:extLst>
          </p:cNvPr>
          <p:cNvSpPr>
            <a:spLocks noGrp="1"/>
          </p:cNvSpPr>
          <p:nvPr/>
        </p:nvSpPr>
        <p:spPr>
          <a:xfrm>
            <a:off x="6711410" y="3549015"/>
            <a:ext cx="4967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‏פליז</a:t>
            </a:r>
          </a:p>
        </p:txBody>
      </p:sp>
      <p:sp>
        <p:nvSpPr>
          <p:cNvPr id="64" name="body-3-1-word-9">
            <a:extLst>
              <a:ext uri="{FF2B5EF4-FFF2-40B4-BE49-F238E27FC236}">
                <ns2:creationId id="{42BA307F-50AD-4724-8916-FB9C31E627CA}"/>
              </a:ext>
            </a:extLst>
          </p:cNvPr>
          <p:cNvSpPr>
            <a:spLocks noGrp="1"/>
          </p:cNvSpPr>
          <p:nvPr/>
        </p:nvSpPr>
        <p:spPr>
          <a:xfrm>
            <a:off x="6391180"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5" name="body-3-1-word-10">
            <a:extLst>
              <a:ext uri="{FF2B5EF4-FFF2-40B4-BE49-F238E27FC236}">
                <ns2:creationId id="{F9420B16-C22D-47AF-A1D7-F205BBFF8600}"/>
              </a:ext>
            </a:extLst>
          </p:cNvPr>
          <p:cNvSpPr>
            <a:spLocks noGrp="1"/>
          </p:cNvSpPr>
          <p:nvPr/>
        </p:nvSpPr>
        <p:spPr>
          <a:xfrm>
            <a:off x="5333047" y="3549015"/>
            <a:ext cx="99783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‏סופטשל.</a:t>
            </a:r>
          </a:p>
        </p:txBody>
      </p:sp>
      <p:sp>
        <p:nvSpPr>
          <p:cNvPr id="66" name="body-3-1-word-11">
            <a:extLst>
              <a:ext uri="{FF2B5EF4-FFF2-40B4-BE49-F238E27FC236}">
                <ns2:creationId id="{A4B8B3DB-D3D3-4F9F-954D-186399A0F6DF}"/>
              </a:ext>
            </a:extLst>
          </p:cNvPr>
          <p:cNvSpPr>
            <a:spLocks noGrp="1"/>
          </p:cNvSpPr>
          <p:nvPr/>
        </p:nvSpPr>
        <p:spPr>
          <a:xfrm>
            <a:off x="4730877" y="3549015"/>
            <a:ext cx="5418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‏צבעו</a:t>
            </a:r>
          </a:p>
        </p:txBody>
      </p:sp>
      <p:sp>
        <p:nvSpPr>
          <p:cNvPr id="67" name="body-3-1-word-12">
            <a:extLst>
              <a:ext uri="{FF2B5EF4-FFF2-40B4-BE49-F238E27FC236}">
                <ns2:creationId id="{0BAC88AF-C1E8-4159-AB5D-9F0BC41F8CA2}"/>
              </a:ext>
            </a:extLst>
          </p:cNvPr>
          <p:cNvSpPr>
            <a:spLocks noGrp="1"/>
          </p:cNvSpPr>
          <p:nvPr/>
        </p:nvSpPr>
        <p:spPr>
          <a:xfrm>
            <a:off x="4056602" y="3549015"/>
            <a:ext cx="6139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68" name="body-3-1-word-13">
            <a:extLst>
              <a:ext uri="{FF2B5EF4-FFF2-40B4-BE49-F238E27FC236}">
                <ns2:creationId id="{9E154A49-4016-42B7-A171-6B250D0366B7}"/>
              </a:ext>
            </a:extLst>
          </p:cNvPr>
          <p:cNvSpPr>
            <a:spLocks noGrp="1"/>
          </p:cNvSpPr>
          <p:nvPr/>
        </p:nvSpPr>
        <p:spPr>
          <a:xfrm>
            <a:off x="3736372"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9" name="body-3-1-word-14">
            <a:extLst>
              <a:ext uri="{FF2B5EF4-FFF2-40B4-BE49-F238E27FC236}">
                <ns2:creationId id="{A979AEDA-E015-493E-B6DB-3F8ED05094CF}"/>
              </a:ext>
            </a:extLst>
          </p:cNvPr>
          <p:cNvSpPr>
            <a:spLocks noGrp="1"/>
          </p:cNvSpPr>
          <p:nvPr/>
        </p:nvSpPr>
        <p:spPr>
          <a:xfrm>
            <a:off x="3203924" y="3549015"/>
            <a:ext cx="4721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‏ירוק</a:t>
            </a:r>
          </a:p>
        </p:txBody>
      </p:sp>
      <p:sp>
        <p:nvSpPr>
          <p:cNvPr id="70" name="body-3-1-word-15">
            <a:extLst>
              <a:ext uri="{FF2B5EF4-FFF2-40B4-BE49-F238E27FC236}">
                <ns2:creationId id="{9B752D95-A69D-4419-8BA4-94B36E666CBF}"/>
              </a:ext>
            </a:extLst>
          </p:cNvPr>
          <p:cNvSpPr>
            <a:spLocks noGrp="1"/>
          </p:cNvSpPr>
          <p:nvPr/>
        </p:nvSpPr>
        <p:spPr>
          <a:xfrm>
            <a:off x="2672334" y="3549015"/>
            <a:ext cx="4712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‏זית,</a:t>
            </a:r>
          </a:p>
        </p:txBody>
      </p:sp>
      <p:sp>
        <p:nvSpPr>
          <p:cNvPr id="71" name="body-3-1-word-16">
            <a:extLst>
              <a:ext uri="{FF2B5EF4-FFF2-40B4-BE49-F238E27FC236}">
                <ns2:creationId id="{FD289248-DA74-4DA3-A646-AF3B08265FD8}"/>
              </a:ext>
            </a:extLst>
          </p:cNvPr>
          <p:cNvSpPr>
            <a:spLocks noGrp="1"/>
          </p:cNvSpPr>
          <p:nvPr/>
        </p:nvSpPr>
        <p:spPr>
          <a:xfrm>
            <a:off x="2158079" y="3549015"/>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72" name="body-3-1-word-17">
            <a:extLst>
              <a:ext uri="{FF2B5EF4-FFF2-40B4-BE49-F238E27FC236}">
                <ns2:creationId id="{613E0962-D0ED-4E0C-BC29-79E44502A458}"/>
              </a:ext>
            </a:extLst>
          </p:cNvPr>
          <p:cNvSpPr>
            <a:spLocks noGrp="1"/>
          </p:cNvSpPr>
          <p:nvPr/>
        </p:nvSpPr>
        <p:spPr>
          <a:xfrm>
            <a:off x="1378649" y="3549015"/>
            <a:ext cx="719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‏כיתוב.</a:t>
            </a:r>
          </a:p>
        </p:txBody>
      </p:sp>
      <p:sp>
        <p:nvSpPr>
          <p:cNvPr id="73" name="body-4-1-word-0">
            <a:extLst>
              <a:ext uri="{FF2B5EF4-FFF2-40B4-BE49-F238E27FC236}">
                <ns2:creationId id="{2364CC11-5B0B-4C86-9919-2B71746F9E18}"/>
              </a:ext>
            </a:extLst>
          </p:cNvPr>
          <p:cNvSpPr>
            <a:spLocks noGrp="1"/>
          </p:cNvSpPr>
          <p:nvPr/>
        </p:nvSpPr>
        <p:spPr>
          <a:xfrm>
            <a:off x="11135392" y="4090988"/>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74" name="body-4-1-word-1">
            <a:extLst>
              <a:ext uri="{FF2B5EF4-FFF2-40B4-BE49-F238E27FC236}">
                <ns2:creationId id="{271EC7CB-2BB7-45FA-A37F-53538EF5B2EB}"/>
              </a:ext>
            </a:extLst>
          </p:cNvPr>
          <p:cNvSpPr>
            <a:spLocks noGrp="1"/>
          </p:cNvSpPr>
          <p:nvPr/>
        </p:nvSpPr>
        <p:spPr>
          <a:xfrm>
            <a:off x="10762964" y="4090988"/>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75" name="body-4-1-word-2">
            <a:extLst>
              <a:ext uri="{FF2B5EF4-FFF2-40B4-BE49-F238E27FC236}">
                <ns2:creationId id="{85D6C948-C58F-478E-B3BD-BFF1811DB59C}"/>
              </a:ext>
            </a:extLst>
          </p:cNvPr>
          <p:cNvSpPr>
            <a:spLocks noGrp="1"/>
          </p:cNvSpPr>
          <p:nvPr/>
        </p:nvSpPr>
        <p:spPr>
          <a:xfrm>
            <a:off x="9976294" y="4090988"/>
            <a:ext cx="7263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‏המעיל</a:t>
            </a:r>
          </a:p>
        </p:txBody>
      </p:sp>
      <p:sp>
        <p:nvSpPr>
          <p:cNvPr id="76" name="body-4-1-word-3">
            <a:extLst>
              <a:ext uri="{FF2B5EF4-FFF2-40B4-BE49-F238E27FC236}">
                <ns2:creationId id="{E1D007AA-0E00-4354-AC89-DE27AEBC02F2}"/>
              </a:ext>
            </a:extLst>
          </p:cNvPr>
          <p:cNvSpPr>
            <a:spLocks noGrp="1"/>
          </p:cNvSpPr>
          <p:nvPr/>
        </p:nvSpPr>
        <p:spPr>
          <a:xfrm>
            <a:off x="9118187" y="4090988"/>
            <a:ext cx="797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‏בודקים</a:t>
            </a:r>
          </a:p>
        </p:txBody>
      </p:sp>
      <p:sp>
        <p:nvSpPr>
          <p:cNvPr id="77" name="body-4-1-word-4">
            <a:extLst>
              <a:ext uri="{FF2B5EF4-FFF2-40B4-BE49-F238E27FC236}">
                <ns2:creationId id="{0E81134E-C217-4CF5-A64E-6CC61CDA0D55}"/>
              </a:ext>
            </a:extLst>
          </p:cNvPr>
          <p:cNvSpPr>
            <a:spLocks noGrp="1"/>
          </p:cNvSpPr>
          <p:nvPr/>
        </p:nvSpPr>
        <p:spPr>
          <a:xfrm>
            <a:off x="8291131" y="4090988"/>
            <a:ext cx="7667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‏דרגות,</a:t>
            </a:r>
          </a:p>
        </p:txBody>
      </p:sp>
      <p:sp>
        <p:nvSpPr>
          <p:cNvPr id="78" name="body-4-1-word-5">
            <a:extLst>
              <a:ext uri="{FF2B5EF4-FFF2-40B4-BE49-F238E27FC236}">
                <ns2:creationId id="{36A1D293-AB7C-497A-9EA2-F2E9EB4E81BE}"/>
              </a:ext>
            </a:extLst>
          </p:cNvPr>
          <p:cNvSpPr>
            <a:spLocks noGrp="1"/>
          </p:cNvSpPr>
          <p:nvPr/>
        </p:nvSpPr>
        <p:spPr>
          <a:xfrm>
            <a:off x="7472648" y="4090988"/>
            <a:ext cx="7581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‏כומתה</a:t>
            </a:r>
          </a:p>
        </p:txBody>
      </p:sp>
      <p:sp>
        <p:nvSpPr>
          <p:cNvPr id="79" name="body-4-1-word-6">
            <a:extLst>
              <a:ext uri="{FF2B5EF4-FFF2-40B4-BE49-F238E27FC236}">
                <ns2:creationId id="{CFFD11E9-48CB-485A-9599-182F0BF6FDBF}"/>
              </a:ext>
            </a:extLst>
          </p:cNvPr>
          <p:cNvSpPr>
            <a:spLocks noGrp="1"/>
          </p:cNvSpPr>
          <p:nvPr/>
        </p:nvSpPr>
        <p:spPr>
          <a:xfrm>
            <a:off x="6603682" y="4090988"/>
            <a:ext cx="8086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‏וסמלים</a:t>
            </a:r>
          </a:p>
        </p:txBody>
      </p:sp>
      <p:sp>
        <p:nvSpPr>
          <p:cNvPr id="80" name="body-4-1-word-7">
            <a:extLst>
              <a:ext uri="{FF2B5EF4-FFF2-40B4-BE49-F238E27FC236}">
                <ns2:creationId id="{D7D398B8-EC3D-4CCD-83AF-FC1868546E44}"/>
              </a:ext>
            </a:extLst>
          </p:cNvPr>
          <p:cNvSpPr>
            <a:spLocks noGrp="1"/>
          </p:cNvSpPr>
          <p:nvPr/>
        </p:nvSpPr>
        <p:spPr>
          <a:xfrm>
            <a:off x="6155912" y="4090988"/>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81" name="body-4-1-word-8">
            <a:extLst>
              <a:ext uri="{FF2B5EF4-FFF2-40B4-BE49-F238E27FC236}">
                <ns2:creationId id="{C900A8F2-E709-4308-9A3F-F53AB4DB5A80}"/>
              </a:ext>
            </a:extLst>
          </p:cNvPr>
          <p:cNvSpPr>
            <a:spLocks noGrp="1"/>
          </p:cNvSpPr>
          <p:nvPr/>
        </p:nvSpPr>
        <p:spPr>
          <a:xfrm>
            <a:off x="5047202" y="4090988"/>
            <a:ext cx="10484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‏ההנחיות.</a:t>
            </a:r>
          </a:p>
        </p:txBody>
      </p:sp>
      <p:sp>
        <p:nvSpPr>
          <p:cNvPr id="82" name="body-4-1-word-9">
            <a:extLst>
              <a:ext uri="{FF2B5EF4-FFF2-40B4-BE49-F238E27FC236}">
                <ns2:creationId id="{F57F0CA9-880C-4822-9CE4-EA3A44312E9D}"/>
              </a:ext>
            </a:extLst>
          </p:cNvPr>
          <p:cNvSpPr>
            <a:spLocks noGrp="1"/>
          </p:cNvSpPr>
          <p:nvPr/>
        </p:nvSpPr>
        <p:spPr>
          <a:xfrm>
            <a:off x="4229576" y="4090988"/>
            <a:ext cx="7573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‏קפוצ׳ון</a:t>
            </a:r>
          </a:p>
        </p:txBody>
      </p:sp>
      <p:sp>
        <p:nvSpPr>
          <p:cNvPr id="83" name="body-4-1-word-10">
            <a:extLst>
              <a:ext uri="{FF2B5EF4-FFF2-40B4-BE49-F238E27FC236}">
                <ns2:creationId id="{1F7A9549-9997-4CB1-A1AA-11E8BBEA4058}"/>
              </a:ext>
            </a:extLst>
          </p:cNvPr>
          <p:cNvSpPr>
            <a:spLocks noGrp="1"/>
          </p:cNvSpPr>
          <p:nvPr/>
        </p:nvSpPr>
        <p:spPr>
          <a:xfrm>
            <a:off x="3483578" y="4090988"/>
            <a:ext cx="6857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‏אזרחי</a:t>
            </a:r>
          </a:p>
        </p:txBody>
      </p:sp>
      <p:sp>
        <p:nvSpPr>
          <p:cNvPr id="84" name="body-4-1-word-11">
            <a:extLst>
              <a:ext uri="{FF2B5EF4-FFF2-40B4-BE49-F238E27FC236}">
                <ns2:creationId id="{327CFC1E-11F4-49AD-B17C-CA192A7119AD}"/>
              </a:ext>
            </a:extLst>
          </p:cNvPr>
          <p:cNvSpPr>
            <a:spLocks noGrp="1"/>
          </p:cNvSpPr>
          <p:nvPr/>
        </p:nvSpPr>
        <p:spPr>
          <a:xfrm>
            <a:off x="3007519" y="4090988"/>
            <a:ext cx="415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‏גלוי</a:t>
            </a:r>
          </a:p>
        </p:txBody>
      </p:sp>
      <p:sp>
        <p:nvSpPr>
          <p:cNvPr id="85" name="body-4-1-word-12">
            <a:extLst>
              <a:ext uri="{FF2B5EF4-FFF2-40B4-BE49-F238E27FC236}">
                <ns2:creationId id="{D0775D85-8CA6-4471-A80F-7F8ACEBE5BBA}"/>
              </a:ext>
            </a:extLst>
          </p:cNvPr>
          <p:cNvSpPr>
            <a:spLocks noGrp="1"/>
          </p:cNvSpPr>
          <p:nvPr/>
        </p:nvSpPr>
        <p:spPr>
          <a:xfrm>
            <a:off x="2516124" y="4090988"/>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86" name="body-4-1-word-13">
            <a:extLst>
              <a:ext uri="{FF2B5EF4-FFF2-40B4-BE49-F238E27FC236}">
                <ns2:creationId id="{BFFA814A-EB29-41BD-9C7A-D0C4BE6BA5F2}"/>
              </a:ext>
            </a:extLst>
          </p:cNvPr>
          <p:cNvSpPr>
            <a:spLocks noGrp="1"/>
          </p:cNvSpPr>
          <p:nvPr/>
        </p:nvSpPr>
        <p:spPr>
          <a:xfrm>
            <a:off x="1886617" y="4090988"/>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‏פריט</a:t>
            </a:r>
          </a:p>
        </p:txBody>
      </p:sp>
      <p:sp>
        <p:nvSpPr>
          <p:cNvPr id="87" name="body-4-1-word-14">
            <a:extLst>
              <a:ext uri="{FF2B5EF4-FFF2-40B4-BE49-F238E27FC236}">
                <ns2:creationId id="{393C26A8-462E-4432-A161-90A69C60CC25}"/>
              </a:ext>
            </a:extLst>
          </p:cNvPr>
          <p:cNvSpPr>
            <a:spLocks noGrp="1"/>
          </p:cNvSpPr>
          <p:nvPr/>
        </p:nvSpPr>
        <p:spPr>
          <a:xfrm>
            <a:off x="1248823" y="4090988"/>
            <a:ext cx="5775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‏חורף</a:t>
            </a:r>
          </a:p>
        </p:txBody>
      </p:sp>
      <p:sp>
        <p:nvSpPr>
          <p:cNvPr id="88" name="body-4-2-word-0">
            <a:extLst>
              <a:ext uri="{FF2B5EF4-FFF2-40B4-BE49-F238E27FC236}">
                <ns2:creationId id="{E03055ED-8143-4A94-868E-F6A313D7D8C1}"/>
              </a:ext>
            </a:extLst>
          </p:cNvPr>
          <p:cNvSpPr>
            <a:spLocks noGrp="1"/>
          </p:cNvSpPr>
          <p:nvPr/>
        </p:nvSpPr>
        <p:spPr>
          <a:xfrm>
            <a:off x="10673429" y="4442460"/>
            <a:ext cx="7756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‏מאושר</a:t>
            </a:r>
          </a:p>
        </p:txBody>
      </p:sp>
      <p:sp>
        <p:nvSpPr>
          <p:cNvPr id="89" name="body-4-2-word-1">
            <a:extLst>
              <a:ext uri="{FF2B5EF4-FFF2-40B4-BE49-F238E27FC236}">
                <ns2:creationId id="{9734EED8-0A2C-43A8-AF75-CAEFC318D8CF}"/>
              </a:ext>
            </a:extLst>
          </p:cNvPr>
          <p:cNvSpPr>
            <a:spLocks noGrp="1"/>
          </p:cNvSpPr>
          <p:nvPr/>
        </p:nvSpPr>
        <p:spPr>
          <a:xfrm>
            <a:off x="9512617" y="4442460"/>
            <a:ext cx="11005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‏כשלעצמו.</a:t>
            </a:r>
          </a:p>
        </p:txBody>
      </p:sp>
      <p:sp>
        <p:nvSpPr>
          <p:cNvPr id="90" name="sources-word-0">
            <a:extLst>
              <a:ext uri="{FF2B5EF4-FFF2-40B4-BE49-F238E27FC236}">
                <ns2:creationId id="{E8ACF9D5-5F69-4A71-9C13-35385945B462}"/>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91" name="sources-word-1">
            <a:extLst>
              <a:ext uri="{FF2B5EF4-FFF2-40B4-BE49-F238E27FC236}">
                <ns2:creationId id="{2739EAF3-7F03-49DA-9FA8-0908FB5A764B}"/>
              </a:ext>
            </a:extLst>
          </p:cNvPr>
          <p:cNvSpPr>
            <a:spLocks noGrp="1"/>
          </p:cNvSpPr>
          <p:nvPr/>
        </p:nvSpPr>
        <p:spPr>
          <a:xfrm>
            <a:off x="10719816"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92" name="sources-word-2">
            <a:extLst>
              <a:ext uri="{FF2B5EF4-FFF2-40B4-BE49-F238E27FC236}">
                <ns2:creationId id="{3EE5209F-C794-4F60-9B8E-67B4736CFE41}"/>
              </a:ext>
            </a:extLst>
          </p:cNvPr>
          <p:cNvSpPr>
            <a:spLocks noGrp="1"/>
          </p:cNvSpPr>
          <p:nvPr/>
        </p:nvSpPr>
        <p:spPr>
          <a:xfrm>
            <a:off x="9955530"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93" name="sources-word-3">
            <a:extLst>
              <a:ext uri="{FF2B5EF4-FFF2-40B4-BE49-F238E27FC236}">
                <ns2:creationId id="{8C1A08B3-45FB-4BD2-937A-AA1A3A8E41D2}"/>
              </a:ext>
            </a:extLst>
          </p:cNvPr>
          <p:cNvSpPr>
            <a:spLocks noGrp="1"/>
          </p:cNvSpPr>
          <p:nvPr/>
        </p:nvSpPr>
        <p:spPr>
          <a:xfrm>
            <a:off x="985866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4" name="sources-word-4">
            <a:extLst>
              <a:ext uri="{FF2B5EF4-FFF2-40B4-BE49-F238E27FC236}">
                <ns2:creationId id="{74A48D3D-DC7A-4E88-BBC7-00BBFCFCC904}"/>
              </a:ext>
            </a:extLst>
          </p:cNvPr>
          <p:cNvSpPr>
            <a:spLocks noGrp="1"/>
          </p:cNvSpPr>
          <p:nvPr/>
        </p:nvSpPr>
        <p:spPr>
          <a:xfrm>
            <a:off x="9524810"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95" name="sources-word-5">
            <a:extLst>
              <a:ext uri="{FF2B5EF4-FFF2-40B4-BE49-F238E27FC236}">
                <ns2:creationId id="{4652E963-FBC4-4269-951A-746E3AA2E0B3}"/>
              </a:ext>
            </a:extLst>
          </p:cNvPr>
          <p:cNvSpPr>
            <a:spLocks noGrp="1"/>
          </p:cNvSpPr>
          <p:nvPr/>
        </p:nvSpPr>
        <p:spPr>
          <a:xfrm>
            <a:off x="9150286"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96" name="sources-word-6">
            <a:extLst>
              <a:ext uri="{FF2B5EF4-FFF2-40B4-BE49-F238E27FC236}">
                <ns2:creationId id="{CE131636-EB33-4665-BB82-44EC06FE2DAE}"/>
              </a:ext>
            </a:extLst>
          </p:cNvPr>
          <p:cNvSpPr>
            <a:spLocks noGrp="1"/>
          </p:cNvSpPr>
          <p:nvPr/>
        </p:nvSpPr>
        <p:spPr>
          <a:xfrm>
            <a:off x="8386001"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97" name="page">
            <a:extLst>
              <a:ext uri="{FF2B5EF4-FFF2-40B4-BE49-F238E27FC236}">
                <ns2:creationId id="{4D3AD434-F1C1-469C-88A6-E81BEF578305}"/>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09 / 35</a:t>
            </a:r>
          </a:p>
        </p:txBody>
      </p:sp>
      <p:sp>
        <p:nvSpPr>
          <p:cNvPr id="98" name="timing-word-0">
            <a:extLst>
              <a:ext uri="{FF2B5EF4-FFF2-40B4-BE49-F238E27FC236}">
                <ns2:creationId id="{9B7F5E99-6E83-4BA7-974E-F9818E07B05D}"/>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‏06:30</a:t>
            </a:r>
          </a:p>
        </p:txBody>
      </p:sp>
      <p:sp>
        <p:nvSpPr>
          <p:cNvPr id="99" name="timing-word-1">
            <a:extLst>
              <a:ext uri="{FF2B5EF4-FFF2-40B4-BE49-F238E27FC236}">
                <ns2:creationId id="{4B65A02A-36A9-40ED-9758-87572E57B7B3}"/>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100" name="timing-word-2">
            <a:extLst>
              <a:ext uri="{FF2B5EF4-FFF2-40B4-BE49-F238E27FC236}">
                <ns2:creationId id="{1B35F9AD-3CE8-4013-8B1C-DBD1073E9F37}"/>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‏07:15</a:t>
            </a:r>
          </a:p>
        </p:txBody>
      </p:sp>
      <p:sp>
        <p:nvSpPr>
          <p:cNvPr id="101" name="timing-word-3">
            <a:extLst>
              <a:ext uri="{FF2B5EF4-FFF2-40B4-BE49-F238E27FC236}">
                <ns2:creationId id="{CF9CEE33-DDF1-40D0-8952-ADF68ECFB63B}"/>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102" name="timing-word-4">
            <a:extLst>
              <a:ext uri="{FF2B5EF4-FFF2-40B4-BE49-F238E27FC236}">
                <ns2:creationId id="{8153EEFC-1D85-4960-849E-AA639CAB3367}"/>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2052044304"/>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0" name="title-word-0">
            <a:extLst>
              <a:ext uri="{FF2B5EF4-FFF2-40B4-BE49-F238E27FC236}">
                <ns2:creationId id="{FC2A32BA-3496-4577-9AA3-2E52ADA1DFA3}"/>
              </a:ext>
            </a:extLst>
          </p:cNvPr>
          <p:cNvSpPr>
            <a:spLocks noGrp="1"/>
          </p:cNvSpPr>
          <p:nvPr/>
        </p:nvSpPr>
        <p:spPr>
          <a:xfrm>
            <a:off x="10560177" y="571500"/>
            <a:ext cx="88887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‏שיער</a:t>
            </a:r>
          </a:p>
        </p:txBody>
      </p:sp>
      <p:sp>
        <p:nvSpPr>
          <p:cNvPr id="2" name="title-word-1">
            <a:extLst>
              <a:ext uri="{FF2B5EF4-FFF2-40B4-BE49-F238E27FC236}">
                <ns2:creationId id="{3E2A8CBC-4FC6-47AF-B7A9-76CFEEDD12EF}"/>
              </a:ext>
            </a:extLst>
          </p:cNvPr>
          <p:cNvSpPr>
            <a:spLocks noGrp="1"/>
          </p:cNvSpPr>
          <p:nvPr/>
        </p:nvSpPr>
        <p:spPr>
          <a:xfrm>
            <a:off x="9412700" y="571500"/>
            <a:ext cx="10501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‏גברים</a:t>
            </a:r>
          </a:p>
        </p:txBody>
      </p:sp>
      <p:sp>
        <p:nvSpPr>
          <p:cNvPr id="3" name="body-1-1-word-0">
            <a:extLst>
              <a:ext uri="{FF2B5EF4-FFF2-40B4-BE49-F238E27FC236}">
                <ns2:creationId id="{B9CDC93E-E478-4AE0-93FA-650EC8B32D6C}"/>
              </a:ext>
            </a:extLst>
          </p:cNvPr>
          <p:cNvSpPr>
            <a:spLocks noGrp="1"/>
          </p:cNvSpPr>
          <p:nvPr/>
        </p:nvSpPr>
        <p:spPr>
          <a:xfrm>
            <a:off x="10682764" y="1762125"/>
            <a:ext cx="7662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‏השיער</a:t>
            </a:r>
          </a:p>
        </p:txBody>
      </p:sp>
      <p:sp>
        <p:nvSpPr>
          <p:cNvPr id="4" name="body-1-1-word-1">
            <a:extLst>
              <a:ext uri="{FF2B5EF4-FFF2-40B4-BE49-F238E27FC236}">
                <ns2:creationId id="{C52BD2C3-87E3-431B-9C26-F7D6AD74E3C3}"/>
              </a:ext>
            </a:extLst>
          </p:cNvPr>
          <p:cNvSpPr>
            <a:spLocks noGrp="1"/>
          </p:cNvSpPr>
          <p:nvPr/>
        </p:nvSpPr>
        <p:spPr>
          <a:xfrm>
            <a:off x="10075164" y="1762125"/>
            <a:ext cx="5473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‏קצר,</a:t>
            </a:r>
          </a:p>
        </p:txBody>
      </p:sp>
      <p:sp>
        <p:nvSpPr>
          <p:cNvPr id="5" name="body-1-1-word-2">
            <a:extLst>
              <a:ext uri="{FF2B5EF4-FFF2-40B4-BE49-F238E27FC236}">
                <ns2:creationId id="{6F4D91AE-83BC-4320-B09D-6160988FE247}"/>
              </a:ext>
            </a:extLst>
          </p:cNvPr>
          <p:cNvSpPr>
            <a:spLocks noGrp="1"/>
          </p:cNvSpPr>
          <p:nvPr/>
        </p:nvSpPr>
        <p:spPr>
          <a:xfrm>
            <a:off x="9289256" y="1762125"/>
            <a:ext cx="7256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‏מסודר</a:t>
            </a:r>
          </a:p>
        </p:txBody>
      </p:sp>
      <p:sp>
        <p:nvSpPr>
          <p:cNvPr id="6" name="body-1-1-word-3">
            <a:extLst>
              <a:ext uri="{FF2B5EF4-FFF2-40B4-BE49-F238E27FC236}">
                <ns2:creationId id="{6C94B718-77E8-49E2-A709-F0B34892D46F}"/>
              </a:ext>
            </a:extLst>
          </p:cNvPr>
          <p:cNvSpPr>
            <a:spLocks noGrp="1"/>
          </p:cNvSpPr>
          <p:nvPr/>
        </p:nvSpPr>
        <p:spPr>
          <a:xfrm>
            <a:off x="8517922" y="1762125"/>
            <a:ext cx="7110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‏וייצוגי.</a:t>
            </a:r>
          </a:p>
        </p:txBody>
      </p:sp>
      <p:sp>
        <p:nvSpPr>
          <p:cNvPr id="7" name="body-1-1-word-4">
            <a:extLst>
              <a:ext uri="{FF2B5EF4-FFF2-40B4-BE49-F238E27FC236}">
                <ns2:creationId id="{90C8D98D-B03E-43EF-B186-EE2134384B15}"/>
              </a:ext>
            </a:extLst>
          </p:cNvPr>
          <p:cNvSpPr>
            <a:spLocks noGrp="1"/>
          </p:cNvSpPr>
          <p:nvPr/>
        </p:nvSpPr>
        <p:spPr>
          <a:xfrm>
            <a:off x="7857649"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8" name="body-1-1-word-5">
            <a:extLst>
              <a:ext uri="{FF2B5EF4-FFF2-40B4-BE49-F238E27FC236}">
                <ns2:creationId id="{A1840B2F-4BA1-45F4-93F1-339CBD77396E}"/>
              </a:ext>
            </a:extLst>
          </p:cNvPr>
          <p:cNvSpPr>
            <a:spLocks noGrp="1"/>
          </p:cNvSpPr>
          <p:nvPr/>
        </p:nvSpPr>
        <p:spPr>
          <a:xfrm>
            <a:off x="7164324" y="1762125"/>
            <a:ext cx="6330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‏הבדל</a:t>
            </a:r>
          </a:p>
        </p:txBody>
      </p:sp>
      <p:sp>
        <p:nvSpPr>
          <p:cNvPr id="9" name="body-1-1-word-6">
            <a:extLst>
              <a:ext uri="{FF2B5EF4-FFF2-40B4-BE49-F238E27FC236}">
                <ns2:creationId id="{8E3F3DB0-EF3C-48FF-9887-FF8729123277}"/>
              </a:ext>
            </a:extLst>
          </p:cNvPr>
          <p:cNvSpPr>
            <a:spLocks noGrp="1"/>
          </p:cNvSpPr>
          <p:nvPr/>
        </p:nvSpPr>
        <p:spPr>
          <a:xfrm>
            <a:off x="6779705" y="1762125"/>
            <a:ext cx="3243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‏בין</a:t>
            </a:r>
          </a:p>
        </p:txBody>
      </p:sp>
      <p:sp>
        <p:nvSpPr>
          <p:cNvPr id="10" name="body-1-1-word-7">
            <a:extLst>
              <a:ext uri="{FF2B5EF4-FFF2-40B4-BE49-F238E27FC236}">
                <ns2:creationId id="{C7EE1057-2809-4D19-93B7-4228A48C541C}"/>
              </a:ext>
            </a:extLst>
          </p:cNvPr>
          <p:cNvSpPr>
            <a:spLocks noGrp="1"/>
          </p:cNvSpPr>
          <p:nvPr/>
        </p:nvSpPr>
        <p:spPr>
          <a:xfrm>
            <a:off x="5996368" y="1762125"/>
            <a:ext cx="7230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‏האורך</a:t>
            </a:r>
          </a:p>
        </p:txBody>
      </p:sp>
      <p:sp>
        <p:nvSpPr>
          <p:cNvPr id="11" name="body-1-1-word-8">
            <a:extLst>
              <a:ext uri="{FF2B5EF4-FFF2-40B4-BE49-F238E27FC236}">
                <ns2:creationId id="{4BBF56E7-B505-466B-99AE-1020405899C1}"/>
              </a:ext>
            </a:extLst>
          </p:cNvPr>
          <p:cNvSpPr>
            <a:spLocks noGrp="1"/>
          </p:cNvSpPr>
          <p:nvPr/>
        </p:nvSpPr>
        <p:spPr>
          <a:xfrm>
            <a:off x="5083873" y="1762125"/>
            <a:ext cx="8522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‏בצדדים</a:t>
            </a:r>
          </a:p>
        </p:txBody>
      </p:sp>
      <p:sp>
        <p:nvSpPr>
          <p:cNvPr id="12" name="body-1-1-word-9">
            <a:extLst>
              <a:ext uri="{FF2B5EF4-FFF2-40B4-BE49-F238E27FC236}">
                <ns2:creationId id="{2CC3C829-87EE-4F6A-9850-1CF68D73666B}"/>
              </a:ext>
            </a:extLst>
          </p:cNvPr>
          <p:cNvSpPr>
            <a:spLocks noGrp="1"/>
          </p:cNvSpPr>
          <p:nvPr/>
        </p:nvSpPr>
        <p:spPr>
          <a:xfrm>
            <a:off x="4309205" y="1762125"/>
            <a:ext cx="7143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‏ובחלק</a:t>
            </a:r>
          </a:p>
        </p:txBody>
      </p:sp>
      <p:sp>
        <p:nvSpPr>
          <p:cNvPr id="13" name="body-1-1-word-10">
            <a:extLst>
              <a:ext uri="{FF2B5EF4-FFF2-40B4-BE49-F238E27FC236}">
                <ns2:creationId id="{3A348EE8-D473-4AEA-A315-140968F850B1}"/>
              </a:ext>
            </a:extLst>
          </p:cNvPr>
          <p:cNvSpPr>
            <a:spLocks noGrp="1"/>
          </p:cNvSpPr>
          <p:nvPr/>
        </p:nvSpPr>
        <p:spPr>
          <a:xfrm>
            <a:off x="3474053" y="1762125"/>
            <a:ext cx="7748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‏העליון,</a:t>
            </a:r>
          </a:p>
        </p:txBody>
      </p:sp>
      <p:sp>
        <p:nvSpPr>
          <p:cNvPr id="14" name="body-1-1-word-11">
            <a:extLst>
              <a:ext uri="{FF2B5EF4-FFF2-40B4-BE49-F238E27FC236}">
                <ns2:creationId id="{7034D61B-AA5D-41B5-9A25-CD667931BEAE}"/>
              </a:ext>
            </a:extLst>
          </p:cNvPr>
          <p:cNvSpPr>
            <a:spLocks noGrp="1"/>
          </p:cNvSpPr>
          <p:nvPr/>
        </p:nvSpPr>
        <p:spPr>
          <a:xfrm>
            <a:off x="2259616" y="1762125"/>
            <a:ext cx="1154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‏כשהמעבר</a:t>
            </a:r>
          </a:p>
        </p:txBody>
      </p:sp>
      <p:sp>
        <p:nvSpPr>
          <p:cNvPr id="15" name="body-1-1-word-12">
            <a:extLst>
              <a:ext uri="{FF2B5EF4-FFF2-40B4-BE49-F238E27FC236}">
                <ns2:creationId id="{4F09F0E1-C439-4574-A226-E882FD8B817A}"/>
              </a:ext>
            </a:extLst>
          </p:cNvPr>
          <p:cNvSpPr>
            <a:spLocks noGrp="1"/>
          </p:cNvSpPr>
          <p:nvPr/>
        </p:nvSpPr>
        <p:spPr>
          <a:xfrm>
            <a:off x="1710309" y="1762125"/>
            <a:ext cx="489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a:t>
            </a:r>
          </a:p>
        </p:txBody>
      </p:sp>
      <p:sp>
        <p:nvSpPr>
          <p:cNvPr id="16" name="body-1-1-word-13">
            <a:extLst>
              <a:ext uri="{FF2B5EF4-FFF2-40B4-BE49-F238E27FC236}">
                <ns2:creationId id="{D12163F4-E5B3-4613-9B22-6C10DC14D037}"/>
              </a:ext>
            </a:extLst>
          </p:cNvPr>
          <p:cNvSpPr>
            <a:spLocks noGrp="1"/>
          </p:cNvSpPr>
          <p:nvPr/>
        </p:nvSpPr>
        <p:spPr>
          <a:xfrm>
            <a:off x="904018" y="1762125"/>
            <a:ext cx="7459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‏ומדורג</a:t>
            </a:r>
          </a:p>
        </p:txBody>
      </p:sp>
      <p:sp>
        <p:nvSpPr>
          <p:cNvPr id="17" name="body-1-2-word-0">
            <a:extLst>
              <a:ext uri="{FF2B5EF4-FFF2-40B4-BE49-F238E27FC236}">
                <ns2:creationId id="{07B1CFA8-77C0-48B9-94DE-72971778A235}"/>
              </a:ext>
            </a:extLst>
          </p:cNvPr>
          <p:cNvSpPr>
            <a:spLocks noGrp="1"/>
          </p:cNvSpPr>
          <p:nvPr/>
        </p:nvSpPr>
        <p:spPr>
          <a:xfrm>
            <a:off x="10924603" y="2113598"/>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18" name="body-1-2-word-1">
            <a:extLst>
              <a:ext uri="{FF2B5EF4-FFF2-40B4-BE49-F238E27FC236}">
                <ns2:creationId id="{75D20B1A-A26E-4F0A-B377-328A26B4D8D4}"/>
              </a:ext>
            </a:extLst>
          </p:cNvPr>
          <p:cNvSpPr>
            <a:spLocks noGrp="1"/>
          </p:cNvSpPr>
          <p:nvPr/>
        </p:nvSpPr>
        <p:spPr>
          <a:xfrm>
            <a:off x="10087166" y="2113598"/>
            <a:ext cx="777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‏מדרגה</a:t>
            </a:r>
          </a:p>
        </p:txBody>
      </p:sp>
      <p:sp>
        <p:nvSpPr>
          <p:cNvPr id="19" name="body-1-2-word-2">
            <a:extLst>
              <a:ext uri="{FF2B5EF4-FFF2-40B4-BE49-F238E27FC236}">
                <ns2:creationId id="{D1106FD8-90EF-42C7-854B-50585DE4AB80}"/>
              </a:ext>
            </a:extLst>
          </p:cNvPr>
          <p:cNvSpPr>
            <a:spLocks noGrp="1"/>
          </p:cNvSpPr>
          <p:nvPr/>
        </p:nvSpPr>
        <p:spPr>
          <a:xfrm>
            <a:off x="9257729" y="2113598"/>
            <a:ext cx="769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‏נראית.</a:t>
            </a:r>
          </a:p>
        </p:txBody>
      </p:sp>
      <p:sp>
        <p:nvSpPr>
          <p:cNvPr id="20" name="body-2-1-word-0">
            <a:extLst>
              <a:ext uri="{FF2B5EF4-FFF2-40B4-BE49-F238E27FC236}">
                <ns2:creationId id="{47CADBCC-4FED-4877-9F23-5C88262CC9C2}"/>
              </a:ext>
            </a:extLst>
          </p:cNvPr>
          <p:cNvSpPr>
            <a:spLocks noGrp="1"/>
          </p:cNvSpPr>
          <p:nvPr/>
        </p:nvSpPr>
        <p:spPr>
          <a:xfrm>
            <a:off x="11118723" y="265557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21" name="body-2-1-word-1">
            <a:extLst>
              <a:ext uri="{FF2B5EF4-FFF2-40B4-BE49-F238E27FC236}">
                <ns2:creationId id="{DC7CE3C0-7528-4406-B7C0-FF219C6D972A}"/>
              </a:ext>
            </a:extLst>
          </p:cNvPr>
          <p:cNvSpPr>
            <a:spLocks noGrp="1"/>
          </p:cNvSpPr>
          <p:nvPr/>
        </p:nvSpPr>
        <p:spPr>
          <a:xfrm>
            <a:off x="10126409" y="2655570"/>
            <a:ext cx="9320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‏תספורת</a:t>
            </a:r>
          </a:p>
        </p:txBody>
      </p:sp>
      <p:sp>
        <p:nvSpPr>
          <p:cNvPr id="22" name="body-2-1-word-2">
            <a:extLst>
              <a:ext uri="{FF2B5EF4-FFF2-40B4-BE49-F238E27FC236}">
                <ns2:creationId id="{85288C31-619B-477D-BB05-220FA7AFEB10}"/>
              </a:ext>
            </a:extLst>
          </p:cNvPr>
          <p:cNvSpPr>
            <a:spLocks noGrp="1"/>
          </p:cNvSpPr>
          <p:nvPr/>
        </p:nvSpPr>
        <p:spPr>
          <a:xfrm>
            <a:off x="9715214" y="2655570"/>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23" name="body-2-1-word-3">
            <a:extLst>
              <a:ext uri="{FF2B5EF4-FFF2-40B4-BE49-F238E27FC236}">
                <ns2:creationId id="{F8445C1D-A911-456C-A6DE-7A38FFA225CE}"/>
              </a:ext>
            </a:extLst>
          </p:cNvPr>
          <p:cNvSpPr>
            <a:spLocks noGrp="1"/>
          </p:cNvSpPr>
          <p:nvPr/>
        </p:nvSpPr>
        <p:spPr>
          <a:xfrm>
            <a:off x="8961596" y="2655570"/>
            <a:ext cx="693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‏ציורים</a:t>
            </a:r>
          </a:p>
        </p:txBody>
      </p:sp>
      <p:sp>
        <p:nvSpPr>
          <p:cNvPr id="24" name="body-2-1-word-4">
            <a:extLst>
              <a:ext uri="{FF2B5EF4-FFF2-40B4-BE49-F238E27FC236}">
                <ns2:creationId id="{AF314075-F4A8-4CE1-8C60-06360F08A219}"/>
              </a:ext>
            </a:extLst>
          </p:cNvPr>
          <p:cNvSpPr>
            <a:spLocks noGrp="1"/>
          </p:cNvSpPr>
          <p:nvPr/>
        </p:nvSpPr>
        <p:spPr>
          <a:xfrm>
            <a:off x="7892320" y="2655570"/>
            <a:ext cx="10089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‏מגולחים,</a:t>
            </a:r>
          </a:p>
        </p:txBody>
      </p:sp>
      <p:sp>
        <p:nvSpPr>
          <p:cNvPr id="25" name="body-2-1-word-5">
            <a:extLst>
              <a:ext uri="{FF2B5EF4-FFF2-40B4-BE49-F238E27FC236}">
                <ns2:creationId id="{7CC3C61A-E04F-4327-BF28-D3B95317196F}"/>
              </a:ext>
            </a:extLst>
          </p:cNvPr>
          <p:cNvSpPr>
            <a:spLocks noGrp="1"/>
          </p:cNvSpPr>
          <p:nvPr/>
        </p:nvSpPr>
        <p:spPr>
          <a:xfrm>
            <a:off x="7101459" y="2655570"/>
            <a:ext cx="7305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‏חלקים</a:t>
            </a:r>
          </a:p>
        </p:txBody>
      </p:sp>
      <p:sp>
        <p:nvSpPr>
          <p:cNvPr id="26" name="body-2-1-word-6">
            <a:extLst>
              <a:ext uri="{FF2B5EF4-FFF2-40B4-BE49-F238E27FC236}">
                <ns2:creationId id="{4720C0A5-F2FC-4367-BABC-94E8A321F2A1}"/>
              </a:ext>
            </a:extLst>
          </p:cNvPr>
          <p:cNvSpPr>
            <a:spLocks noGrp="1"/>
          </p:cNvSpPr>
          <p:nvPr/>
        </p:nvSpPr>
        <p:spPr>
          <a:xfrm>
            <a:off x="6111526" y="2655570"/>
            <a:ext cx="9296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‏מגולחים</a:t>
            </a:r>
          </a:p>
        </p:txBody>
      </p:sp>
      <p:sp>
        <p:nvSpPr>
          <p:cNvPr id="27" name="body-2-1-word-7">
            <a:extLst>
              <a:ext uri="{FF2B5EF4-FFF2-40B4-BE49-F238E27FC236}">
                <ns2:creationId id="{6638D9D0-9BCD-4E6F-A5FF-71B6CBA22787}"/>
              </a:ext>
            </a:extLst>
          </p:cNvPr>
          <p:cNvSpPr>
            <a:spLocks noGrp="1"/>
          </p:cNvSpPr>
          <p:nvPr/>
        </p:nvSpPr>
        <p:spPr>
          <a:xfrm>
            <a:off x="5791295"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28" name="body-2-1-word-8">
            <a:extLst>
              <a:ext uri="{FF2B5EF4-FFF2-40B4-BE49-F238E27FC236}">
                <ns2:creationId id="{ACE68D7C-7F33-40E3-B39B-516EDC60B715}"/>
              </a:ext>
            </a:extLst>
          </p:cNvPr>
          <p:cNvSpPr>
            <a:spLocks noGrp="1"/>
          </p:cNvSpPr>
          <p:nvPr/>
        </p:nvSpPr>
        <p:spPr>
          <a:xfrm>
            <a:off x="5033963" y="2655570"/>
            <a:ext cx="6970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‏ציציות</a:t>
            </a:r>
          </a:p>
        </p:txBody>
      </p:sp>
      <p:sp>
        <p:nvSpPr>
          <p:cNvPr id="29" name="body-2-1-word-9">
            <a:extLst>
              <a:ext uri="{FF2B5EF4-FFF2-40B4-BE49-F238E27FC236}">
                <ns2:creationId id="{80D3E281-4205-42C7-9D2B-BC9F9B9F405C}"/>
              </a:ext>
            </a:extLst>
          </p:cNvPr>
          <p:cNvSpPr>
            <a:spLocks noGrp="1"/>
          </p:cNvSpPr>
          <p:nvPr/>
        </p:nvSpPr>
        <p:spPr>
          <a:xfrm>
            <a:off x="4182428" y="2655570"/>
            <a:ext cx="7912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‏ארוכות</a:t>
            </a:r>
          </a:p>
        </p:txBody>
      </p:sp>
      <p:sp>
        <p:nvSpPr>
          <p:cNvPr id="30" name="body-2-1-word-10">
            <a:extLst>
              <a:ext uri="{FF2B5EF4-FFF2-40B4-BE49-F238E27FC236}">
                <ns2:creationId id="{A9C625F0-407B-42EC-BDE8-D470BB4D37DC}"/>
              </a:ext>
            </a:extLst>
          </p:cNvPr>
          <p:cNvSpPr>
            <a:spLocks noGrp="1"/>
          </p:cNvSpPr>
          <p:nvPr/>
        </p:nvSpPr>
        <p:spPr>
          <a:xfrm>
            <a:off x="3140012" y="2655570"/>
            <a:ext cx="9821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‏שחורגות</a:t>
            </a:r>
          </a:p>
        </p:txBody>
      </p:sp>
      <p:sp>
        <p:nvSpPr>
          <p:cNvPr id="31" name="body-2-1-word-11">
            <a:extLst>
              <a:ext uri="{FF2B5EF4-FFF2-40B4-BE49-F238E27FC236}">
                <ns2:creationId id="{950BB5A3-68F1-4724-8B52-8A144AB2CE04}"/>
              </a:ext>
            </a:extLst>
          </p:cNvPr>
          <p:cNvSpPr>
            <a:spLocks noGrp="1"/>
          </p:cNvSpPr>
          <p:nvPr/>
        </p:nvSpPr>
        <p:spPr>
          <a:xfrm>
            <a:off x="2651855" y="2655570"/>
            <a:ext cx="4278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‏מקו</a:t>
            </a:r>
          </a:p>
        </p:txBody>
      </p:sp>
      <p:sp>
        <p:nvSpPr>
          <p:cNvPr id="32" name="body-2-1-word-12">
            <a:extLst>
              <a:ext uri="{FF2B5EF4-FFF2-40B4-BE49-F238E27FC236}">
                <ns2:creationId id="{255FFB7C-154E-4D8B-899F-6BF74EFB3633}"/>
              </a:ext>
            </a:extLst>
          </p:cNvPr>
          <p:cNvSpPr>
            <a:spLocks noGrp="1"/>
          </p:cNvSpPr>
          <p:nvPr/>
        </p:nvSpPr>
        <p:spPr>
          <a:xfrm>
            <a:off x="1408081" y="2655570"/>
            <a:ext cx="11834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‏התספורת.</a:t>
            </a:r>
          </a:p>
        </p:txBody>
      </p:sp>
      <p:sp>
        <p:nvSpPr>
          <p:cNvPr id="33" name="body-2-1-word-13">
            <a:extLst>
              <a:ext uri="{FF2B5EF4-FFF2-40B4-BE49-F238E27FC236}">
                <ns2:creationId id="{78B1E759-99FB-4E18-AC3D-4B666E395E0A}"/>
              </a:ext>
            </a:extLst>
          </p:cNvPr>
          <p:cNvSpPr>
            <a:spLocks noGrp="1"/>
          </p:cNvSpPr>
          <p:nvPr/>
        </p:nvSpPr>
        <p:spPr>
          <a:xfrm>
            <a:off x="1017461" y="265557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34" name="body-2-2-word-0">
            <a:extLst>
              <a:ext uri="{FF2B5EF4-FFF2-40B4-BE49-F238E27FC236}">
                <ns2:creationId id="{BD6BF6C9-72DF-4B03-BBE0-35D79859B7A1}"/>
              </a:ext>
            </a:extLst>
          </p:cNvPr>
          <p:cNvSpPr>
            <a:spLocks noGrp="1"/>
          </p:cNvSpPr>
          <p:nvPr/>
        </p:nvSpPr>
        <p:spPr>
          <a:xfrm>
            <a:off x="10777156" y="3007043"/>
            <a:ext cx="6718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‏לקלוע</a:t>
            </a:r>
          </a:p>
        </p:txBody>
      </p:sp>
      <p:sp>
        <p:nvSpPr>
          <p:cNvPr id="35" name="body-2-2-word-1">
            <a:extLst>
              <a:ext uri="{FF2B5EF4-FFF2-40B4-BE49-F238E27FC236}">
                <ns2:creationId id="{0F62A17A-D018-44D2-B5E7-F0B35AEBD588}"/>
              </a:ext>
            </a:extLst>
          </p:cNvPr>
          <p:cNvSpPr>
            <a:spLocks noGrp="1"/>
          </p:cNvSpPr>
          <p:nvPr/>
        </p:nvSpPr>
        <p:spPr>
          <a:xfrm>
            <a:off x="9715786" y="3007043"/>
            <a:ext cx="10010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‏ראסטות.</a:t>
            </a:r>
          </a:p>
        </p:txBody>
      </p:sp>
      <p:sp>
        <p:nvSpPr>
          <p:cNvPr id="36" name="body-3-1-word-0">
            <a:extLst>
              <a:ext uri="{FF2B5EF4-FFF2-40B4-BE49-F238E27FC236}">
                <ns2:creationId id="{47FDFF87-CADF-433B-80F7-B65AB75CDEFD}"/>
              </a:ext>
            </a:extLst>
          </p:cNvPr>
          <p:cNvSpPr>
            <a:spLocks noGrp="1"/>
          </p:cNvSpPr>
          <p:nvPr/>
        </p:nvSpPr>
        <p:spPr>
          <a:xfrm>
            <a:off x="10735151" y="3549015"/>
            <a:ext cx="7138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‏צביעה</a:t>
            </a:r>
          </a:p>
        </p:txBody>
      </p:sp>
      <p:sp>
        <p:nvSpPr>
          <p:cNvPr id="37" name="body-3-1-word-1">
            <a:extLst>
              <a:ext uri="{FF2B5EF4-FFF2-40B4-BE49-F238E27FC236}">
                <ns2:creationId id="{3B4045F1-2655-46AB-BE7A-D29B267F1A21}"/>
              </a:ext>
            </a:extLst>
          </p:cNvPr>
          <p:cNvSpPr>
            <a:spLocks noGrp="1"/>
          </p:cNvSpPr>
          <p:nvPr/>
        </p:nvSpPr>
        <p:spPr>
          <a:xfrm>
            <a:off x="9891332" y="3549015"/>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38" name="body-3-1-word-2">
            <a:extLst>
              <a:ext uri="{FF2B5EF4-FFF2-40B4-BE49-F238E27FC236}">
                <ns2:creationId id="{04B7FA63-C5FD-45B8-9163-6020DBEEB9A4}"/>
              </a:ext>
            </a:extLst>
          </p:cNvPr>
          <p:cNvSpPr>
            <a:spLocks noGrp="1"/>
          </p:cNvSpPr>
          <p:nvPr/>
        </p:nvSpPr>
        <p:spPr>
          <a:xfrm>
            <a:off x="9322213" y="3549015"/>
            <a:ext cx="5088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‏בגוון</a:t>
            </a:r>
          </a:p>
        </p:txBody>
      </p:sp>
      <p:sp>
        <p:nvSpPr>
          <p:cNvPr id="39" name="body-3-1-word-3">
            <a:extLst>
              <a:ext uri="{FF2B5EF4-FFF2-40B4-BE49-F238E27FC236}">
                <ns2:creationId id="{3B21C065-DB30-4A4A-8899-88C402E9C83D}"/>
              </a:ext>
            </a:extLst>
          </p:cNvPr>
          <p:cNvSpPr>
            <a:spLocks noGrp="1"/>
          </p:cNvSpPr>
          <p:nvPr/>
        </p:nvSpPr>
        <p:spPr>
          <a:xfrm>
            <a:off x="8606314" y="3549015"/>
            <a:ext cx="6556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‏אחיד,</a:t>
            </a:r>
          </a:p>
        </p:txBody>
      </p:sp>
      <p:sp>
        <p:nvSpPr>
          <p:cNvPr id="40" name="body-3-1-word-4">
            <a:extLst>
              <a:ext uri="{FF2B5EF4-FFF2-40B4-BE49-F238E27FC236}">
                <ns2:creationId id="{457F78BE-B845-4F0F-AA3E-B48EDA621E66}"/>
              </a:ext>
            </a:extLst>
          </p:cNvPr>
          <p:cNvSpPr>
            <a:spLocks noGrp="1"/>
          </p:cNvSpPr>
          <p:nvPr/>
        </p:nvSpPr>
        <p:spPr>
          <a:xfrm>
            <a:off x="7972330" y="3549015"/>
            <a:ext cx="5736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‏טבעי</a:t>
            </a:r>
          </a:p>
        </p:txBody>
      </p:sp>
      <p:sp>
        <p:nvSpPr>
          <p:cNvPr id="41" name="body-3-1-word-5">
            <a:extLst>
              <a:ext uri="{FF2B5EF4-FFF2-40B4-BE49-F238E27FC236}">
                <ns2:creationId id="{43483D02-0BBD-41B4-84FB-1AEB887D1BFC}"/>
              </a:ext>
            </a:extLst>
          </p:cNvPr>
          <p:cNvSpPr>
            <a:spLocks noGrp="1"/>
          </p:cNvSpPr>
          <p:nvPr/>
        </p:nvSpPr>
        <p:spPr>
          <a:xfrm>
            <a:off x="7652099"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2" name="body-3-1-word-6">
            <a:extLst>
              <a:ext uri="{FF2B5EF4-FFF2-40B4-BE49-F238E27FC236}">
                <ns2:creationId id="{29785388-85F8-4BDD-983D-00F923781F96}"/>
              </a:ext>
            </a:extLst>
          </p:cNvPr>
          <p:cNvSpPr>
            <a:spLocks noGrp="1"/>
          </p:cNvSpPr>
          <p:nvPr/>
        </p:nvSpPr>
        <p:spPr>
          <a:xfrm>
            <a:off x="7035260" y="3549015"/>
            <a:ext cx="5565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‏קרוב</a:t>
            </a:r>
          </a:p>
        </p:txBody>
      </p:sp>
      <p:sp>
        <p:nvSpPr>
          <p:cNvPr id="43" name="body-3-1-word-7">
            <a:extLst>
              <a:ext uri="{FF2B5EF4-FFF2-40B4-BE49-F238E27FC236}">
                <ns2:creationId id="{E10D80EC-64CC-47DC-9695-6D046B73351C}"/>
              </a:ext>
            </a:extLst>
          </p:cNvPr>
          <p:cNvSpPr>
            <a:spLocks noGrp="1"/>
          </p:cNvSpPr>
          <p:nvPr/>
        </p:nvSpPr>
        <p:spPr>
          <a:xfrm>
            <a:off x="6488716" y="3549015"/>
            <a:ext cx="4862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‏לגוון</a:t>
            </a:r>
          </a:p>
        </p:txBody>
      </p:sp>
      <p:sp>
        <p:nvSpPr>
          <p:cNvPr id="44" name="body-3-1-word-8">
            <a:extLst>
              <a:ext uri="{FF2B5EF4-FFF2-40B4-BE49-F238E27FC236}">
                <ns2:creationId id="{F265DED9-5C7D-4531-8CC4-81B3443A3AB4}"/>
              </a:ext>
            </a:extLst>
          </p:cNvPr>
          <p:cNvSpPr>
            <a:spLocks noGrp="1"/>
          </p:cNvSpPr>
          <p:nvPr/>
        </p:nvSpPr>
        <p:spPr>
          <a:xfrm>
            <a:off x="5682710" y="3549015"/>
            <a:ext cx="7457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‏הטבעי</a:t>
            </a:r>
          </a:p>
        </p:txBody>
      </p:sp>
      <p:sp>
        <p:nvSpPr>
          <p:cNvPr id="45" name="body-3-1-word-9">
            <a:extLst>
              <a:ext uri="{FF2B5EF4-FFF2-40B4-BE49-F238E27FC236}">
                <ns2:creationId id="{34E5FED7-D276-405F-A334-38739984C58C}"/>
              </a:ext>
            </a:extLst>
          </p:cNvPr>
          <p:cNvSpPr>
            <a:spLocks noGrp="1"/>
          </p:cNvSpPr>
          <p:nvPr/>
        </p:nvSpPr>
        <p:spPr>
          <a:xfrm>
            <a:off x="5263134" y="354901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46" name="body-3-1-word-10">
            <a:extLst>
              <a:ext uri="{FF2B5EF4-FFF2-40B4-BE49-F238E27FC236}">
                <ns2:creationId id="{9B4ED0BF-57F6-4BB6-8A13-4EBBDBDC7B14}"/>
              </a:ext>
            </a:extLst>
          </p:cNvPr>
          <p:cNvSpPr>
            <a:spLocks noGrp="1"/>
          </p:cNvSpPr>
          <p:nvPr/>
        </p:nvSpPr>
        <p:spPr>
          <a:xfrm>
            <a:off x="4478560" y="3549015"/>
            <a:ext cx="7242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‏החייל,</a:t>
            </a:r>
          </a:p>
        </p:txBody>
      </p:sp>
      <p:sp>
        <p:nvSpPr>
          <p:cNvPr id="47" name="body-3-1-word-11">
            <a:extLst>
              <a:ext uri="{FF2B5EF4-FFF2-40B4-BE49-F238E27FC236}">
                <ns2:creationId id="{0865B3B2-9C51-49A6-8CC7-2BDD13AA049A}"/>
              </a:ext>
            </a:extLst>
          </p:cNvPr>
          <p:cNvSpPr>
            <a:spLocks noGrp="1"/>
          </p:cNvSpPr>
          <p:nvPr/>
        </p:nvSpPr>
        <p:spPr>
          <a:xfrm>
            <a:off x="4106132" y="354901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48" name="body-3-1-word-12">
            <a:extLst>
              <a:ext uri="{FF2B5EF4-FFF2-40B4-BE49-F238E27FC236}">
                <ns2:creationId id="{0622E17C-A1AB-43CC-A677-510600B28727}"/>
              </a:ext>
            </a:extLst>
          </p:cNvPr>
          <p:cNvSpPr>
            <a:spLocks noGrp="1"/>
          </p:cNvSpPr>
          <p:nvPr/>
        </p:nvSpPr>
        <p:spPr>
          <a:xfrm>
            <a:off x="3753326" y="3549015"/>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49" name="body-3-1-word-13">
            <a:extLst>
              <a:ext uri="{FF2B5EF4-FFF2-40B4-BE49-F238E27FC236}">
                <ns2:creationId id="{A4995354-F75F-4889-BE5C-00AA00427D48}"/>
              </a:ext>
            </a:extLst>
          </p:cNvPr>
          <p:cNvSpPr>
            <a:spLocks noGrp="1"/>
          </p:cNvSpPr>
          <p:nvPr/>
        </p:nvSpPr>
        <p:spPr>
          <a:xfrm>
            <a:off x="2847404" y="3549015"/>
            <a:ext cx="8456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‏השיער.</a:t>
            </a:r>
          </a:p>
        </p:txBody>
      </p:sp>
      <p:sp>
        <p:nvSpPr>
          <p:cNvPr id="50" name="body-4-1-word-0">
            <a:extLst>
              <a:ext uri="{FF2B5EF4-FFF2-40B4-BE49-F238E27FC236}">
                <ns2:creationId id="{62A45513-2ED0-4E4F-B91F-B2C290050A35}"/>
              </a:ext>
            </a:extLst>
          </p:cNvPr>
          <p:cNvSpPr>
            <a:spLocks noGrp="1"/>
          </p:cNvSpPr>
          <p:nvPr/>
        </p:nvSpPr>
        <p:spPr>
          <a:xfrm>
            <a:off x="10849356" y="4090988"/>
            <a:ext cx="599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‏פאות</a:t>
            </a:r>
          </a:p>
        </p:txBody>
      </p:sp>
      <p:sp>
        <p:nvSpPr>
          <p:cNvPr id="51" name="body-4-1-word-1">
            <a:extLst>
              <a:ext uri="{FF2B5EF4-FFF2-40B4-BE49-F238E27FC236}">
                <ns2:creationId id="{FC8266D7-3729-46B1-9668-B4B269376A43}"/>
              </a:ext>
            </a:extLst>
          </p:cNvPr>
          <p:cNvSpPr>
            <a:spLocks noGrp="1"/>
          </p:cNvSpPr>
          <p:nvPr/>
        </p:nvSpPr>
        <p:spPr>
          <a:xfrm>
            <a:off x="10044113" y="4090988"/>
            <a:ext cx="7449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‏רגילות</a:t>
            </a:r>
          </a:p>
        </p:txBody>
      </p:sp>
      <p:sp>
        <p:nvSpPr>
          <p:cNvPr id="52" name="body-4-1-word-2">
            <a:extLst>
              <a:ext uri="{FF2B5EF4-FFF2-40B4-BE49-F238E27FC236}">
                <ns2:creationId id="{0A1972EB-A85E-407A-A76E-67CD7B29676C}"/>
              </a:ext>
            </a:extLst>
          </p:cNvPr>
          <p:cNvSpPr>
            <a:spLocks noGrp="1"/>
          </p:cNvSpPr>
          <p:nvPr/>
        </p:nvSpPr>
        <p:spPr>
          <a:xfrm>
            <a:off x="9552718" y="4090988"/>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‏אינן</a:t>
            </a:r>
          </a:p>
        </p:txBody>
      </p:sp>
      <p:sp>
        <p:nvSpPr>
          <p:cNvPr id="53" name="body-4-1-word-3">
            <a:extLst>
              <a:ext uri="{FF2B5EF4-FFF2-40B4-BE49-F238E27FC236}">
                <ns2:creationId id="{025CB686-22D6-4D0B-B30D-46463DDE75CE}"/>
              </a:ext>
            </a:extLst>
          </p:cNvPr>
          <p:cNvSpPr>
            <a:spLocks noGrp="1"/>
          </p:cNvSpPr>
          <p:nvPr/>
        </p:nvSpPr>
        <p:spPr>
          <a:xfrm>
            <a:off x="8687657" y="4090988"/>
            <a:ext cx="8047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‏עוברות</a:t>
            </a:r>
          </a:p>
        </p:txBody>
      </p:sp>
      <p:sp>
        <p:nvSpPr>
          <p:cNvPr id="54" name="body-4-1-word-4">
            <a:extLst>
              <a:ext uri="{FF2B5EF4-FFF2-40B4-BE49-F238E27FC236}">
                <ns2:creationId id="{9B998A6D-0E67-4DB2-B7B9-10B67CCD5A84}"/>
              </a:ext>
            </a:extLst>
          </p:cNvPr>
          <p:cNvSpPr>
            <a:spLocks noGrp="1"/>
          </p:cNvSpPr>
          <p:nvPr/>
        </p:nvSpPr>
        <p:spPr>
          <a:xfrm>
            <a:off x="8254270" y="4090988"/>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5" name="body-4-1-word-5">
            <a:extLst>
              <a:ext uri="{FF2B5EF4-FFF2-40B4-BE49-F238E27FC236}">
                <ns2:creationId id="{16D36BA1-6F67-4C85-9645-4FBC8819E7E8}"/>
              </a:ext>
            </a:extLst>
          </p:cNvPr>
          <p:cNvSpPr>
            <a:spLocks noGrp="1"/>
          </p:cNvSpPr>
          <p:nvPr/>
        </p:nvSpPr>
        <p:spPr>
          <a:xfrm>
            <a:off x="7544753" y="4090988"/>
            <a:ext cx="6492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‏אמצע</a:t>
            </a:r>
          </a:p>
        </p:txBody>
      </p:sp>
      <p:sp>
        <p:nvSpPr>
          <p:cNvPr id="56" name="body-4-1-word-6">
            <a:extLst>
              <a:ext uri="{FF2B5EF4-FFF2-40B4-BE49-F238E27FC236}">
                <ns2:creationId id="{994BC8FC-0265-4386-994A-B4E5D3C8C48C}"/>
              </a:ext>
            </a:extLst>
          </p:cNvPr>
          <p:cNvSpPr>
            <a:spLocks noGrp="1"/>
          </p:cNvSpPr>
          <p:nvPr/>
        </p:nvSpPr>
        <p:spPr>
          <a:xfrm>
            <a:off x="6793421" y="4090988"/>
            <a:ext cx="69103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‏האוזן,</a:t>
            </a:r>
          </a:p>
        </p:txBody>
      </p:sp>
      <p:sp>
        <p:nvSpPr>
          <p:cNvPr id="57" name="body-4-1-word-7">
            <a:extLst>
              <a:ext uri="{FF2B5EF4-FFF2-40B4-BE49-F238E27FC236}">
                <ns2:creationId id="{CA8C2B63-6237-4129-B2A0-678C69F1A839}"/>
              </a:ext>
            </a:extLst>
          </p:cNvPr>
          <p:cNvSpPr>
            <a:spLocks noGrp="1"/>
          </p:cNvSpPr>
          <p:nvPr/>
        </p:nvSpPr>
        <p:spPr>
          <a:xfrm>
            <a:off x="6391561" y="4090988"/>
            <a:ext cx="3415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‏והן</a:t>
            </a:r>
          </a:p>
        </p:txBody>
      </p:sp>
      <p:sp>
        <p:nvSpPr>
          <p:cNvPr id="58" name="body-4-1-word-8">
            <a:extLst>
              <a:ext uri="{FF2B5EF4-FFF2-40B4-BE49-F238E27FC236}">
                <ns2:creationId id="{3C83C552-EDFD-410D-8C0C-CF52D77A9DFD}"/>
              </a:ext>
            </a:extLst>
          </p:cNvPr>
          <p:cNvSpPr>
            <a:spLocks noGrp="1"/>
          </p:cNvSpPr>
          <p:nvPr/>
        </p:nvSpPr>
        <p:spPr>
          <a:xfrm>
            <a:off x="5634228" y="4090988"/>
            <a:ext cx="6970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‏ישרות</a:t>
            </a:r>
          </a:p>
        </p:txBody>
      </p:sp>
      <p:sp>
        <p:nvSpPr>
          <p:cNvPr id="59" name="body-4-1-word-9">
            <a:extLst>
              <a:ext uri="{FF2B5EF4-FFF2-40B4-BE49-F238E27FC236}">
                <ns2:creationId id="{059724D3-DFA5-47F9-8603-AAFBD3175A4C}"/>
              </a:ext>
            </a:extLst>
          </p:cNvPr>
          <p:cNvSpPr>
            <a:spLocks noGrp="1"/>
          </p:cNvSpPr>
          <p:nvPr/>
        </p:nvSpPr>
        <p:spPr>
          <a:xfrm>
            <a:off x="4778121" y="4090988"/>
            <a:ext cx="795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‏וברוחב</a:t>
            </a:r>
          </a:p>
        </p:txBody>
      </p:sp>
      <p:sp>
        <p:nvSpPr>
          <p:cNvPr id="60" name="body-4-1-word-10">
            <a:extLst>
              <a:ext uri="{FF2B5EF4-FFF2-40B4-BE49-F238E27FC236}">
                <ns2:creationId id="{A893A8A8-90F6-4747-8028-A43A726503AD}"/>
              </a:ext>
            </a:extLst>
          </p:cNvPr>
          <p:cNvSpPr>
            <a:spLocks noGrp="1"/>
          </p:cNvSpPr>
          <p:nvPr/>
        </p:nvSpPr>
        <p:spPr>
          <a:xfrm>
            <a:off x="4062222" y="4090988"/>
            <a:ext cx="6556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‏אחיד.</a:t>
            </a:r>
          </a:p>
        </p:txBody>
      </p:sp>
      <p:sp>
        <p:nvSpPr>
          <p:cNvPr id="61" name="body-4-1-word-11">
            <a:extLst>
              <a:ext uri="{FF2B5EF4-FFF2-40B4-BE49-F238E27FC236}">
                <ns2:creationId id="{5EA2689D-EFE9-4638-BFE3-15A52F39536E}"/>
              </a:ext>
            </a:extLst>
          </p:cNvPr>
          <p:cNvSpPr>
            <a:spLocks noGrp="1"/>
          </p:cNvSpPr>
          <p:nvPr/>
        </p:nvSpPr>
        <p:spPr>
          <a:xfrm>
            <a:off x="3249454" y="4090988"/>
            <a:ext cx="752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‏קיימות</a:t>
            </a:r>
          </a:p>
        </p:txBody>
      </p:sp>
      <p:sp>
        <p:nvSpPr>
          <p:cNvPr id="62" name="body-4-1-word-12">
            <a:extLst>
              <a:ext uri="{FF2B5EF4-FFF2-40B4-BE49-F238E27FC236}">
                <ns2:creationId id="{F41B24B8-D667-423E-A0BE-A09BCC4B3025}"/>
              </a:ext>
            </a:extLst>
          </p:cNvPr>
          <p:cNvSpPr>
            <a:spLocks noGrp="1"/>
          </p:cNvSpPr>
          <p:nvPr/>
        </p:nvSpPr>
        <p:spPr>
          <a:xfrm>
            <a:off x="2218182" y="4090988"/>
            <a:ext cx="9709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‏התאמות</a:t>
            </a:r>
          </a:p>
        </p:txBody>
      </p:sp>
      <p:sp>
        <p:nvSpPr>
          <p:cNvPr id="63" name="body-4-1-word-13">
            <a:extLst>
              <a:ext uri="{FF2B5EF4-FFF2-40B4-BE49-F238E27FC236}">
                <ns2:creationId id="{65729A29-DC7E-4557-A7F2-8953FE8A503A}"/>
              </a:ext>
            </a:extLst>
          </p:cNvPr>
          <p:cNvSpPr>
            <a:spLocks noGrp="1"/>
          </p:cNvSpPr>
          <p:nvPr/>
        </p:nvSpPr>
        <p:spPr>
          <a:xfrm>
            <a:off x="1449133" y="4090988"/>
            <a:ext cx="7087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‏לאורח</a:t>
            </a:r>
          </a:p>
        </p:txBody>
      </p:sp>
      <p:sp>
        <p:nvSpPr>
          <p:cNvPr id="64" name="body-4-1-word-14">
            <a:extLst>
              <a:ext uri="{FF2B5EF4-FFF2-40B4-BE49-F238E27FC236}">
                <ns2:creationId id="{B4F3E2D1-2B93-49FA-BAEA-521C236025C3}"/>
              </a:ext>
            </a:extLst>
          </p:cNvPr>
          <p:cNvSpPr>
            <a:spLocks noGrp="1"/>
          </p:cNvSpPr>
          <p:nvPr/>
        </p:nvSpPr>
        <p:spPr>
          <a:xfrm>
            <a:off x="877252" y="4090988"/>
            <a:ext cx="5115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‏חיים</a:t>
            </a:r>
          </a:p>
        </p:txBody>
      </p:sp>
      <p:sp>
        <p:nvSpPr>
          <p:cNvPr id="65" name="body-4-2-word-0">
            <a:extLst>
              <a:ext uri="{FF2B5EF4-FFF2-40B4-BE49-F238E27FC236}">
                <ns2:creationId id="{27B84050-8205-4DDB-ABC9-71554A0CAF81}"/>
              </a:ext>
            </a:extLst>
          </p:cNvPr>
          <p:cNvSpPr>
            <a:spLocks noGrp="1"/>
          </p:cNvSpPr>
          <p:nvPr/>
        </p:nvSpPr>
        <p:spPr>
          <a:xfrm>
            <a:off x="10941749" y="4442460"/>
            <a:ext cx="5073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‏דתי.</a:t>
            </a:r>
          </a:p>
        </p:txBody>
      </p:sp>
      <p:sp>
        <p:nvSpPr>
          <p:cNvPr id="66" name="body-4-2-word-1">
            <a:extLst>
              <a:ext uri="{FF2B5EF4-FFF2-40B4-BE49-F238E27FC236}">
                <ns2:creationId id="{CD98FA31-31AB-4307-9A55-E7559AB96A80}"/>
              </a:ext>
            </a:extLst>
          </p:cNvPr>
          <p:cNvSpPr>
            <a:spLocks noGrp="1"/>
          </p:cNvSpPr>
          <p:nvPr/>
        </p:nvSpPr>
        <p:spPr>
          <a:xfrm>
            <a:off x="10179844" y="4442460"/>
            <a:ext cx="7016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‏חריגה</a:t>
            </a:r>
          </a:p>
        </p:txBody>
      </p:sp>
      <p:sp>
        <p:nvSpPr>
          <p:cNvPr id="67" name="body-4-2-word-2">
            <a:extLst>
              <a:ext uri="{FF2B5EF4-FFF2-40B4-BE49-F238E27FC236}">
                <ns2:creationId id="{3BF1423A-0378-4B86-9E37-3A1966873BAD}"/>
              </a:ext>
            </a:extLst>
          </p:cNvPr>
          <p:cNvSpPr>
            <a:spLocks noGrp="1"/>
          </p:cNvSpPr>
          <p:nvPr/>
        </p:nvSpPr>
        <p:spPr>
          <a:xfrm>
            <a:off x="9303925" y="4442460"/>
            <a:ext cx="8156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‏רפואית</a:t>
            </a:r>
          </a:p>
        </p:txBody>
      </p:sp>
      <p:sp>
        <p:nvSpPr>
          <p:cNvPr id="68" name="body-4-2-word-3">
            <a:extLst>
              <a:ext uri="{FF2B5EF4-FFF2-40B4-BE49-F238E27FC236}">
                <ns2:creationId id="{B4D7C69E-C261-408B-A2D8-573ED49BD2C2}"/>
              </a:ext>
            </a:extLst>
          </p:cNvPr>
          <p:cNvSpPr>
            <a:spLocks noGrp="1"/>
          </p:cNvSpPr>
          <p:nvPr/>
        </p:nvSpPr>
        <p:spPr>
          <a:xfrm>
            <a:off x="8392859" y="4442460"/>
            <a:ext cx="8507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‏מחייבת</a:t>
            </a:r>
          </a:p>
        </p:txBody>
      </p:sp>
      <p:sp>
        <p:nvSpPr>
          <p:cNvPr id="69" name="body-4-2-word-4">
            <a:extLst>
              <a:ext uri="{FF2B5EF4-FFF2-40B4-BE49-F238E27FC236}">
                <ns2:creationId id="{707382C3-8836-43D9-90F4-FCD7949B6E43}"/>
              </a:ext>
            </a:extLst>
          </p:cNvPr>
          <p:cNvSpPr>
            <a:spLocks noGrp="1"/>
          </p:cNvSpPr>
          <p:nvPr/>
        </p:nvSpPr>
        <p:spPr>
          <a:xfrm>
            <a:off x="7658291" y="4442460"/>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70" name="body-4-2-word-5">
            <a:extLst>
              <a:ext uri="{FF2B5EF4-FFF2-40B4-BE49-F238E27FC236}">
                <ns2:creationId id="{7E3DBEBA-EFFD-4BFF-8DDE-2446578B038D}"/>
              </a:ext>
            </a:extLst>
          </p:cNvPr>
          <p:cNvSpPr>
            <a:spLocks noGrp="1"/>
          </p:cNvSpPr>
          <p:nvPr/>
        </p:nvSpPr>
        <p:spPr>
          <a:xfrm>
            <a:off x="6732270" y="4442460"/>
            <a:ext cx="8657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71" name="sources-word-0">
            <a:extLst>
              <a:ext uri="{FF2B5EF4-FFF2-40B4-BE49-F238E27FC236}">
                <ns2:creationId id="{90639D52-AB24-4883-A621-782C86FB1657}"/>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2" name="sources-word-1">
            <a:extLst>
              <a:ext uri="{FF2B5EF4-FFF2-40B4-BE49-F238E27FC236}">
                <ns2:creationId id="{A123A870-CB2E-45F0-AA9F-538010E883BF}"/>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3" name="sources-word-2">
            <a:extLst>
              <a:ext uri="{FF2B5EF4-FFF2-40B4-BE49-F238E27FC236}">
                <ns2:creationId id="{C9FC0D1A-BF78-46D4-B4B9-7C394F935FE5}"/>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4" name="page">
            <a:extLst>
              <a:ext uri="{FF2B5EF4-FFF2-40B4-BE49-F238E27FC236}">
                <ns2:creationId id="{A3943DBE-EAD7-4034-A625-77C524B6AA1E}"/>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10 / 35</a:t>
            </a:r>
          </a:p>
        </p:txBody>
      </p:sp>
      <p:sp>
        <p:nvSpPr>
          <p:cNvPr id="75" name="timing-word-0">
            <a:extLst>
              <a:ext uri="{FF2B5EF4-FFF2-40B4-BE49-F238E27FC236}">
                <ns2:creationId id="{44AA89E7-11A4-4531-A678-5EA3A6EC4BF2}"/>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‏07:15</a:t>
            </a:r>
          </a:p>
        </p:txBody>
      </p:sp>
      <p:sp>
        <p:nvSpPr>
          <p:cNvPr id="76" name="timing-word-1">
            <a:extLst>
              <a:ext uri="{FF2B5EF4-FFF2-40B4-BE49-F238E27FC236}">
                <ns2:creationId id="{896F3387-81BB-4BC2-9EA6-1B8B543FBE0B}"/>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77" name="timing-word-2">
            <a:extLst>
              <a:ext uri="{FF2B5EF4-FFF2-40B4-BE49-F238E27FC236}">
                <ns2:creationId id="{3DFC38DC-ABE5-4890-AC3F-D8B7D3F1C69B}"/>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‏08:15</a:t>
            </a:r>
          </a:p>
        </p:txBody>
      </p:sp>
      <p:sp>
        <p:nvSpPr>
          <p:cNvPr id="78" name="timing-word-3">
            <a:extLst>
              <a:ext uri="{FF2B5EF4-FFF2-40B4-BE49-F238E27FC236}">
                <ns2:creationId id="{30696EB7-76A6-4A18-8783-EA0E6BF0AF24}"/>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79" name="timing-word-4">
            <a:extLst>
              <a:ext uri="{FF2B5EF4-FFF2-40B4-BE49-F238E27FC236}">
                <ns2:creationId id="{6116B15B-B873-4D33-B4D7-7397E1C8E650}"/>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683750985"/>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2" name="title-word-0">
            <a:extLst>
              <a:ext uri="{FF2B5EF4-FFF2-40B4-BE49-F238E27FC236}">
                <ns2:creationId id="{D1991622-0D52-40E9-9882-4010EA7DDE35}"/>
              </a:ext>
            </a:extLst>
          </p:cNvPr>
          <p:cNvSpPr>
            <a:spLocks noGrp="1"/>
          </p:cNvSpPr>
          <p:nvPr/>
        </p:nvSpPr>
        <p:spPr>
          <a:xfrm>
            <a:off x="10561987" y="571500"/>
            <a:ext cx="88706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‏גידול</a:t>
            </a:r>
          </a:p>
        </p:txBody>
      </p:sp>
      <p:sp>
        <p:nvSpPr>
          <p:cNvPr id="2" name="title-word-1">
            <a:extLst>
              <a:ext uri="{FF2B5EF4-FFF2-40B4-BE49-F238E27FC236}">
                <ns2:creationId id="{11182DAE-3EC3-457D-9163-7AEFAFDCA066}"/>
              </a:ext>
            </a:extLst>
          </p:cNvPr>
          <p:cNvSpPr>
            <a:spLocks noGrp="1"/>
          </p:cNvSpPr>
          <p:nvPr/>
        </p:nvSpPr>
        <p:spPr>
          <a:xfrm>
            <a:off x="9768935" y="571500"/>
            <a:ext cx="69570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‏זקן:</a:t>
            </a:r>
          </a:p>
        </p:txBody>
      </p:sp>
      <p:sp>
        <p:nvSpPr>
          <p:cNvPr id="3" name="title-word-2">
            <a:extLst>
              <a:ext uri="{FF2B5EF4-FFF2-40B4-BE49-F238E27FC236}">
                <ns2:creationId id="{4716F2AF-CDBD-4EE1-B49B-1CD08E5D0EA2}"/>
              </a:ext>
            </a:extLst>
          </p:cNvPr>
          <p:cNvSpPr>
            <a:spLocks noGrp="1"/>
          </p:cNvSpPr>
          <p:nvPr/>
        </p:nvSpPr>
        <p:spPr>
          <a:xfrm>
            <a:off x="8587264" y="571500"/>
            <a:ext cx="108432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‏ההליך</a:t>
            </a:r>
          </a:p>
        </p:txBody>
      </p:sp>
      <p:sp>
        <p:nvSpPr>
          <p:cNvPr id="4" name="body-1-1-word-0">
            <a:extLst>
              <a:ext uri="{FF2B5EF4-FFF2-40B4-BE49-F238E27FC236}">
                <ns2:creationId id="{B803A3AC-1424-449F-8B31-A92DC41B70BB}"/>
              </a:ext>
            </a:extLst>
          </p:cNvPr>
          <p:cNvSpPr>
            <a:spLocks noGrp="1"/>
          </p:cNvSpPr>
          <p:nvPr/>
        </p:nvSpPr>
        <p:spPr>
          <a:xfrm>
            <a:off x="11061573" y="176212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5" name="body-1-1-word-1">
            <a:extLst>
              <a:ext uri="{FF2B5EF4-FFF2-40B4-BE49-F238E27FC236}">
                <ns2:creationId id="{34CE5B07-11F4-4243-A565-9ACA1D437337}"/>
              </a:ext>
            </a:extLst>
          </p:cNvPr>
          <p:cNvSpPr>
            <a:spLocks noGrp="1"/>
          </p:cNvSpPr>
          <p:nvPr/>
        </p:nvSpPr>
        <p:spPr>
          <a:xfrm>
            <a:off x="10403586" y="1762125"/>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6" name="body-1-1-word-2">
            <a:extLst>
              <a:ext uri="{FF2B5EF4-FFF2-40B4-BE49-F238E27FC236}">
                <ns2:creationId id="{BD574D0E-3D27-445F-AE9B-8D07D6777B63}"/>
              </a:ext>
            </a:extLst>
          </p:cNvPr>
          <p:cNvSpPr>
            <a:spLocks noGrp="1"/>
          </p:cNvSpPr>
          <p:nvPr/>
        </p:nvSpPr>
        <p:spPr>
          <a:xfrm>
            <a:off x="9599676" y="1762125"/>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7" name="body-1-1-word-3">
            <a:extLst>
              <a:ext uri="{FF2B5EF4-FFF2-40B4-BE49-F238E27FC236}">
                <ns2:creationId id="{FB4D7742-075A-422E-92E5-6C30D4664C6C}"/>
              </a:ext>
            </a:extLst>
          </p:cNvPr>
          <p:cNvSpPr>
            <a:spLocks noGrp="1"/>
          </p:cNvSpPr>
          <p:nvPr/>
        </p:nvSpPr>
        <p:spPr>
          <a:xfrm>
            <a:off x="9085516" y="1762125"/>
            <a:ext cx="4538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‏ניתן</a:t>
            </a:r>
          </a:p>
        </p:txBody>
      </p:sp>
      <p:sp>
        <p:nvSpPr>
          <p:cNvPr id="8" name="body-1-1-word-4">
            <a:extLst>
              <a:ext uri="{FF2B5EF4-FFF2-40B4-BE49-F238E27FC236}">
                <ns2:creationId id="{489C69C7-B676-40CC-84A1-640EDB4305CA}"/>
              </a:ext>
            </a:extLst>
          </p:cNvPr>
          <p:cNvSpPr>
            <a:spLocks noGrp="1"/>
          </p:cNvSpPr>
          <p:nvPr/>
        </p:nvSpPr>
        <p:spPr>
          <a:xfrm>
            <a:off x="8472868" y="1762125"/>
            <a:ext cx="5523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‏לגדל</a:t>
            </a:r>
          </a:p>
        </p:txBody>
      </p:sp>
      <p:sp>
        <p:nvSpPr>
          <p:cNvPr id="9" name="body-1-1-word-5">
            <a:extLst>
              <a:ext uri="{FF2B5EF4-FFF2-40B4-BE49-F238E27FC236}">
                <ns2:creationId id="{C82D4559-0F67-49D9-B9F7-A77BA80D00E4}"/>
              </a:ext>
            </a:extLst>
          </p:cNvPr>
          <p:cNvSpPr>
            <a:spLocks noGrp="1"/>
          </p:cNvSpPr>
          <p:nvPr/>
        </p:nvSpPr>
        <p:spPr>
          <a:xfrm>
            <a:off x="8047196" y="1762125"/>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10" name="body-1-1-word-6">
            <a:extLst>
              <a:ext uri="{FF2B5EF4-FFF2-40B4-BE49-F238E27FC236}">
                <ns2:creationId id="{52F6931D-8980-4C16-96EE-E4017A51519B}"/>
              </a:ext>
            </a:extLst>
          </p:cNvPr>
          <p:cNvSpPr>
            <a:spLocks noGrp="1"/>
          </p:cNvSpPr>
          <p:nvPr/>
        </p:nvSpPr>
        <p:spPr>
          <a:xfrm>
            <a:off x="7115842" y="1762125"/>
            <a:ext cx="871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‏בהתאם</a:t>
            </a:r>
          </a:p>
        </p:txBody>
      </p:sp>
      <p:sp>
        <p:nvSpPr>
          <p:cNvPr id="11" name="body-1-1-word-7">
            <a:extLst>
              <a:ext uri="{FF2B5EF4-FFF2-40B4-BE49-F238E27FC236}">
                <ns2:creationId id="{CC022C2A-B3CB-4B2B-8FE2-526EDBCA03FC}"/>
              </a:ext>
            </a:extLst>
          </p:cNvPr>
          <p:cNvSpPr>
            <a:spLocks noGrp="1"/>
          </p:cNvSpPr>
          <p:nvPr/>
        </p:nvSpPr>
        <p:spPr>
          <a:xfrm>
            <a:off x="6471476" y="1762125"/>
            <a:ext cx="5840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‏לרצון</a:t>
            </a:r>
          </a:p>
        </p:txBody>
      </p:sp>
      <p:sp>
        <p:nvSpPr>
          <p:cNvPr id="12" name="body-1-1-word-8">
            <a:extLst>
              <a:ext uri="{FF2B5EF4-FFF2-40B4-BE49-F238E27FC236}">
                <ns2:creationId id="{24683B5B-E9C4-49B2-95ED-389DBEF77B58}"/>
              </a:ext>
            </a:extLst>
          </p:cNvPr>
          <p:cNvSpPr>
            <a:spLocks noGrp="1"/>
          </p:cNvSpPr>
          <p:nvPr/>
        </p:nvSpPr>
        <p:spPr>
          <a:xfrm>
            <a:off x="5511260" y="1762125"/>
            <a:ext cx="8999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‏המשרת</a:t>
            </a:r>
          </a:p>
        </p:txBody>
      </p:sp>
      <p:sp>
        <p:nvSpPr>
          <p:cNvPr id="13" name="body-1-1-word-9">
            <a:extLst>
              <a:ext uri="{FF2B5EF4-FFF2-40B4-BE49-F238E27FC236}">
                <ns2:creationId id="{568A3772-492C-4AFB-BD5E-FA0E0132BCE9}"/>
              </a:ext>
            </a:extLst>
          </p:cNvPr>
          <p:cNvSpPr>
            <a:spLocks noGrp="1"/>
          </p:cNvSpPr>
          <p:nvPr/>
        </p:nvSpPr>
        <p:spPr>
          <a:xfrm>
            <a:off x="4534471" y="1762125"/>
            <a:ext cx="9164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‏ולזהותו,</a:t>
            </a:r>
          </a:p>
        </p:txBody>
      </p:sp>
      <p:sp>
        <p:nvSpPr>
          <p:cNvPr id="14" name="body-1-1-word-10">
            <a:extLst>
              <a:ext uri="{FF2B5EF4-FFF2-40B4-BE49-F238E27FC236}">
                <ns2:creationId id="{CFDC08A1-1F51-47FA-9A0E-EA56DA73F155}"/>
              </a:ext>
            </a:extLst>
          </p:cNvPr>
          <p:cNvSpPr>
            <a:spLocks noGrp="1"/>
          </p:cNvSpPr>
          <p:nvPr/>
        </p:nvSpPr>
        <p:spPr>
          <a:xfrm>
            <a:off x="4046029" y="1762125"/>
            <a:ext cx="4281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‏תוך</a:t>
            </a:r>
          </a:p>
        </p:txBody>
      </p:sp>
      <p:sp>
        <p:nvSpPr>
          <p:cNvPr id="15" name="body-1-1-word-11">
            <a:extLst>
              <a:ext uri="{FF2B5EF4-FFF2-40B4-BE49-F238E27FC236}">
                <ns2:creationId id="{FFBC7AC1-FD9E-4511-9535-A465726455E3}"/>
              </a:ext>
            </a:extLst>
          </p:cNvPr>
          <p:cNvSpPr>
            <a:spLocks noGrp="1"/>
          </p:cNvSpPr>
          <p:nvPr/>
        </p:nvSpPr>
        <p:spPr>
          <a:xfrm>
            <a:off x="3246406" y="1762125"/>
            <a:ext cx="7393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‏עמידה</a:t>
            </a:r>
          </a:p>
        </p:txBody>
      </p:sp>
      <p:sp>
        <p:nvSpPr>
          <p:cNvPr id="16" name="body-1-1-word-12">
            <a:extLst>
              <a:ext uri="{FF2B5EF4-FFF2-40B4-BE49-F238E27FC236}">
                <ns2:creationId id="{0945E691-4AF8-4A6A-96F4-68A25DF99C8D}"/>
              </a:ext>
            </a:extLst>
          </p:cNvPr>
          <p:cNvSpPr>
            <a:spLocks noGrp="1"/>
          </p:cNvSpPr>
          <p:nvPr/>
        </p:nvSpPr>
        <p:spPr>
          <a:xfrm>
            <a:off x="2535936" y="1762125"/>
            <a:ext cx="6501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‏בכללי</a:t>
            </a:r>
          </a:p>
        </p:txBody>
      </p:sp>
      <p:sp>
        <p:nvSpPr>
          <p:cNvPr id="17" name="body-1-1-word-13">
            <a:extLst>
              <a:ext uri="{FF2B5EF4-FFF2-40B4-BE49-F238E27FC236}">
                <ns2:creationId id="{695E9C4E-592B-4EB8-B1D3-9691B5591509}"/>
              </a:ext>
            </a:extLst>
          </p:cNvPr>
          <p:cNvSpPr>
            <a:spLocks noGrp="1"/>
          </p:cNvSpPr>
          <p:nvPr/>
        </p:nvSpPr>
        <p:spPr>
          <a:xfrm>
            <a:off x="1473708" y="1762125"/>
            <a:ext cx="10019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‏ההופעה.</a:t>
            </a:r>
          </a:p>
        </p:txBody>
      </p:sp>
      <p:sp>
        <p:nvSpPr>
          <p:cNvPr id="18" name="body-1-1-word-14">
            <a:extLst>
              <a:ext uri="{FF2B5EF4-FFF2-40B4-BE49-F238E27FC236}">
                <ns2:creationId id="{8B685C1B-1D99-4490-985D-C5FA527C5633}"/>
              </a:ext>
            </a:extLst>
          </p:cNvPr>
          <p:cNvSpPr>
            <a:spLocks noGrp="1"/>
          </p:cNvSpPr>
          <p:nvPr/>
        </p:nvSpPr>
        <p:spPr>
          <a:xfrm>
            <a:off x="1083088" y="176212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19" name="body-1-2-word-0">
            <a:extLst>
              <a:ext uri="{FF2B5EF4-FFF2-40B4-BE49-F238E27FC236}">
                <ns2:creationId id="{0E8D948D-0488-4460-A05D-D9317F091F7D}"/>
              </a:ext>
            </a:extLst>
          </p:cNvPr>
          <p:cNvSpPr>
            <a:spLocks noGrp="1"/>
          </p:cNvSpPr>
          <p:nvPr/>
        </p:nvSpPr>
        <p:spPr>
          <a:xfrm>
            <a:off x="10922222" y="2113598"/>
            <a:ext cx="5268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‏צורך</a:t>
            </a:r>
          </a:p>
        </p:txBody>
      </p:sp>
      <p:sp>
        <p:nvSpPr>
          <p:cNvPr id="20" name="body-1-2-word-1">
            <a:extLst>
              <a:ext uri="{FF2B5EF4-FFF2-40B4-BE49-F238E27FC236}">
                <ns2:creationId id="{356A4A9F-5747-4B88-9394-56D465A18737}"/>
              </a:ext>
            </a:extLst>
          </p:cNvPr>
          <p:cNvSpPr>
            <a:spLocks noGrp="1"/>
          </p:cNvSpPr>
          <p:nvPr/>
        </p:nvSpPr>
        <p:spPr>
          <a:xfrm>
            <a:off x="10218039" y="2113598"/>
            <a:ext cx="6438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‏לבסס</a:t>
            </a:r>
          </a:p>
        </p:txBody>
      </p:sp>
      <p:sp>
        <p:nvSpPr>
          <p:cNvPr id="21" name="body-1-2-word-2">
            <a:extLst>
              <a:ext uri="{FF2B5EF4-FFF2-40B4-BE49-F238E27FC236}">
                <ns2:creationId id="{CFA08E8B-4856-463B-8628-4144046A2387}"/>
              </a:ext>
            </a:extLst>
          </p:cNvPr>
          <p:cNvSpPr>
            <a:spLocks noGrp="1"/>
          </p:cNvSpPr>
          <p:nvPr/>
        </p:nvSpPr>
        <p:spPr>
          <a:xfrm>
            <a:off x="9784652" y="2113598"/>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22" name="body-1-2-word-3">
            <a:extLst>
              <a:ext uri="{FF2B5EF4-FFF2-40B4-BE49-F238E27FC236}">
                <ns2:creationId id="{8AF45153-A333-412E-A547-045AA0708F2C}"/>
              </a:ext>
            </a:extLst>
          </p:cNvPr>
          <p:cNvSpPr>
            <a:spLocks noGrp="1"/>
          </p:cNvSpPr>
          <p:nvPr/>
        </p:nvSpPr>
        <p:spPr>
          <a:xfrm>
            <a:off x="8841296" y="2113598"/>
            <a:ext cx="8830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‏הבקשה</a:t>
            </a:r>
          </a:p>
        </p:txBody>
      </p:sp>
      <p:sp>
        <p:nvSpPr>
          <p:cNvPr id="23" name="body-1-2-word-4">
            <a:extLst>
              <a:ext uri="{FF2B5EF4-FFF2-40B4-BE49-F238E27FC236}">
                <ns2:creationId id="{500ECA52-29B8-4888-AFDF-83A64B798FB9}"/>
              </a:ext>
            </a:extLst>
          </p:cNvPr>
          <p:cNvSpPr>
            <a:spLocks noGrp="1"/>
          </p:cNvSpPr>
          <p:nvPr/>
        </p:nvSpPr>
        <p:spPr>
          <a:xfrm>
            <a:off x="8148257" y="2113598"/>
            <a:ext cx="6327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‏דווקא</a:t>
            </a:r>
          </a:p>
        </p:txBody>
      </p:sp>
      <p:sp>
        <p:nvSpPr>
          <p:cNvPr id="24" name="body-1-2-word-5">
            <a:extLst>
              <a:ext uri="{FF2B5EF4-FFF2-40B4-BE49-F238E27FC236}">
                <ns2:creationId id="{B4194E3D-6DEC-4BA7-A867-037E3C3064B0}"/>
              </a:ext>
            </a:extLst>
          </p:cNvPr>
          <p:cNvSpPr>
            <a:spLocks noGrp="1"/>
          </p:cNvSpPr>
          <p:nvPr/>
        </p:nvSpPr>
        <p:spPr>
          <a:xfrm>
            <a:off x="7775829" y="2113598"/>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25" name="body-1-2-word-6">
            <a:extLst>
              <a:ext uri="{FF2B5EF4-FFF2-40B4-BE49-F238E27FC236}">
                <ns2:creationId id="{99293F10-EE32-4176-95B0-B19AD9E4B2C0}"/>
              </a:ext>
            </a:extLst>
          </p:cNvPr>
          <p:cNvSpPr>
            <a:spLocks noGrp="1"/>
          </p:cNvSpPr>
          <p:nvPr/>
        </p:nvSpPr>
        <p:spPr>
          <a:xfrm>
            <a:off x="7125462" y="2113598"/>
            <a:ext cx="5900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‏סיבה</a:t>
            </a:r>
          </a:p>
        </p:txBody>
      </p:sp>
      <p:sp>
        <p:nvSpPr>
          <p:cNvPr id="26" name="body-1-2-word-7">
            <a:extLst>
              <a:ext uri="{FF2B5EF4-FFF2-40B4-BE49-F238E27FC236}">
                <ns2:creationId id="{78C1C90F-07A0-4953-BF15-F22C5AAD0009}"/>
              </a:ext>
            </a:extLst>
          </p:cNvPr>
          <p:cNvSpPr>
            <a:spLocks noGrp="1"/>
          </p:cNvSpPr>
          <p:nvPr/>
        </p:nvSpPr>
        <p:spPr>
          <a:xfrm>
            <a:off x="6453664" y="2113598"/>
            <a:ext cx="6115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‏דתית</a:t>
            </a:r>
          </a:p>
        </p:txBody>
      </p:sp>
      <p:sp>
        <p:nvSpPr>
          <p:cNvPr id="27" name="body-1-2-word-8">
            <a:extLst>
              <a:ext uri="{FF2B5EF4-FFF2-40B4-BE49-F238E27FC236}">
                <ns2:creationId id="{99E9FA65-8789-439D-B400-ECE49BB4E988}"/>
              </a:ext>
            </a:extLst>
          </p:cNvPr>
          <p:cNvSpPr>
            <a:spLocks noGrp="1"/>
          </p:cNvSpPr>
          <p:nvPr/>
        </p:nvSpPr>
        <p:spPr>
          <a:xfrm>
            <a:off x="6133433" y="211359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28" name="body-1-2-word-9">
            <a:extLst>
              <a:ext uri="{FF2B5EF4-FFF2-40B4-BE49-F238E27FC236}">
                <ns2:creationId id="{B4AEAB36-A118-4A2C-8A36-7CC9A263EDB5}"/>
              </a:ext>
            </a:extLst>
          </p:cNvPr>
          <p:cNvSpPr>
            <a:spLocks noGrp="1"/>
          </p:cNvSpPr>
          <p:nvPr/>
        </p:nvSpPr>
        <p:spPr>
          <a:xfrm>
            <a:off x="5178076" y="2113598"/>
            <a:ext cx="8950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‏רפואית.</a:t>
            </a:r>
          </a:p>
        </p:txBody>
      </p:sp>
      <p:sp>
        <p:nvSpPr>
          <p:cNvPr id="29" name="body-2-1-word-0">
            <a:extLst>
              <a:ext uri="{FF2B5EF4-FFF2-40B4-BE49-F238E27FC236}">
                <ns2:creationId id="{6FCDB5F6-0E2B-4972-8F12-1CAE6F520CA0}"/>
              </a:ext>
            </a:extLst>
          </p:cNvPr>
          <p:cNvSpPr>
            <a:spLocks noGrp="1"/>
          </p:cNvSpPr>
          <p:nvPr/>
        </p:nvSpPr>
        <p:spPr>
          <a:xfrm>
            <a:off x="10542270" y="2655570"/>
            <a:ext cx="9067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‏ממלאים</a:t>
            </a:r>
          </a:p>
        </p:txBody>
      </p:sp>
      <p:sp>
        <p:nvSpPr>
          <p:cNvPr id="30" name="body-2-1-word-1">
            <a:extLst>
              <a:ext uri="{FF2B5EF4-FFF2-40B4-BE49-F238E27FC236}">
                <ns2:creationId id="{C12EE8FA-7B1C-4A5E-955D-42CC842D4711}"/>
              </a:ext>
            </a:extLst>
          </p:cNvPr>
          <p:cNvSpPr>
            <a:spLocks noGrp="1"/>
          </p:cNvSpPr>
          <p:nvPr/>
        </p:nvSpPr>
        <p:spPr>
          <a:xfrm>
            <a:off x="10108883" y="265557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1" name="body-2-1-word-2">
            <a:extLst>
              <a:ext uri="{FF2B5EF4-FFF2-40B4-BE49-F238E27FC236}">
                <ns2:creationId id="{1395A6C0-1F3D-4971-B728-B040E3A17A57}"/>
              </a:ext>
            </a:extLst>
          </p:cNvPr>
          <p:cNvSpPr>
            <a:spLocks noGrp="1"/>
          </p:cNvSpPr>
          <p:nvPr/>
        </p:nvSpPr>
        <p:spPr>
          <a:xfrm>
            <a:off x="9460802" y="2655570"/>
            <a:ext cx="5877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‏טופס</a:t>
            </a:r>
          </a:p>
        </p:txBody>
      </p:sp>
      <p:sp>
        <p:nvSpPr>
          <p:cNvPr id="32" name="body-2-1-word-3">
            <a:extLst>
              <a:ext uri="{FF2B5EF4-FFF2-40B4-BE49-F238E27FC236}">
                <ns2:creationId id="{B18B598B-89C8-44DF-8F98-81969D2B803B}"/>
              </a:ext>
            </a:extLst>
          </p:cNvPr>
          <p:cNvSpPr>
            <a:spLocks noGrp="1"/>
          </p:cNvSpPr>
          <p:nvPr/>
        </p:nvSpPr>
        <p:spPr>
          <a:xfrm>
            <a:off x="8401526" y="2655570"/>
            <a:ext cx="9989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‏ההצהרה</a:t>
            </a:r>
          </a:p>
        </p:txBody>
      </p:sp>
      <p:sp>
        <p:nvSpPr>
          <p:cNvPr id="33" name="body-2-1-word-4">
            <a:extLst>
              <a:ext uri="{FF2B5EF4-FFF2-40B4-BE49-F238E27FC236}">
                <ns2:creationId id="{55E37B1B-B50A-4B6B-9822-B3AD22925341}"/>
              </a:ext>
            </a:extLst>
          </p:cNvPr>
          <p:cNvSpPr>
            <a:spLocks noGrp="1"/>
          </p:cNvSpPr>
          <p:nvPr/>
        </p:nvSpPr>
        <p:spPr>
          <a:xfrm>
            <a:off x="7299960" y="2655570"/>
            <a:ext cx="1041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‏ומעדכנים</a:t>
            </a:r>
          </a:p>
        </p:txBody>
      </p:sp>
      <p:sp>
        <p:nvSpPr>
          <p:cNvPr id="34" name="body-2-1-word-5">
            <a:extLst>
              <a:ext uri="{FF2B5EF4-FFF2-40B4-BE49-F238E27FC236}">
                <ns2:creationId id="{1621E5DF-D728-411E-B3F4-FBFB7212C26F}"/>
              </a:ext>
            </a:extLst>
          </p:cNvPr>
          <p:cNvSpPr>
            <a:spLocks noGrp="1"/>
          </p:cNvSpPr>
          <p:nvPr/>
        </p:nvSpPr>
        <p:spPr>
          <a:xfrm>
            <a:off x="6866573" y="265557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5" name="body-2-1-word-6">
            <a:extLst>
              <a:ext uri="{FF2B5EF4-FFF2-40B4-BE49-F238E27FC236}">
                <ns2:creationId id="{496D2686-3BAE-4717-8C28-B48FE87EA8F0}"/>
              </a:ext>
            </a:extLst>
          </p:cNvPr>
          <p:cNvSpPr>
            <a:spLocks noGrp="1"/>
          </p:cNvSpPr>
          <p:nvPr/>
        </p:nvSpPr>
        <p:spPr>
          <a:xfrm>
            <a:off x="6417755" y="2655570"/>
            <a:ext cx="3885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‏נגד</a:t>
            </a:r>
          </a:p>
        </p:txBody>
      </p:sp>
      <p:sp>
        <p:nvSpPr>
          <p:cNvPr id="36" name="body-2-1-word-7">
            <a:extLst>
              <a:ext uri="{FF2B5EF4-FFF2-40B4-BE49-F238E27FC236}">
                <ns2:creationId id="{56E67F24-6E99-4476-A97F-63C6D052D4F4}"/>
              </a:ext>
            </a:extLst>
          </p:cNvPr>
          <p:cNvSpPr>
            <a:spLocks noGrp="1"/>
          </p:cNvSpPr>
          <p:nvPr/>
        </p:nvSpPr>
        <p:spPr>
          <a:xfrm>
            <a:off x="5527548" y="2655570"/>
            <a:ext cx="8299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37" name="body-2-1-word-8">
            <a:extLst>
              <a:ext uri="{FF2B5EF4-FFF2-40B4-BE49-F238E27FC236}">
                <ns2:creationId id="{2D27FA61-A083-48E3-8D39-CBE70CC3DCF7}"/>
              </a:ext>
            </a:extLst>
          </p:cNvPr>
          <p:cNvSpPr>
            <a:spLocks noGrp="1"/>
          </p:cNvSpPr>
          <p:nvPr/>
        </p:nvSpPr>
        <p:spPr>
          <a:xfrm>
            <a:off x="5057489" y="2655570"/>
            <a:ext cx="409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‏ו/או</a:t>
            </a:r>
          </a:p>
        </p:txBody>
      </p:sp>
      <p:sp>
        <p:nvSpPr>
          <p:cNvPr id="38" name="body-2-1-word-9">
            <a:extLst>
              <a:ext uri="{FF2B5EF4-FFF2-40B4-BE49-F238E27FC236}">
                <ns2:creationId id="{51A8217A-E808-4A83-A509-09025E7063B4}"/>
              </a:ext>
            </a:extLst>
          </p:cNvPr>
          <p:cNvSpPr>
            <a:spLocks noGrp="1"/>
          </p:cNvSpPr>
          <p:nvPr/>
        </p:nvSpPr>
        <p:spPr>
          <a:xfrm>
            <a:off x="4338352" y="2655570"/>
            <a:ext cx="6588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‏מפקד</a:t>
            </a:r>
          </a:p>
        </p:txBody>
      </p:sp>
      <p:sp>
        <p:nvSpPr>
          <p:cNvPr id="39" name="body-2-1-word-10">
            <a:extLst>
              <a:ext uri="{FF2B5EF4-FFF2-40B4-BE49-F238E27FC236}">
                <ns2:creationId id="{EC814BE8-0C59-4F37-BCFF-B26BC677A7FB}"/>
              </a:ext>
            </a:extLst>
          </p:cNvPr>
          <p:cNvSpPr>
            <a:spLocks noGrp="1"/>
          </p:cNvSpPr>
          <p:nvPr/>
        </p:nvSpPr>
        <p:spPr>
          <a:xfrm>
            <a:off x="3448145" y="2655570"/>
            <a:ext cx="8299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40" name="body-2-1-word-11">
            <a:extLst>
              <a:ext uri="{FF2B5EF4-FFF2-40B4-BE49-F238E27FC236}">
                <ns2:creationId id="{4E73A800-E976-4D83-8DC7-7F6F09A63DFB}"/>
              </a:ext>
            </a:extLst>
          </p:cNvPr>
          <p:cNvSpPr>
            <a:spLocks noGrp="1"/>
          </p:cNvSpPr>
          <p:nvPr/>
        </p:nvSpPr>
        <p:spPr>
          <a:xfrm>
            <a:off x="2616041" y="2655570"/>
            <a:ext cx="7718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‏בדרגת</a:t>
            </a:r>
          </a:p>
        </p:txBody>
      </p:sp>
      <p:sp>
        <p:nvSpPr>
          <p:cNvPr id="41" name="body-2-1-word-12">
            <a:extLst>
              <a:ext uri="{FF2B5EF4-FFF2-40B4-BE49-F238E27FC236}">
                <ns2:creationId id="{BC371293-1C22-4379-8051-EED96AC7C252}"/>
              </a:ext>
            </a:extLst>
          </p:cNvPr>
          <p:cNvSpPr>
            <a:spLocks noGrp="1"/>
          </p:cNvSpPr>
          <p:nvPr/>
        </p:nvSpPr>
        <p:spPr>
          <a:xfrm>
            <a:off x="1871377" y="2655570"/>
            <a:ext cx="6843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‏סא״ל,</a:t>
            </a:r>
          </a:p>
        </p:txBody>
      </p:sp>
      <p:sp>
        <p:nvSpPr>
          <p:cNvPr id="42" name="body-2-1-word-13">
            <a:extLst>
              <a:ext uri="{FF2B5EF4-FFF2-40B4-BE49-F238E27FC236}">
                <ns2:creationId id="{148FC418-9B6C-4E7D-8E94-E82A645C48FD}"/>
              </a:ext>
            </a:extLst>
          </p:cNvPr>
          <p:cNvSpPr>
            <a:spLocks noGrp="1"/>
          </p:cNvSpPr>
          <p:nvPr/>
        </p:nvSpPr>
        <p:spPr>
          <a:xfrm>
            <a:off x="1423607" y="265557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43" name="body-2-2-word-0">
            <a:extLst>
              <a:ext uri="{FF2B5EF4-FFF2-40B4-BE49-F238E27FC236}">
                <ns2:creationId id="{F11A2C3A-C85C-4A9A-BA25-4EB223D2584F}"/>
              </a:ext>
            </a:extLst>
          </p:cNvPr>
          <p:cNvSpPr>
            <a:spLocks noGrp="1"/>
          </p:cNvSpPr>
          <p:nvPr/>
        </p:nvSpPr>
        <p:spPr>
          <a:xfrm>
            <a:off x="10693527" y="3007043"/>
            <a:ext cx="7555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‏הנוהל.</a:t>
            </a:r>
          </a:p>
        </p:txBody>
      </p:sp>
      <p:sp>
        <p:nvSpPr>
          <p:cNvPr id="44" name="body-3-1-word-0">
            <a:extLst>
              <a:ext uri="{FF2B5EF4-FFF2-40B4-BE49-F238E27FC236}">
                <ns2:creationId id="{E9B075D9-E5B6-4B65-A1F6-E295F6243297}"/>
              </a:ext>
            </a:extLst>
          </p:cNvPr>
          <p:cNvSpPr>
            <a:spLocks noGrp="1"/>
          </p:cNvSpPr>
          <p:nvPr/>
        </p:nvSpPr>
        <p:spPr>
          <a:xfrm>
            <a:off x="10995184" y="3549015"/>
            <a:ext cx="4538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‏ניתן</a:t>
            </a:r>
          </a:p>
        </p:txBody>
      </p:sp>
      <p:sp>
        <p:nvSpPr>
          <p:cNvPr id="45" name="body-3-1-word-1">
            <a:extLst>
              <a:ext uri="{FF2B5EF4-FFF2-40B4-BE49-F238E27FC236}">
                <ns2:creationId id="{782099A4-3399-49B3-A1D1-0F231BA61ABB}"/>
              </a:ext>
            </a:extLst>
          </p:cNvPr>
          <p:cNvSpPr>
            <a:spLocks noGrp="1"/>
          </p:cNvSpPr>
          <p:nvPr/>
        </p:nvSpPr>
        <p:spPr>
          <a:xfrm>
            <a:off x="10076688" y="3549015"/>
            <a:ext cx="8582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‏להסדיר</a:t>
            </a:r>
          </a:p>
        </p:txBody>
      </p:sp>
      <p:sp>
        <p:nvSpPr>
          <p:cNvPr id="46" name="body-3-1-word-2">
            <a:extLst>
              <a:ext uri="{FF2B5EF4-FFF2-40B4-BE49-F238E27FC236}">
                <ns2:creationId id="{30F418F4-55EB-4187-9112-9C2731C6DCC6}"/>
              </a:ext>
            </a:extLst>
          </p:cNvPr>
          <p:cNvSpPr>
            <a:spLocks noGrp="1"/>
          </p:cNvSpPr>
          <p:nvPr/>
        </p:nvSpPr>
        <p:spPr>
          <a:xfrm>
            <a:off x="9643301"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7" name="body-3-1-word-3">
            <a:extLst>
              <a:ext uri="{FF2B5EF4-FFF2-40B4-BE49-F238E27FC236}">
                <ns2:creationId id="{73369C37-0B0F-46A3-A494-1598453E52EB}"/>
              </a:ext>
            </a:extLst>
          </p:cNvPr>
          <p:cNvSpPr>
            <a:spLocks noGrp="1"/>
          </p:cNvSpPr>
          <p:nvPr/>
        </p:nvSpPr>
        <p:spPr>
          <a:xfrm>
            <a:off x="8810720" y="3549015"/>
            <a:ext cx="7722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48" name="body-3-1-word-4">
            <a:extLst>
              <a:ext uri="{FF2B5EF4-FFF2-40B4-BE49-F238E27FC236}">
                <ns2:creationId id="{F1426194-8F8F-4FDF-8F1D-FCEE7D782234}"/>
              </a:ext>
            </a:extLst>
          </p:cNvPr>
          <p:cNvSpPr>
            <a:spLocks noGrp="1"/>
          </p:cNvSpPr>
          <p:nvPr/>
        </p:nvSpPr>
        <p:spPr>
          <a:xfrm>
            <a:off x="8068627" y="3549015"/>
            <a:ext cx="6818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‏בגיוס,</a:t>
            </a:r>
          </a:p>
        </p:txBody>
      </p:sp>
      <p:sp>
        <p:nvSpPr>
          <p:cNvPr id="49" name="body-3-1-word-5">
            <a:extLst>
              <a:ext uri="{FF2B5EF4-FFF2-40B4-BE49-F238E27FC236}">
                <ns2:creationId id="{605BF9F3-F42F-46E9-A4BF-08CE2D489D30}"/>
              </a:ext>
            </a:extLst>
          </p:cNvPr>
          <p:cNvSpPr>
            <a:spLocks noGrp="1"/>
          </p:cNvSpPr>
          <p:nvPr/>
        </p:nvSpPr>
        <p:spPr>
          <a:xfrm>
            <a:off x="7249859" y="3549015"/>
            <a:ext cx="7584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‏בשבוע</a:t>
            </a:r>
          </a:p>
        </p:txBody>
      </p:sp>
      <p:sp>
        <p:nvSpPr>
          <p:cNvPr id="50" name="body-3-1-word-6">
            <a:extLst>
              <a:ext uri="{FF2B5EF4-FFF2-40B4-BE49-F238E27FC236}">
                <ns2:creationId id="{43E7022E-1135-477C-BD46-6FB8C4F38A58}"/>
              </a:ext>
            </a:extLst>
          </p:cNvPr>
          <p:cNvSpPr>
            <a:spLocks noGrp="1"/>
          </p:cNvSpPr>
          <p:nvPr/>
        </p:nvSpPr>
        <p:spPr>
          <a:xfrm>
            <a:off x="6343269" y="3549015"/>
            <a:ext cx="8462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‏הראשון</a:t>
            </a:r>
          </a:p>
        </p:txBody>
      </p:sp>
      <p:sp>
        <p:nvSpPr>
          <p:cNvPr id="51" name="body-3-1-word-7">
            <a:extLst>
              <a:ext uri="{FF2B5EF4-FFF2-40B4-BE49-F238E27FC236}">
                <ns2:creationId id="{D6B0F707-B7FA-49B2-B56B-0796C3CF3ECC}"/>
              </a:ext>
            </a:extLst>
          </p:cNvPr>
          <p:cNvSpPr>
            <a:spLocks noGrp="1"/>
          </p:cNvSpPr>
          <p:nvPr/>
        </p:nvSpPr>
        <p:spPr>
          <a:xfrm>
            <a:off x="5312283" y="3549015"/>
            <a:ext cx="9706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‏לטירונות</a:t>
            </a:r>
          </a:p>
        </p:txBody>
      </p:sp>
      <p:sp>
        <p:nvSpPr>
          <p:cNvPr id="52" name="body-3-1-word-8">
            <a:extLst>
              <a:ext uri="{FF2B5EF4-FFF2-40B4-BE49-F238E27FC236}">
                <ns2:creationId id="{55D85AE5-BBDB-46E2-8D1D-16032C5CDD64}"/>
              </a:ext>
            </a:extLst>
          </p:cNvPr>
          <p:cNvSpPr>
            <a:spLocks noGrp="1"/>
          </p:cNvSpPr>
          <p:nvPr/>
        </p:nvSpPr>
        <p:spPr>
          <a:xfrm>
            <a:off x="4992052"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3" name="body-3-1-word-9">
            <a:extLst>
              <a:ext uri="{FF2B5EF4-FFF2-40B4-BE49-F238E27FC236}">
                <ns2:creationId id="{E60ED873-8F32-4BC8-9130-EC16AEEA7B81}"/>
              </a:ext>
            </a:extLst>
          </p:cNvPr>
          <p:cNvSpPr>
            <a:spLocks noGrp="1"/>
          </p:cNvSpPr>
          <p:nvPr/>
        </p:nvSpPr>
        <p:spPr>
          <a:xfrm>
            <a:off x="4126706" y="3549015"/>
            <a:ext cx="8050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‏במהלך</a:t>
            </a:r>
          </a:p>
        </p:txBody>
      </p:sp>
      <p:sp>
        <p:nvSpPr>
          <p:cNvPr id="54" name="body-3-1-word-10">
            <a:extLst>
              <a:ext uri="{FF2B5EF4-FFF2-40B4-BE49-F238E27FC236}">
                <ns2:creationId id="{CBD3D7B8-694D-4F74-8F4A-CD00383AA34C}"/>
              </a:ext>
            </a:extLst>
          </p:cNvPr>
          <p:cNvSpPr>
            <a:spLocks noGrp="1"/>
          </p:cNvSpPr>
          <p:nvPr/>
        </p:nvSpPr>
        <p:spPr>
          <a:xfrm>
            <a:off x="3197352" y="3549015"/>
            <a:ext cx="869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‏השירות</a:t>
            </a:r>
          </a:p>
        </p:txBody>
      </p:sp>
      <p:sp>
        <p:nvSpPr>
          <p:cNvPr id="55" name="body-3-1-word-11">
            <a:extLst>
              <a:ext uri="{FF2B5EF4-FFF2-40B4-BE49-F238E27FC236}">
                <ns2:creationId id="{D69E3E0C-6E9C-4324-9AC6-31A0EA9A0F87}"/>
              </a:ext>
            </a:extLst>
          </p:cNvPr>
          <p:cNvSpPr>
            <a:spLocks noGrp="1"/>
          </p:cNvSpPr>
          <p:nvPr/>
        </p:nvSpPr>
        <p:spPr>
          <a:xfrm>
            <a:off x="2498789" y="3549015"/>
            <a:ext cx="6382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‏לאחר</a:t>
            </a:r>
          </a:p>
        </p:txBody>
      </p:sp>
      <p:sp>
        <p:nvSpPr>
          <p:cNvPr id="56" name="body-3-1-word-12">
            <a:extLst>
              <a:ext uri="{FF2B5EF4-FFF2-40B4-BE49-F238E27FC236}">
                <ns2:creationId id="{FA8CA75E-2D32-40EF-BDFE-13ABD0A68C86}"/>
              </a:ext>
            </a:extLst>
          </p:cNvPr>
          <p:cNvSpPr>
            <a:spLocks noGrp="1"/>
          </p:cNvSpPr>
          <p:nvPr/>
        </p:nvSpPr>
        <p:spPr>
          <a:xfrm>
            <a:off x="1537430" y="3549015"/>
            <a:ext cx="9010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‏הקליטה</a:t>
            </a:r>
          </a:p>
        </p:txBody>
      </p:sp>
      <p:sp>
        <p:nvSpPr>
          <p:cNvPr id="57" name="body-3-2-word-0">
            <a:extLst>
              <a:ext uri="{FF2B5EF4-FFF2-40B4-BE49-F238E27FC236}">
                <ns2:creationId id="{D2562CA5-CCCF-4091-BF54-C456E8E5D974}"/>
              </a:ext>
            </a:extLst>
          </p:cNvPr>
          <p:cNvSpPr>
            <a:spLocks noGrp="1"/>
          </p:cNvSpPr>
          <p:nvPr/>
        </p:nvSpPr>
        <p:spPr>
          <a:xfrm>
            <a:off x="10556938" y="3900488"/>
            <a:ext cx="8921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‏ביחידה.</a:t>
            </a:r>
          </a:p>
        </p:txBody>
      </p:sp>
      <p:sp>
        <p:nvSpPr>
          <p:cNvPr id="58" name="body-3-2-word-1">
            <a:extLst>
              <a:ext uri="{FF2B5EF4-FFF2-40B4-BE49-F238E27FC236}">
                <ns2:creationId id="{FA654A92-2E19-43B1-A79E-C622B0BAAE72}"/>
              </a:ext>
            </a:extLst>
          </p:cNvPr>
          <p:cNvSpPr>
            <a:spLocks noGrp="1"/>
          </p:cNvSpPr>
          <p:nvPr/>
        </p:nvSpPr>
        <p:spPr>
          <a:xfrm>
            <a:off x="10064686" y="3900488"/>
            <a:ext cx="431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‏הוא</a:t>
            </a:r>
          </a:p>
        </p:txBody>
      </p:sp>
      <p:sp>
        <p:nvSpPr>
          <p:cNvPr id="59" name="body-3-2-word-2">
            <a:extLst>
              <a:ext uri="{FF2B5EF4-FFF2-40B4-BE49-F238E27FC236}">
                <ns2:creationId id="{6D301F72-1DC5-4B9D-B063-24CDD343C054}"/>
              </a:ext>
            </a:extLst>
          </p:cNvPr>
          <p:cNvSpPr>
            <a:spLocks noGrp="1"/>
          </p:cNvSpPr>
          <p:nvPr/>
        </p:nvSpPr>
        <p:spPr>
          <a:xfrm>
            <a:off x="9473279" y="3900488"/>
            <a:ext cx="5311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‏תקף</a:t>
            </a:r>
          </a:p>
        </p:txBody>
      </p:sp>
      <p:sp>
        <p:nvSpPr>
          <p:cNvPr id="60" name="body-3-2-word-3">
            <a:extLst>
              <a:ext uri="{FF2B5EF4-FFF2-40B4-BE49-F238E27FC236}">
                <ns2:creationId id="{8BE7F487-C2A7-4B88-A1F3-CD109E214928}"/>
              </a:ext>
            </a:extLst>
          </p:cNvPr>
          <p:cNvSpPr>
            <a:spLocks noGrp="1"/>
          </p:cNvSpPr>
          <p:nvPr/>
        </p:nvSpPr>
        <p:spPr>
          <a:xfrm>
            <a:off x="8729758" y="3900488"/>
            <a:ext cx="6832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‏לאורך</a:t>
            </a:r>
          </a:p>
        </p:txBody>
      </p:sp>
      <p:sp>
        <p:nvSpPr>
          <p:cNvPr id="61" name="body-3-2-word-4">
            <a:extLst>
              <a:ext uri="{FF2B5EF4-FFF2-40B4-BE49-F238E27FC236}">
                <ns2:creationId id="{F7F48277-FD40-4916-B832-AB0969DBC1B4}"/>
              </a:ext>
            </a:extLst>
          </p:cNvPr>
          <p:cNvSpPr>
            <a:spLocks noGrp="1"/>
          </p:cNvSpPr>
          <p:nvPr/>
        </p:nvSpPr>
        <p:spPr>
          <a:xfrm>
            <a:off x="7800403" y="3900488"/>
            <a:ext cx="869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‏השירות</a:t>
            </a:r>
          </a:p>
        </p:txBody>
      </p:sp>
      <p:sp>
        <p:nvSpPr>
          <p:cNvPr id="62" name="body-3-2-word-5">
            <a:extLst>
              <a:ext uri="{FF2B5EF4-FFF2-40B4-BE49-F238E27FC236}">
                <ns2:creationId id="{1F8C1D1C-271D-4BAF-8B02-08BF734BAADC}"/>
              </a:ext>
            </a:extLst>
          </p:cNvPr>
          <p:cNvSpPr>
            <a:spLocks noGrp="1"/>
          </p:cNvSpPr>
          <p:nvPr/>
        </p:nvSpPr>
        <p:spPr>
          <a:xfrm>
            <a:off x="7447597" y="3900488"/>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63" name="body-3-2-word-6">
            <a:extLst>
              <a:ext uri="{FF2B5EF4-FFF2-40B4-BE49-F238E27FC236}">
                <ns2:creationId id="{74BC8212-337D-4647-90BE-5059975E6BA5}"/>
              </a:ext>
            </a:extLst>
          </p:cNvPr>
          <p:cNvSpPr>
            <a:spLocks noGrp="1"/>
          </p:cNvSpPr>
          <p:nvPr/>
        </p:nvSpPr>
        <p:spPr>
          <a:xfrm>
            <a:off x="6991731" y="3900488"/>
            <a:ext cx="3955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‏עוד</a:t>
            </a:r>
          </a:p>
        </p:txBody>
      </p:sp>
      <p:sp>
        <p:nvSpPr>
          <p:cNvPr id="64" name="body-3-2-word-7">
            <a:extLst>
              <a:ext uri="{FF2B5EF4-FFF2-40B4-BE49-F238E27FC236}">
                <ns2:creationId id="{A4D4FAD6-2BAD-427D-B42F-6CC0B78EE5EA}"/>
              </a:ext>
            </a:extLst>
          </p:cNvPr>
          <p:cNvSpPr>
            <a:spLocks noGrp="1"/>
          </p:cNvSpPr>
          <p:nvPr/>
        </p:nvSpPr>
        <p:spPr>
          <a:xfrm>
            <a:off x="6122670" y="3900488"/>
            <a:ext cx="8087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‏עומדים</a:t>
            </a:r>
          </a:p>
        </p:txBody>
      </p:sp>
      <p:sp>
        <p:nvSpPr>
          <p:cNvPr id="65" name="body-3-2-word-8">
            <a:extLst>
              <a:ext uri="{FF2B5EF4-FFF2-40B4-BE49-F238E27FC236}">
                <ns2:creationId id="{12BFD836-1F75-43A9-8550-B0636F50342E}"/>
              </a:ext>
            </a:extLst>
          </p:cNvPr>
          <p:cNvSpPr>
            <a:spLocks noGrp="1"/>
          </p:cNvSpPr>
          <p:nvPr/>
        </p:nvSpPr>
        <p:spPr>
          <a:xfrm>
            <a:off x="5112829" y="3900488"/>
            <a:ext cx="9495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‏בתנאים.</a:t>
            </a:r>
          </a:p>
        </p:txBody>
      </p:sp>
      <p:sp>
        <p:nvSpPr>
          <p:cNvPr id="66" name="body-4-1-word-0">
            <a:extLst>
              <a:ext uri="{FF2B5EF4-FFF2-40B4-BE49-F238E27FC236}">
                <ns2:creationId id="{70AB1F52-DB62-40FE-92D7-15DA566AB90D}"/>
              </a:ext>
            </a:extLst>
          </p:cNvPr>
          <p:cNvSpPr>
            <a:spLocks noGrp="1"/>
          </p:cNvSpPr>
          <p:nvPr/>
        </p:nvSpPr>
        <p:spPr>
          <a:xfrm>
            <a:off x="10763155" y="4442460"/>
            <a:ext cx="6858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‏הפרת</a:t>
            </a:r>
          </a:p>
        </p:txBody>
      </p:sp>
      <p:sp>
        <p:nvSpPr>
          <p:cNvPr id="67" name="body-4-1-word-1">
            <a:extLst>
              <a:ext uri="{FF2B5EF4-FFF2-40B4-BE49-F238E27FC236}">
                <ns2:creationId id="{3AD60AAD-A7EA-4DB3-8400-77E70ECCD420}"/>
              </a:ext>
            </a:extLst>
          </p:cNvPr>
          <p:cNvSpPr>
            <a:spLocks noGrp="1"/>
          </p:cNvSpPr>
          <p:nvPr/>
        </p:nvSpPr>
        <p:spPr>
          <a:xfrm>
            <a:off x="10207561" y="4442460"/>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a:t>
            </a:r>
          </a:p>
        </p:txBody>
      </p:sp>
      <p:sp>
        <p:nvSpPr>
          <p:cNvPr id="68" name="body-4-1-word-2">
            <a:extLst>
              <a:ext uri="{FF2B5EF4-FFF2-40B4-BE49-F238E27FC236}">
                <ns2:creationId id="{7D0711EB-65AB-42FD-A48C-5D8457828075}"/>
              </a:ext>
            </a:extLst>
          </p:cNvPr>
          <p:cNvSpPr>
            <a:spLocks noGrp="1"/>
          </p:cNvSpPr>
          <p:nvPr/>
        </p:nvSpPr>
        <p:spPr>
          <a:xfrm>
            <a:off x="9609868" y="4442460"/>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69" name="body-4-1-word-3">
            <a:extLst>
              <a:ext uri="{FF2B5EF4-FFF2-40B4-BE49-F238E27FC236}">
                <ns2:creationId id="{859003E9-A689-4D1B-8C63-400C76364452}"/>
              </a:ext>
            </a:extLst>
          </p:cNvPr>
          <p:cNvSpPr>
            <a:spLocks noGrp="1"/>
          </p:cNvSpPr>
          <p:nvPr/>
        </p:nvSpPr>
        <p:spPr>
          <a:xfrm>
            <a:off x="8858345" y="4442460"/>
            <a:ext cx="6912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‏עשויה</a:t>
            </a:r>
          </a:p>
        </p:txBody>
      </p:sp>
      <p:sp>
        <p:nvSpPr>
          <p:cNvPr id="70" name="body-4-1-word-4">
            <a:extLst>
              <a:ext uri="{FF2B5EF4-FFF2-40B4-BE49-F238E27FC236}">
                <ns2:creationId id="{18BF3796-DAE4-4B01-AF3A-FF8103026D36}"/>
              </a:ext>
            </a:extLst>
          </p:cNvPr>
          <p:cNvSpPr>
            <a:spLocks noGrp="1"/>
          </p:cNvSpPr>
          <p:nvPr/>
        </p:nvSpPr>
        <p:spPr>
          <a:xfrm>
            <a:off x="8078915" y="4442460"/>
            <a:ext cx="719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‏להביא</a:t>
            </a:r>
          </a:p>
        </p:txBody>
      </p:sp>
      <p:sp>
        <p:nvSpPr>
          <p:cNvPr id="71" name="body-4-1-word-5">
            <a:extLst>
              <a:ext uri="{FF2B5EF4-FFF2-40B4-BE49-F238E27FC236}">
                <ns2:creationId id="{767BEF57-0754-4866-AD17-7BAC03B79F81}"/>
              </a:ext>
            </a:extLst>
          </p:cNvPr>
          <p:cNvSpPr>
            <a:spLocks noGrp="1"/>
          </p:cNvSpPr>
          <p:nvPr/>
        </p:nvSpPr>
        <p:spPr>
          <a:xfrm>
            <a:off x="7261193" y="4442460"/>
            <a:ext cx="7574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‏לביטול</a:t>
            </a:r>
          </a:p>
        </p:txBody>
      </p:sp>
      <p:sp>
        <p:nvSpPr>
          <p:cNvPr id="72" name="body-4-1-word-6">
            <a:extLst>
              <a:ext uri="{FF2B5EF4-FFF2-40B4-BE49-F238E27FC236}">
                <ns2:creationId id="{2FBE5B16-EF87-41CE-AA47-303EE6F29EB5}"/>
              </a:ext>
            </a:extLst>
          </p:cNvPr>
          <p:cNvSpPr>
            <a:spLocks noGrp="1"/>
          </p:cNvSpPr>
          <p:nvPr/>
        </p:nvSpPr>
        <p:spPr>
          <a:xfrm>
            <a:off x="6349270" y="4442460"/>
            <a:ext cx="8516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73" name="body-4-1-word-7">
            <a:extLst>
              <a:ext uri="{FF2B5EF4-FFF2-40B4-BE49-F238E27FC236}">
                <ns2:creationId id="{2A83EA34-5084-49A8-B91D-326A475C083F}"/>
              </a:ext>
            </a:extLst>
          </p:cNvPr>
          <p:cNvSpPr>
            <a:spLocks noGrp="1"/>
          </p:cNvSpPr>
          <p:nvPr/>
        </p:nvSpPr>
        <p:spPr>
          <a:xfrm>
            <a:off x="5606987" y="4442460"/>
            <a:ext cx="6819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‏קיימת</a:t>
            </a:r>
          </a:p>
        </p:txBody>
      </p:sp>
      <p:sp>
        <p:nvSpPr>
          <p:cNvPr id="74" name="body-4-1-word-8">
            <a:extLst>
              <a:ext uri="{FF2B5EF4-FFF2-40B4-BE49-F238E27FC236}">
                <ns2:creationId id="{159EC488-4AFD-4FD3-96CD-6E958F9431B1}"/>
              </a:ext>
            </a:extLst>
          </p:cNvPr>
          <p:cNvSpPr>
            <a:spLocks noGrp="1"/>
          </p:cNvSpPr>
          <p:nvPr/>
        </p:nvSpPr>
        <p:spPr>
          <a:xfrm>
            <a:off x="5023104" y="4442460"/>
            <a:ext cx="5235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‏זכות</a:t>
            </a:r>
          </a:p>
        </p:txBody>
      </p:sp>
      <p:sp>
        <p:nvSpPr>
          <p:cNvPr id="75" name="body-4-1-word-9">
            <a:extLst>
              <a:ext uri="{FF2B5EF4-FFF2-40B4-BE49-F238E27FC236}">
                <ns2:creationId id="{D6E0940F-BCD5-4A40-9C68-A8FD99FEE136}"/>
              </a:ext>
            </a:extLst>
          </p:cNvPr>
          <p:cNvSpPr>
            <a:spLocks noGrp="1"/>
          </p:cNvSpPr>
          <p:nvPr/>
        </p:nvSpPr>
        <p:spPr>
          <a:xfrm>
            <a:off x="4270248" y="4442460"/>
            <a:ext cx="6925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‏ערעור</a:t>
            </a:r>
          </a:p>
        </p:txBody>
      </p:sp>
      <p:sp>
        <p:nvSpPr>
          <p:cNvPr id="76" name="body-4-1-word-10">
            <a:extLst>
              <a:ext uri="{FF2B5EF4-FFF2-40B4-BE49-F238E27FC236}">
                <ns2:creationId id="{48E3FAF3-343D-41CE-87AE-6190338FC440}"/>
              </a:ext>
            </a:extLst>
          </p:cNvPr>
          <p:cNvSpPr>
            <a:spLocks noGrp="1"/>
          </p:cNvSpPr>
          <p:nvPr/>
        </p:nvSpPr>
        <p:spPr>
          <a:xfrm>
            <a:off x="3418903" y="4442460"/>
            <a:ext cx="7910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‏למפקד</a:t>
            </a:r>
          </a:p>
        </p:txBody>
      </p:sp>
      <p:sp>
        <p:nvSpPr>
          <p:cNvPr id="77" name="body-4-1-word-11">
            <a:extLst>
              <a:ext uri="{FF2B5EF4-FFF2-40B4-BE49-F238E27FC236}">
                <ns2:creationId id="{5CE66704-9431-4FE2-A46A-FB460326BDB1}"/>
              </a:ext>
            </a:extLst>
          </p:cNvPr>
          <p:cNvSpPr>
            <a:spLocks noGrp="1"/>
          </p:cNvSpPr>
          <p:nvPr/>
        </p:nvSpPr>
        <p:spPr>
          <a:xfrm>
            <a:off x="2586799" y="4442460"/>
            <a:ext cx="7718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‏בדרגת</a:t>
            </a:r>
          </a:p>
        </p:txBody>
      </p:sp>
      <p:sp>
        <p:nvSpPr>
          <p:cNvPr id="78" name="body-4-1-word-12">
            <a:extLst>
              <a:ext uri="{FF2B5EF4-FFF2-40B4-BE49-F238E27FC236}">
                <ns2:creationId id="{B2C07BCC-1549-4398-8E07-863066A33355}"/>
              </a:ext>
            </a:extLst>
          </p:cNvPr>
          <p:cNvSpPr>
            <a:spLocks noGrp="1"/>
          </p:cNvSpPr>
          <p:nvPr/>
        </p:nvSpPr>
        <p:spPr>
          <a:xfrm>
            <a:off x="1835182" y="4442460"/>
            <a:ext cx="691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‏אל״ם,</a:t>
            </a:r>
          </a:p>
        </p:txBody>
      </p:sp>
      <p:sp>
        <p:nvSpPr>
          <p:cNvPr id="79" name="body-4-1-word-13">
            <a:extLst>
              <a:ext uri="{FF2B5EF4-FFF2-40B4-BE49-F238E27FC236}">
                <ns2:creationId id="{90988552-D4F4-485A-8C18-D108F4E0D5EF}"/>
              </a:ext>
            </a:extLst>
          </p:cNvPr>
          <p:cNvSpPr>
            <a:spLocks noGrp="1"/>
          </p:cNvSpPr>
          <p:nvPr/>
        </p:nvSpPr>
        <p:spPr>
          <a:xfrm>
            <a:off x="833247" y="4442460"/>
            <a:ext cx="9416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‏ובהמשך</a:t>
            </a:r>
          </a:p>
        </p:txBody>
      </p:sp>
      <p:sp>
        <p:nvSpPr>
          <p:cNvPr id="80" name="body-4-2-word-0">
            <a:extLst>
              <a:ext uri="{FF2B5EF4-FFF2-40B4-BE49-F238E27FC236}">
                <ns2:creationId id="{D8385D9E-1E84-47A9-AB08-049EF059D8DD}"/>
              </a:ext>
            </a:extLst>
          </p:cNvPr>
          <p:cNvSpPr>
            <a:spLocks noGrp="1"/>
          </p:cNvSpPr>
          <p:nvPr/>
        </p:nvSpPr>
        <p:spPr>
          <a:xfrm>
            <a:off x="10874407" y="4793933"/>
            <a:ext cx="5746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‏לענף</a:t>
            </a:r>
          </a:p>
        </p:txBody>
      </p:sp>
      <p:sp>
        <p:nvSpPr>
          <p:cNvPr id="81" name="body-4-2-word-1">
            <a:extLst>
              <a:ext uri="{FF2B5EF4-FFF2-40B4-BE49-F238E27FC236}">
                <ns2:creationId id="{D09F0FBD-1CC1-46E8-879C-E2E0F162CA78}"/>
              </a:ext>
            </a:extLst>
          </p:cNvPr>
          <p:cNvSpPr>
            <a:spLocks noGrp="1"/>
          </p:cNvSpPr>
          <p:nvPr/>
        </p:nvSpPr>
        <p:spPr>
          <a:xfrm>
            <a:off x="9929241" y="4793933"/>
            <a:ext cx="8848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‏המשטר</a:t>
            </a:r>
          </a:p>
        </p:txBody>
      </p:sp>
      <p:sp>
        <p:nvSpPr>
          <p:cNvPr id="82" name="body-4-2-word-2">
            <a:extLst>
              <a:ext uri="{FF2B5EF4-FFF2-40B4-BE49-F238E27FC236}">
                <ns2:creationId id="{45A6E9A6-2B11-46A8-BBE2-D9228FF53E6D}"/>
              </a:ext>
            </a:extLst>
          </p:cNvPr>
          <p:cNvSpPr>
            <a:spLocks noGrp="1"/>
          </p:cNvSpPr>
          <p:nvPr/>
        </p:nvSpPr>
        <p:spPr>
          <a:xfrm>
            <a:off x="8721090" y="4793933"/>
            <a:ext cx="11478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‏והמשמעת</a:t>
            </a:r>
          </a:p>
        </p:txBody>
      </p:sp>
      <p:sp>
        <p:nvSpPr>
          <p:cNvPr id="83" name="body-4-2-word-3">
            <a:extLst>
              <a:ext uri="{FF2B5EF4-FFF2-40B4-BE49-F238E27FC236}">
                <ns2:creationId id="{A720CD63-2B98-40F7-991A-58A3BEFA3B6A}"/>
              </a:ext>
            </a:extLst>
          </p:cNvPr>
          <p:cNvSpPr>
            <a:spLocks noGrp="1"/>
          </p:cNvSpPr>
          <p:nvPr/>
        </p:nvSpPr>
        <p:spPr>
          <a:xfrm>
            <a:off x="8273320" y="4793933"/>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84" name="body-4-2-word-4">
            <a:extLst>
              <a:ext uri="{FF2B5EF4-FFF2-40B4-BE49-F238E27FC236}">
                <ns2:creationId id="{BE6A6FA3-D76B-4465-BF82-48AD4F4620CB}"/>
              </a:ext>
            </a:extLst>
          </p:cNvPr>
          <p:cNvSpPr>
            <a:spLocks noGrp="1"/>
          </p:cNvSpPr>
          <p:nvPr/>
        </p:nvSpPr>
        <p:spPr>
          <a:xfrm>
            <a:off x="7434739" y="4793933"/>
            <a:ext cx="7782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‏הצורך.</a:t>
            </a:r>
          </a:p>
        </p:txBody>
      </p:sp>
      <p:sp>
        <p:nvSpPr>
          <p:cNvPr id="85" name="sources-word-0">
            <a:extLst>
              <a:ext uri="{FF2B5EF4-FFF2-40B4-BE49-F238E27FC236}">
                <ns2:creationId id="{18B11D71-4F54-4F00-AEAE-5E708437A914}"/>
              </a:ext>
            </a:extLst>
          </p:cNvPr>
          <p:cNvSpPr>
            <a:spLocks noGrp="1"/>
          </p:cNvSpPr>
          <p:nvPr/>
        </p:nvSpPr>
        <p:spPr>
          <a:xfrm>
            <a:off x="11135868"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6" name="sources-word-1">
            <a:extLst>
              <a:ext uri="{FF2B5EF4-FFF2-40B4-BE49-F238E27FC236}">
                <ns2:creationId id="{5EFA1CC7-3A11-4C6E-A247-ACCC8B304676}"/>
              </a:ext>
            </a:extLst>
          </p:cNvPr>
          <p:cNvSpPr>
            <a:spLocks noGrp="1"/>
          </p:cNvSpPr>
          <p:nvPr/>
        </p:nvSpPr>
        <p:spPr>
          <a:xfrm>
            <a:off x="10761345"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7" name="sources-word-2">
            <a:extLst>
              <a:ext uri="{FF2B5EF4-FFF2-40B4-BE49-F238E27FC236}">
                <ns2:creationId id="{10834202-BE1E-47E9-9084-5967AE03D33B}"/>
              </a:ext>
            </a:extLst>
          </p:cNvPr>
          <p:cNvSpPr>
            <a:spLocks noGrp="1"/>
          </p:cNvSpPr>
          <p:nvPr/>
        </p:nvSpPr>
        <p:spPr>
          <a:xfrm>
            <a:off x="9997059"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8" name="sources-word-3">
            <a:extLst>
              <a:ext uri="{FF2B5EF4-FFF2-40B4-BE49-F238E27FC236}">
                <ns2:creationId id="{11EE7BC5-8A2C-49C8-939F-21CEE2C383D0}"/>
              </a:ext>
            </a:extLst>
          </p:cNvPr>
          <p:cNvSpPr>
            <a:spLocks noGrp="1"/>
          </p:cNvSpPr>
          <p:nvPr/>
        </p:nvSpPr>
        <p:spPr>
          <a:xfrm>
            <a:off x="9900190"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9" name="sources-word-4">
            <a:extLst>
              <a:ext uri="{FF2B5EF4-FFF2-40B4-BE49-F238E27FC236}">
                <ns2:creationId id="{09C4822F-D4F1-4A2C-907B-C2B60EABB8EC}"/>
              </a:ext>
            </a:extLst>
          </p:cNvPr>
          <p:cNvSpPr>
            <a:spLocks noGrp="1"/>
          </p:cNvSpPr>
          <p:nvPr/>
        </p:nvSpPr>
        <p:spPr>
          <a:xfrm>
            <a:off x="9571291" y="6191250"/>
            <a:ext cx="3082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‏טופס</a:t>
            </a:r>
          </a:p>
        </p:txBody>
      </p:sp>
      <p:sp>
        <p:nvSpPr>
          <p:cNvPr id="90" name="sources-word-5">
            <a:extLst>
              <a:ext uri="{FF2B5EF4-FFF2-40B4-BE49-F238E27FC236}">
                <ns2:creationId id="{C4ECA432-EF9C-4BD5-925D-B9A4F7D87EBC}"/>
              </a:ext>
            </a:extLst>
          </p:cNvPr>
          <p:cNvSpPr>
            <a:spLocks noGrp="1"/>
          </p:cNvSpPr>
          <p:nvPr/>
        </p:nvSpPr>
        <p:spPr>
          <a:xfrm>
            <a:off x="9202293" y="6191250"/>
            <a:ext cx="3483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‏צה״ל,</a:t>
            </a:r>
          </a:p>
        </p:txBody>
      </p:sp>
      <p:sp>
        <p:nvSpPr>
          <p:cNvPr id="91" name="sources-word-6">
            <a:extLst>
              <a:ext uri="{FF2B5EF4-FFF2-40B4-BE49-F238E27FC236}">
                <ns2:creationId id="{D504046E-7D84-4B0C-B794-385507157F1F}"/>
              </a:ext>
            </a:extLst>
          </p:cNvPr>
          <p:cNvSpPr>
            <a:spLocks noGrp="1"/>
          </p:cNvSpPr>
          <p:nvPr/>
        </p:nvSpPr>
        <p:spPr>
          <a:xfrm>
            <a:off x="8753856" y="6191250"/>
            <a:ext cx="42776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‏הצהרה</a:t>
            </a:r>
          </a:p>
        </p:txBody>
      </p:sp>
      <p:sp>
        <p:nvSpPr>
          <p:cNvPr id="92" name="sources-word-7">
            <a:extLst>
              <a:ext uri="{FF2B5EF4-FFF2-40B4-BE49-F238E27FC236}">
                <ns2:creationId id="{4487CC96-4592-431D-9243-9A9C877FCD78}"/>
              </a:ext>
            </a:extLst>
          </p:cNvPr>
          <p:cNvSpPr>
            <a:spLocks noGrp="1"/>
          </p:cNvSpPr>
          <p:nvPr/>
        </p:nvSpPr>
        <p:spPr>
          <a:xfrm>
            <a:off x="8372284" y="6191250"/>
            <a:ext cx="36090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‏לגידול</a:t>
            </a:r>
          </a:p>
        </p:txBody>
      </p:sp>
      <p:sp>
        <p:nvSpPr>
          <p:cNvPr id="93" name="sources-word-8">
            <a:extLst>
              <a:ext uri="{FF2B5EF4-FFF2-40B4-BE49-F238E27FC236}">
                <ns2:creationId id="{A9B5A5F9-03CD-4510-AA9C-F0FC6DDC23C0}"/>
              </a:ext>
            </a:extLst>
          </p:cNvPr>
          <p:cNvSpPr>
            <a:spLocks noGrp="1"/>
          </p:cNvSpPr>
          <p:nvPr/>
        </p:nvSpPr>
        <p:spPr>
          <a:xfrm>
            <a:off x="8154638" y="6191250"/>
            <a:ext cx="19697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‏זקן</a:t>
            </a:r>
          </a:p>
        </p:txBody>
      </p:sp>
      <p:sp>
        <p:nvSpPr>
          <p:cNvPr id="94" name="sources-word-9">
            <a:extLst>
              <a:ext uri="{FF2B5EF4-FFF2-40B4-BE49-F238E27FC236}">
                <ns2:creationId id="{AD8DA27C-724B-4C88-A456-EEBF55554438}"/>
              </a:ext>
            </a:extLst>
          </p:cNvPr>
          <p:cNvSpPr>
            <a:spLocks noGrp="1"/>
          </p:cNvSpPr>
          <p:nvPr/>
        </p:nvSpPr>
        <p:spPr>
          <a:xfrm>
            <a:off x="7989760" y="6191250"/>
            <a:ext cx="1442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‏או</a:t>
            </a:r>
          </a:p>
        </p:txBody>
      </p:sp>
      <p:sp>
        <p:nvSpPr>
          <p:cNvPr id="95" name="sources-word-10">
            <a:extLst>
              <a:ext uri="{FF2B5EF4-FFF2-40B4-BE49-F238E27FC236}">
                <ns2:creationId id="{7D706C0F-B307-4C26-8458-3B01DC78CF24}"/>
              </a:ext>
            </a:extLst>
          </p:cNvPr>
          <p:cNvSpPr>
            <a:spLocks noGrp="1"/>
          </p:cNvSpPr>
          <p:nvPr/>
        </p:nvSpPr>
        <p:spPr>
          <a:xfrm>
            <a:off x="7677721" y="6191250"/>
            <a:ext cx="29137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‏שפם</a:t>
            </a:r>
          </a:p>
        </p:txBody>
      </p:sp>
      <p:sp>
        <p:nvSpPr>
          <p:cNvPr id="96" name="page">
            <a:extLst>
              <a:ext uri="{FF2B5EF4-FFF2-40B4-BE49-F238E27FC236}">
                <ns2:creationId id="{5A8B8D1F-E56C-4A7F-9BF7-19222189EA2C}"/>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11 / 35</a:t>
            </a:r>
          </a:p>
        </p:txBody>
      </p:sp>
      <p:sp>
        <p:nvSpPr>
          <p:cNvPr id="97" name="timing-word-0">
            <a:extLst>
              <a:ext uri="{FF2B5EF4-FFF2-40B4-BE49-F238E27FC236}">
                <ns2:creationId id="{92DA5CBD-1C6E-4956-85FD-70F2476AC24B}"/>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‏08:15</a:t>
            </a:r>
          </a:p>
        </p:txBody>
      </p:sp>
      <p:sp>
        <p:nvSpPr>
          <p:cNvPr id="98" name="timing-word-1">
            <a:extLst>
              <a:ext uri="{FF2B5EF4-FFF2-40B4-BE49-F238E27FC236}">
                <ns2:creationId id="{C8527724-51BB-452B-9960-F1DE641F8884}"/>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9" name="timing-word-2">
            <a:extLst>
              <a:ext uri="{FF2B5EF4-FFF2-40B4-BE49-F238E27FC236}">
                <ns2:creationId id="{191C3CDA-2EDC-46C1-85BC-6BBC6A2148D0}"/>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‏09:15</a:t>
            </a:r>
          </a:p>
        </p:txBody>
      </p:sp>
      <p:sp>
        <p:nvSpPr>
          <p:cNvPr id="100" name="timing-word-3">
            <a:extLst>
              <a:ext uri="{FF2B5EF4-FFF2-40B4-BE49-F238E27FC236}">
                <ns2:creationId id="{501CCE1A-7C5B-48C2-8E29-9B6D66F7552F}"/>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101" name="timing-word-4">
            <a:extLst>
              <a:ext uri="{FF2B5EF4-FFF2-40B4-BE49-F238E27FC236}">
                <ns2:creationId id="{574141D7-63B0-4DAB-97AA-2BA07CAD4B42}"/>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834401630"/>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5" name="title-word-0">
            <a:extLst>
              <a:ext uri="{FF2B5EF4-FFF2-40B4-BE49-F238E27FC236}">
                <ns2:creationId id="{BD389F10-9AFF-46F8-A3F6-2B1BE89579F1}"/>
              </a:ext>
            </a:extLst>
          </p:cNvPr>
          <p:cNvSpPr>
            <a:spLocks noGrp="1"/>
          </p:cNvSpPr>
          <p:nvPr/>
        </p:nvSpPr>
        <p:spPr>
          <a:xfrm>
            <a:off x="10892885" y="571500"/>
            <a:ext cx="55616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‏זקן</a:t>
            </a:r>
          </a:p>
        </p:txBody>
      </p:sp>
      <p:sp>
        <p:nvSpPr>
          <p:cNvPr id="2" name="title-word-1">
            <a:extLst>
              <a:ext uri="{FF2B5EF4-FFF2-40B4-BE49-F238E27FC236}">
                <ns2:creationId id="{9ABA7CDD-886C-439F-AC93-A037AFB59E6E}"/>
              </a:ext>
            </a:extLst>
          </p:cNvPr>
          <p:cNvSpPr>
            <a:spLocks noGrp="1"/>
          </p:cNvSpPr>
          <p:nvPr/>
        </p:nvSpPr>
        <p:spPr>
          <a:xfrm>
            <a:off x="9711404" y="571500"/>
            <a:ext cx="108413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‏ושפם:</a:t>
            </a:r>
          </a:p>
        </p:txBody>
      </p:sp>
      <p:sp>
        <p:nvSpPr>
          <p:cNvPr id="3" name="title-word-2">
            <a:extLst>
              <a:ext uri="{FF2B5EF4-FFF2-40B4-BE49-F238E27FC236}">
                <ns2:creationId id="{2B413091-5D33-4530-9338-4D6D523967FE}"/>
              </a:ext>
            </a:extLst>
          </p:cNvPr>
          <p:cNvSpPr>
            <a:spLocks noGrp="1"/>
          </p:cNvSpPr>
          <p:nvPr/>
        </p:nvSpPr>
        <p:spPr>
          <a:xfrm>
            <a:off x="8780621" y="571500"/>
            <a:ext cx="83343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‏צורה</a:t>
            </a:r>
          </a:p>
        </p:txBody>
      </p:sp>
      <p:sp>
        <p:nvSpPr>
          <p:cNvPr id="4" name="title-word-3">
            <a:extLst>
              <a:ext uri="{FF2B5EF4-FFF2-40B4-BE49-F238E27FC236}">
                <ns2:creationId id="{2DD8D933-3C83-4CEF-ADF0-A853448EC374}"/>
              </a:ext>
            </a:extLst>
          </p:cNvPr>
          <p:cNvSpPr>
            <a:spLocks noGrp="1"/>
          </p:cNvSpPr>
          <p:nvPr/>
        </p:nvSpPr>
        <p:spPr>
          <a:xfrm>
            <a:off x="7215092" y="571500"/>
            <a:ext cx="146818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‏ותחזוקה</a:t>
            </a:r>
          </a:p>
        </p:txBody>
      </p:sp>
      <p:sp>
        <p:nvSpPr>
          <p:cNvPr id="5" name="body-1-1-word-0">
            <a:extLst>
              <a:ext uri="{FF2B5EF4-FFF2-40B4-BE49-F238E27FC236}">
                <ns2:creationId id="{A7EC386B-2F33-427D-AA01-390CDCFDBE01}"/>
              </a:ext>
            </a:extLst>
          </p:cNvPr>
          <p:cNvSpPr>
            <a:spLocks noGrp="1"/>
          </p:cNvSpPr>
          <p:nvPr/>
        </p:nvSpPr>
        <p:spPr>
          <a:xfrm>
            <a:off x="10849070"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6" name="body-1-1-word-1">
            <a:extLst>
              <a:ext uri="{FF2B5EF4-FFF2-40B4-BE49-F238E27FC236}">
                <ns2:creationId id="{AFBE8840-18CA-41E5-AD33-EA1897E2BBA3}"/>
              </a:ext>
            </a:extLst>
          </p:cNvPr>
          <p:cNvSpPr>
            <a:spLocks noGrp="1"/>
          </p:cNvSpPr>
          <p:nvPr/>
        </p:nvSpPr>
        <p:spPr>
          <a:xfrm>
            <a:off x="10423398" y="1762125"/>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7" name="body-1-1-word-2">
            <a:extLst>
              <a:ext uri="{FF2B5EF4-FFF2-40B4-BE49-F238E27FC236}">
                <ns2:creationId id="{8521C996-154D-4BD6-A891-55171397CB1C}"/>
              </a:ext>
            </a:extLst>
          </p:cNvPr>
          <p:cNvSpPr>
            <a:spLocks noGrp="1"/>
          </p:cNvSpPr>
          <p:nvPr/>
        </p:nvSpPr>
        <p:spPr>
          <a:xfrm>
            <a:off x="9869614" y="1762125"/>
            <a:ext cx="4934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‏מלא</a:t>
            </a:r>
          </a:p>
        </p:txBody>
      </p:sp>
      <p:sp>
        <p:nvSpPr>
          <p:cNvPr id="8" name="body-1-1-word-3">
            <a:extLst>
              <a:ext uri="{FF2B5EF4-FFF2-40B4-BE49-F238E27FC236}">
                <ns2:creationId id="{84BA4572-2CE1-4743-8F9C-F8D390F67ACA}"/>
              </a:ext>
            </a:extLst>
          </p:cNvPr>
          <p:cNvSpPr>
            <a:spLocks noGrp="1"/>
          </p:cNvSpPr>
          <p:nvPr/>
        </p:nvSpPr>
        <p:spPr>
          <a:xfrm>
            <a:off x="8865870" y="1762125"/>
            <a:ext cx="9434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‏מהפאות</a:t>
            </a:r>
          </a:p>
        </p:txBody>
      </p:sp>
      <p:sp>
        <p:nvSpPr>
          <p:cNvPr id="9" name="body-1-1-word-4">
            <a:extLst>
              <a:ext uri="{FF2B5EF4-FFF2-40B4-BE49-F238E27FC236}">
                <ns2:creationId id="{BB98296D-EC74-4B61-B6D2-9EA02BAB0D1A}"/>
              </a:ext>
            </a:extLst>
          </p:cNvPr>
          <p:cNvSpPr>
            <a:spLocks noGrp="1"/>
          </p:cNvSpPr>
          <p:nvPr/>
        </p:nvSpPr>
        <p:spPr>
          <a:xfrm>
            <a:off x="8410003" y="1762125"/>
            <a:ext cx="3955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‏ועד</a:t>
            </a:r>
          </a:p>
        </p:txBody>
      </p:sp>
      <p:sp>
        <p:nvSpPr>
          <p:cNvPr id="10" name="body-1-1-word-5">
            <a:extLst>
              <a:ext uri="{FF2B5EF4-FFF2-40B4-BE49-F238E27FC236}">
                <ns2:creationId id="{C9647264-17B2-428B-813B-E2C9FD5FF310}"/>
              </a:ext>
            </a:extLst>
          </p:cNvPr>
          <p:cNvSpPr>
            <a:spLocks noGrp="1"/>
          </p:cNvSpPr>
          <p:nvPr/>
        </p:nvSpPr>
        <p:spPr>
          <a:xfrm>
            <a:off x="7490841" y="1762125"/>
            <a:ext cx="8588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‏הסנטר,</a:t>
            </a:r>
          </a:p>
        </p:txBody>
      </p:sp>
      <p:sp>
        <p:nvSpPr>
          <p:cNvPr id="11" name="body-1-1-word-6">
            <a:extLst>
              <a:ext uri="{FF2B5EF4-FFF2-40B4-BE49-F238E27FC236}">
                <ns2:creationId id="{B30161FA-7C9E-4B2F-B968-5861F7C6DE4A}"/>
              </a:ext>
            </a:extLst>
          </p:cNvPr>
          <p:cNvSpPr>
            <a:spLocks noGrp="1"/>
          </p:cNvSpPr>
          <p:nvPr/>
        </p:nvSpPr>
        <p:spPr>
          <a:xfrm>
            <a:off x="6935248" y="1762125"/>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‏כולל</a:t>
            </a:r>
          </a:p>
        </p:txBody>
      </p:sp>
      <p:sp>
        <p:nvSpPr>
          <p:cNvPr id="12" name="body-1-1-word-7">
            <a:extLst>
              <a:ext uri="{FF2B5EF4-FFF2-40B4-BE49-F238E27FC236}">
                <ns2:creationId id="{6B2E56AB-4660-4241-9060-86EB926DB40A}"/>
              </a:ext>
            </a:extLst>
          </p:cNvPr>
          <p:cNvSpPr>
            <a:spLocks noGrp="1"/>
          </p:cNvSpPr>
          <p:nvPr/>
        </p:nvSpPr>
        <p:spPr>
          <a:xfrm>
            <a:off x="6241351" y="1762125"/>
            <a:ext cx="63360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‏שפם,</a:t>
            </a:r>
          </a:p>
        </p:txBody>
      </p:sp>
      <p:sp>
        <p:nvSpPr>
          <p:cNvPr id="13" name="body-1-1-word-8">
            <a:extLst>
              <a:ext uri="{FF2B5EF4-FFF2-40B4-BE49-F238E27FC236}">
                <ns2:creationId id="{B1E1B458-1DBA-45CD-844D-E6AB2F7A8E98}"/>
              </a:ext>
            </a:extLst>
          </p:cNvPr>
          <p:cNvSpPr>
            <a:spLocks noGrp="1"/>
          </p:cNvSpPr>
          <p:nvPr/>
        </p:nvSpPr>
        <p:spPr>
          <a:xfrm>
            <a:off x="5921121"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4" name="body-1-1-word-9">
            <a:extLst>
              <a:ext uri="{FF2B5EF4-FFF2-40B4-BE49-F238E27FC236}">
                <ns2:creationId id="{58052F7E-6250-4ACC-83F8-9BF7ED19B3CD}"/>
              </a:ext>
            </a:extLst>
          </p:cNvPr>
          <p:cNvSpPr>
            <a:spLocks noGrp="1"/>
          </p:cNvSpPr>
          <p:nvPr/>
        </p:nvSpPr>
        <p:spPr>
          <a:xfrm>
            <a:off x="5495449" y="1762125"/>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15" name="body-1-1-word-10">
            <a:extLst>
              <a:ext uri="{FF2B5EF4-FFF2-40B4-BE49-F238E27FC236}">
                <ns2:creationId id="{3DF9D917-9B08-4BC9-9F3B-7DFA444258D7}"/>
              </a:ext>
            </a:extLst>
          </p:cNvPr>
          <p:cNvSpPr>
            <a:spLocks noGrp="1"/>
          </p:cNvSpPr>
          <p:nvPr/>
        </p:nvSpPr>
        <p:spPr>
          <a:xfrm>
            <a:off x="4714113" y="1762125"/>
            <a:ext cx="7210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‏צרפתי</a:t>
            </a:r>
          </a:p>
        </p:txBody>
      </p:sp>
      <p:sp>
        <p:nvSpPr>
          <p:cNvPr id="16" name="body-1-1-word-11">
            <a:extLst>
              <a:ext uri="{FF2B5EF4-FFF2-40B4-BE49-F238E27FC236}">
                <ns2:creationId id="{314DD495-EF07-45BE-8597-AF3D0FF86228}"/>
              </a:ext>
            </a:extLst>
          </p:cNvPr>
          <p:cNvSpPr>
            <a:spLocks noGrp="1"/>
          </p:cNvSpPr>
          <p:nvPr/>
        </p:nvSpPr>
        <p:spPr>
          <a:xfrm>
            <a:off x="3832860" y="1762125"/>
            <a:ext cx="8209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‏מאמצע</a:t>
            </a:r>
          </a:p>
        </p:txBody>
      </p:sp>
      <p:sp>
        <p:nvSpPr>
          <p:cNvPr id="17" name="body-1-1-word-12">
            <a:extLst>
              <a:ext uri="{FF2B5EF4-FFF2-40B4-BE49-F238E27FC236}">
                <ns2:creationId id="{DC149856-E42F-4CE6-AD41-92AFB6658EA2}"/>
              </a:ext>
            </a:extLst>
          </p:cNvPr>
          <p:cNvSpPr>
            <a:spLocks noGrp="1"/>
          </p:cNvSpPr>
          <p:nvPr/>
        </p:nvSpPr>
        <p:spPr>
          <a:xfrm>
            <a:off x="3073527" y="1762125"/>
            <a:ext cx="6990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‏הפנים</a:t>
            </a:r>
          </a:p>
        </p:txBody>
      </p:sp>
      <p:sp>
        <p:nvSpPr>
          <p:cNvPr id="18" name="body-1-1-word-13">
            <a:extLst>
              <a:ext uri="{FF2B5EF4-FFF2-40B4-BE49-F238E27FC236}">
                <ns2:creationId id="{361F0C86-CC97-4F35-BB4E-0D66FD3EC15C}"/>
              </a:ext>
            </a:extLst>
          </p:cNvPr>
          <p:cNvSpPr>
            <a:spLocks noGrp="1"/>
          </p:cNvSpPr>
          <p:nvPr/>
        </p:nvSpPr>
        <p:spPr>
          <a:xfrm>
            <a:off x="2617660" y="1762125"/>
            <a:ext cx="3955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‏ועד</a:t>
            </a:r>
          </a:p>
        </p:txBody>
      </p:sp>
      <p:sp>
        <p:nvSpPr>
          <p:cNvPr id="19" name="body-1-1-word-14">
            <a:extLst>
              <a:ext uri="{FF2B5EF4-FFF2-40B4-BE49-F238E27FC236}">
                <ns2:creationId id="{7B3BB529-B9A9-4D4C-9D3B-31620DB7B4AC}"/>
              </a:ext>
            </a:extLst>
          </p:cNvPr>
          <p:cNvSpPr>
            <a:spLocks noGrp="1"/>
          </p:cNvSpPr>
          <p:nvPr/>
        </p:nvSpPr>
        <p:spPr>
          <a:xfrm>
            <a:off x="1698498" y="1762125"/>
            <a:ext cx="8588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‏הסנטר,</a:t>
            </a:r>
          </a:p>
        </p:txBody>
      </p:sp>
      <p:sp>
        <p:nvSpPr>
          <p:cNvPr id="20" name="body-1-1-word-15">
            <a:extLst>
              <a:ext uri="{FF2B5EF4-FFF2-40B4-BE49-F238E27FC236}">
                <ns2:creationId id="{C0EEEB00-D6EA-4525-95E4-10112BEBF6E7}"/>
              </a:ext>
            </a:extLst>
          </p:cNvPr>
          <p:cNvSpPr>
            <a:spLocks noGrp="1"/>
          </p:cNvSpPr>
          <p:nvPr/>
        </p:nvSpPr>
        <p:spPr>
          <a:xfrm>
            <a:off x="1142905" y="1762125"/>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‏כולל</a:t>
            </a:r>
          </a:p>
        </p:txBody>
      </p:sp>
      <p:sp>
        <p:nvSpPr>
          <p:cNvPr id="21" name="body-1-2-word-0">
            <a:extLst>
              <a:ext uri="{FF2B5EF4-FFF2-40B4-BE49-F238E27FC236}">
                <ns2:creationId id="{1834F2F6-6352-44F1-81E1-E3B8224091F0}"/>
              </a:ext>
            </a:extLst>
          </p:cNvPr>
          <p:cNvSpPr>
            <a:spLocks noGrp="1"/>
          </p:cNvSpPr>
          <p:nvPr/>
        </p:nvSpPr>
        <p:spPr>
          <a:xfrm>
            <a:off x="10815447" y="2113598"/>
            <a:ext cx="63360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‏שפם.</a:t>
            </a:r>
          </a:p>
        </p:txBody>
      </p:sp>
      <p:sp>
        <p:nvSpPr>
          <p:cNvPr id="22" name="body-1-2-word-1">
            <a:extLst>
              <a:ext uri="{FF2B5EF4-FFF2-40B4-BE49-F238E27FC236}">
                <ns2:creationId id="{AFBA61D5-7211-4BA2-A81D-40E0218A5228}"/>
              </a:ext>
            </a:extLst>
          </p:cNvPr>
          <p:cNvSpPr>
            <a:spLocks noGrp="1"/>
          </p:cNvSpPr>
          <p:nvPr/>
        </p:nvSpPr>
        <p:spPr>
          <a:xfrm>
            <a:off x="9995345" y="2113598"/>
            <a:ext cx="7598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‏הטופס</a:t>
            </a:r>
          </a:p>
        </p:txBody>
      </p:sp>
      <p:sp>
        <p:nvSpPr>
          <p:cNvPr id="23" name="body-1-2-word-2">
            <a:extLst>
              <a:ext uri="{FF2B5EF4-FFF2-40B4-BE49-F238E27FC236}">
                <ns2:creationId id="{E46C9A7B-FEBB-4A83-AEFB-AD97F25C43DC}"/>
              </a:ext>
            </a:extLst>
          </p:cNvPr>
          <p:cNvSpPr>
            <a:spLocks noGrp="1"/>
          </p:cNvSpPr>
          <p:nvPr/>
        </p:nvSpPr>
        <p:spPr>
          <a:xfrm>
            <a:off x="9148286" y="2113598"/>
            <a:ext cx="7867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‏הרשמי</a:t>
            </a:r>
          </a:p>
        </p:txBody>
      </p:sp>
      <p:sp>
        <p:nvSpPr>
          <p:cNvPr id="24" name="body-1-2-word-3">
            <a:extLst>
              <a:ext uri="{FF2B5EF4-FFF2-40B4-BE49-F238E27FC236}">
                <ns2:creationId id="{7107EB65-8341-4B47-AED2-26A6AB02589B}"/>
              </a:ext>
            </a:extLst>
          </p:cNvPr>
          <p:cNvSpPr>
            <a:spLocks noGrp="1"/>
          </p:cNvSpPr>
          <p:nvPr/>
        </p:nvSpPr>
        <p:spPr>
          <a:xfrm>
            <a:off x="8592693" y="2113598"/>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‏כולל</a:t>
            </a:r>
          </a:p>
        </p:txBody>
      </p:sp>
      <p:sp>
        <p:nvSpPr>
          <p:cNvPr id="25" name="body-1-2-word-4">
            <a:extLst>
              <a:ext uri="{FF2B5EF4-FFF2-40B4-BE49-F238E27FC236}">
                <ns2:creationId id="{FCD150BA-01B9-4C42-A8B1-F2E5C3F33AA5}"/>
              </a:ext>
            </a:extLst>
          </p:cNvPr>
          <p:cNvSpPr>
            <a:spLocks noGrp="1"/>
          </p:cNvSpPr>
          <p:nvPr/>
        </p:nvSpPr>
        <p:spPr>
          <a:xfrm>
            <a:off x="8218742" y="2113598"/>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26" name="body-1-2-word-5">
            <a:extLst>
              <a:ext uri="{FF2B5EF4-FFF2-40B4-BE49-F238E27FC236}">
                <ns2:creationId id="{A5EEF19B-C9A1-467D-9D80-D2F0C7FD6397}"/>
              </a:ext>
            </a:extLst>
          </p:cNvPr>
          <p:cNvSpPr>
            <a:spLocks noGrp="1"/>
          </p:cNvSpPr>
          <p:nvPr/>
        </p:nvSpPr>
        <p:spPr>
          <a:xfrm>
            <a:off x="7214902" y="2113598"/>
            <a:ext cx="9435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‏אפשרות</a:t>
            </a:r>
          </a:p>
        </p:txBody>
      </p:sp>
      <p:sp>
        <p:nvSpPr>
          <p:cNvPr id="27" name="body-1-2-word-6">
            <a:extLst>
              <a:ext uri="{FF2B5EF4-FFF2-40B4-BE49-F238E27FC236}">
                <ns2:creationId id="{709B1353-70AE-4DDF-9047-6DB8718EDBCD}"/>
              </a:ext>
            </a:extLst>
          </p:cNvPr>
          <p:cNvSpPr>
            <a:spLocks noGrp="1"/>
          </p:cNvSpPr>
          <p:nvPr/>
        </p:nvSpPr>
        <p:spPr>
          <a:xfrm>
            <a:off x="6388799" y="2113598"/>
            <a:ext cx="7658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‏לשפם.</a:t>
            </a:r>
          </a:p>
        </p:txBody>
      </p:sp>
      <p:sp>
        <p:nvSpPr>
          <p:cNvPr id="28" name="body-2-1-word-0">
            <a:extLst>
              <a:ext uri="{FF2B5EF4-FFF2-40B4-BE49-F238E27FC236}">
                <ns2:creationId id="{162EC3AD-7485-451D-94A2-BDED326E2823}"/>
              </a:ext>
            </a:extLst>
          </p:cNvPr>
          <p:cNvSpPr>
            <a:spLocks noGrp="1"/>
          </p:cNvSpPr>
          <p:nvPr/>
        </p:nvSpPr>
        <p:spPr>
          <a:xfrm>
            <a:off x="10911650" y="2655570"/>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29" name="body-2-1-word-1">
            <a:extLst>
              <a:ext uri="{FF2B5EF4-FFF2-40B4-BE49-F238E27FC236}">
                <ns2:creationId id="{5B8121D9-EF7B-4BB1-AFF7-9DE46300F03A}"/>
              </a:ext>
            </a:extLst>
          </p:cNvPr>
          <p:cNvSpPr>
            <a:spLocks noGrp="1"/>
          </p:cNvSpPr>
          <p:nvPr/>
        </p:nvSpPr>
        <p:spPr>
          <a:xfrm>
            <a:off x="10054685" y="2655570"/>
            <a:ext cx="7966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‏והשפם</a:t>
            </a:r>
          </a:p>
        </p:txBody>
      </p:sp>
      <p:sp>
        <p:nvSpPr>
          <p:cNvPr id="30" name="body-2-1-word-2">
            <a:extLst>
              <a:ext uri="{FF2B5EF4-FFF2-40B4-BE49-F238E27FC236}">
                <ns2:creationId id="{24A497D0-F86C-41FF-A1FA-ACBA292E3413}"/>
              </a:ext>
            </a:extLst>
          </p:cNvPr>
          <p:cNvSpPr>
            <a:spLocks noGrp="1"/>
          </p:cNvSpPr>
          <p:nvPr/>
        </p:nvSpPr>
        <p:spPr>
          <a:xfrm>
            <a:off x="9239822" y="2655570"/>
            <a:ext cx="7545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‏צריכים</a:t>
            </a:r>
          </a:p>
        </p:txBody>
      </p:sp>
      <p:sp>
        <p:nvSpPr>
          <p:cNvPr id="31" name="body-2-1-word-3">
            <a:extLst>
              <a:ext uri="{FF2B5EF4-FFF2-40B4-BE49-F238E27FC236}">
                <ns2:creationId id="{6CD097A1-A193-435B-8BC4-2A8C9A1F405F}"/>
              </a:ext>
            </a:extLst>
          </p:cNvPr>
          <p:cNvSpPr>
            <a:spLocks noGrp="1"/>
          </p:cNvSpPr>
          <p:nvPr/>
        </p:nvSpPr>
        <p:spPr>
          <a:xfrm>
            <a:off x="8522113" y="2655570"/>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32" name="body-2-1-word-4">
            <a:extLst>
              <a:ext uri="{FF2B5EF4-FFF2-40B4-BE49-F238E27FC236}">
                <ns2:creationId id="{F4BD5A0F-716A-4037-9371-B8D62B71D3D4}"/>
              </a:ext>
            </a:extLst>
          </p:cNvPr>
          <p:cNvSpPr>
            <a:spLocks noGrp="1"/>
          </p:cNvSpPr>
          <p:nvPr/>
        </p:nvSpPr>
        <p:spPr>
          <a:xfrm>
            <a:off x="7494651" y="2655570"/>
            <a:ext cx="9671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‏מסודרים</a:t>
            </a:r>
          </a:p>
        </p:txBody>
      </p:sp>
      <p:sp>
        <p:nvSpPr>
          <p:cNvPr id="33" name="body-2-1-word-5">
            <a:extLst>
              <a:ext uri="{FF2B5EF4-FFF2-40B4-BE49-F238E27FC236}">
                <ns2:creationId id="{9B639CBA-A2D6-44D4-890C-B12F20897A70}"/>
              </a:ext>
            </a:extLst>
          </p:cNvPr>
          <p:cNvSpPr>
            <a:spLocks noGrp="1"/>
          </p:cNvSpPr>
          <p:nvPr/>
        </p:nvSpPr>
        <p:spPr>
          <a:xfrm>
            <a:off x="6467856" y="2655570"/>
            <a:ext cx="9665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‏והולמים.</a:t>
            </a:r>
          </a:p>
        </p:txBody>
      </p:sp>
      <p:sp>
        <p:nvSpPr>
          <p:cNvPr id="34" name="body-2-1-word-6">
            <a:extLst>
              <a:ext uri="{FF2B5EF4-FFF2-40B4-BE49-F238E27FC236}">
                <ns2:creationId id="{BA4A1A0C-221F-4CDB-B34F-9488A170776A}"/>
              </a:ext>
            </a:extLst>
          </p:cNvPr>
          <p:cNvSpPr>
            <a:spLocks noGrp="1"/>
          </p:cNvSpPr>
          <p:nvPr/>
        </p:nvSpPr>
        <p:spPr>
          <a:xfrm>
            <a:off x="6077236" y="265557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35" name="body-2-1-word-7">
            <a:extLst>
              <a:ext uri="{FF2B5EF4-FFF2-40B4-BE49-F238E27FC236}">
                <ns2:creationId id="{3BF8E356-1FD8-47B1-9278-BDE2D591D103}"/>
              </a:ext>
            </a:extLst>
          </p:cNvPr>
          <p:cNvSpPr>
            <a:spLocks noGrp="1"/>
          </p:cNvSpPr>
          <p:nvPr/>
        </p:nvSpPr>
        <p:spPr>
          <a:xfrm>
            <a:off x="5432870" y="2655570"/>
            <a:ext cx="5840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‏ליצור</a:t>
            </a:r>
          </a:p>
        </p:txBody>
      </p:sp>
      <p:sp>
        <p:nvSpPr>
          <p:cNvPr id="36" name="body-2-1-word-8">
            <a:extLst>
              <a:ext uri="{FF2B5EF4-FFF2-40B4-BE49-F238E27FC236}">
                <ns2:creationId id="{3CC3300F-FDBC-47F7-B935-016F5872B283}"/>
              </a:ext>
            </a:extLst>
          </p:cNvPr>
          <p:cNvSpPr>
            <a:spLocks noGrp="1"/>
          </p:cNvSpPr>
          <p:nvPr/>
        </p:nvSpPr>
        <p:spPr>
          <a:xfrm>
            <a:off x="4513421" y="2655570"/>
            <a:ext cx="8591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‏מדרגות</a:t>
            </a:r>
          </a:p>
        </p:txBody>
      </p:sp>
      <p:sp>
        <p:nvSpPr>
          <p:cNvPr id="37" name="body-2-1-word-9">
            <a:extLst>
              <a:ext uri="{FF2B5EF4-FFF2-40B4-BE49-F238E27FC236}">
                <ns2:creationId id="{61E41D48-2AC5-4F4B-91E4-B39C7DA49609}"/>
              </a:ext>
            </a:extLst>
          </p:cNvPr>
          <p:cNvSpPr>
            <a:spLocks noGrp="1"/>
          </p:cNvSpPr>
          <p:nvPr/>
        </p:nvSpPr>
        <p:spPr>
          <a:xfrm>
            <a:off x="3490722" y="2655570"/>
            <a:ext cx="9624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‏במסגרת</a:t>
            </a:r>
          </a:p>
        </p:txBody>
      </p:sp>
      <p:sp>
        <p:nvSpPr>
          <p:cNvPr id="38" name="body-2-1-word-10">
            <a:extLst>
              <a:ext uri="{FF2B5EF4-FFF2-40B4-BE49-F238E27FC236}">
                <ns2:creationId id="{9440EEE5-F991-4E14-BE5D-C30D4AE0C7C5}"/>
              </a:ext>
            </a:extLst>
          </p:cNvPr>
          <p:cNvSpPr>
            <a:spLocks noGrp="1"/>
          </p:cNvSpPr>
          <p:nvPr/>
        </p:nvSpPr>
        <p:spPr>
          <a:xfrm>
            <a:off x="2893028" y="2655570"/>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39" name="body-2-1-word-11">
            <a:extLst>
              <a:ext uri="{FF2B5EF4-FFF2-40B4-BE49-F238E27FC236}">
                <ns2:creationId id="{0F62D33C-62D8-4FEB-8ACC-B027A42BE2C6}"/>
              </a:ext>
            </a:extLst>
          </p:cNvPr>
          <p:cNvSpPr>
            <a:spLocks noGrp="1"/>
          </p:cNvSpPr>
          <p:nvPr/>
        </p:nvSpPr>
        <p:spPr>
          <a:xfrm>
            <a:off x="2431923" y="2655570"/>
            <a:ext cx="4008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‏ואין</a:t>
            </a:r>
          </a:p>
        </p:txBody>
      </p:sp>
      <p:sp>
        <p:nvSpPr>
          <p:cNvPr id="40" name="body-2-1-word-12">
            <a:extLst>
              <a:ext uri="{FF2B5EF4-FFF2-40B4-BE49-F238E27FC236}">
                <ns2:creationId id="{4B2CBF9F-D74E-49DC-AFF7-BD2EF3DA92A4}"/>
              </a:ext>
            </a:extLst>
          </p:cNvPr>
          <p:cNvSpPr>
            <a:spLocks noGrp="1"/>
          </p:cNvSpPr>
          <p:nvPr/>
        </p:nvSpPr>
        <p:spPr>
          <a:xfrm>
            <a:off x="1697450" y="2655570"/>
            <a:ext cx="6741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‏לצבוע</a:t>
            </a:r>
          </a:p>
        </p:txBody>
      </p:sp>
      <p:sp>
        <p:nvSpPr>
          <p:cNvPr id="41" name="body-2-1-word-13">
            <a:extLst>
              <a:ext uri="{FF2B5EF4-FFF2-40B4-BE49-F238E27FC236}">
                <ns2:creationId id="{C9D6CC6D-9EDF-4026-BE74-997E318F055D}"/>
              </a:ext>
            </a:extLst>
          </p:cNvPr>
          <p:cNvSpPr>
            <a:spLocks noGrp="1"/>
          </p:cNvSpPr>
          <p:nvPr/>
        </p:nvSpPr>
        <p:spPr>
          <a:xfrm>
            <a:off x="1264063" y="265557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2" name="body-2-2-word-0">
            <a:extLst>
              <a:ext uri="{FF2B5EF4-FFF2-40B4-BE49-F238E27FC236}">
                <ns2:creationId id="{78BEB8A2-F139-4A2E-B7EF-2FDDA5E30FAD}"/>
              </a:ext>
            </a:extLst>
          </p:cNvPr>
          <p:cNvSpPr>
            <a:spLocks noGrp="1"/>
          </p:cNvSpPr>
          <p:nvPr/>
        </p:nvSpPr>
        <p:spPr>
          <a:xfrm>
            <a:off x="10854880" y="3007043"/>
            <a:ext cx="594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‏שיער</a:t>
            </a:r>
          </a:p>
        </p:txBody>
      </p:sp>
      <p:sp>
        <p:nvSpPr>
          <p:cNvPr id="43" name="body-2-2-word-1">
            <a:extLst>
              <a:ext uri="{FF2B5EF4-FFF2-40B4-BE49-F238E27FC236}">
                <ns2:creationId id="{29292CAF-B73A-4C9E-AFF5-D5284AEA0C0C}"/>
              </a:ext>
            </a:extLst>
          </p:cNvPr>
          <p:cNvSpPr>
            <a:spLocks noGrp="1"/>
          </p:cNvSpPr>
          <p:nvPr/>
        </p:nvSpPr>
        <p:spPr>
          <a:xfrm>
            <a:off x="10177748" y="3007043"/>
            <a:ext cx="61683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44" name="body-3-1-word-0">
            <a:extLst>
              <a:ext uri="{FF2B5EF4-FFF2-40B4-BE49-F238E27FC236}">
                <ns2:creationId id="{7E04A848-BE5D-46F6-98E9-A9BA1AAF2783}"/>
              </a:ext>
            </a:extLst>
          </p:cNvPr>
          <p:cNvSpPr>
            <a:spLocks noGrp="1"/>
          </p:cNvSpPr>
          <p:nvPr/>
        </p:nvSpPr>
        <p:spPr>
          <a:xfrm>
            <a:off x="10849070" y="354901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45" name="body-3-1-word-1">
            <a:extLst>
              <a:ext uri="{FF2B5EF4-FFF2-40B4-BE49-F238E27FC236}">
                <ns2:creationId id="{93414055-2406-483E-ADEA-D3EB99EAC122}"/>
              </a:ext>
            </a:extLst>
          </p:cNvPr>
          <p:cNvSpPr>
            <a:spLocks noGrp="1"/>
          </p:cNvSpPr>
          <p:nvPr/>
        </p:nvSpPr>
        <p:spPr>
          <a:xfrm>
            <a:off x="10173081" y="3549015"/>
            <a:ext cx="6156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‏לסדר</a:t>
            </a:r>
          </a:p>
        </p:txBody>
      </p:sp>
      <p:sp>
        <p:nvSpPr>
          <p:cNvPr id="46" name="body-3-1-word-2">
            <a:extLst>
              <a:ext uri="{FF2B5EF4-FFF2-40B4-BE49-F238E27FC236}">
                <ns2:creationId id="{409FA00A-81FE-4606-94D9-0ED29FD27BDF}"/>
              </a:ext>
            </a:extLst>
          </p:cNvPr>
          <p:cNvSpPr>
            <a:spLocks noGrp="1"/>
          </p:cNvSpPr>
          <p:nvPr/>
        </p:nvSpPr>
        <p:spPr>
          <a:xfrm>
            <a:off x="9739694"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7" name="body-3-1-word-3">
            <a:extLst>
              <a:ext uri="{FF2B5EF4-FFF2-40B4-BE49-F238E27FC236}">
                <ns2:creationId id="{CF21256E-1B70-4E0E-AC0A-DD48E781FA69}"/>
              </a:ext>
            </a:extLst>
          </p:cNvPr>
          <p:cNvSpPr>
            <a:spLocks noGrp="1"/>
          </p:cNvSpPr>
          <p:nvPr/>
        </p:nvSpPr>
        <p:spPr>
          <a:xfrm>
            <a:off x="9142000" y="3549015"/>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48" name="body-3-1-word-4">
            <a:extLst>
              <a:ext uri="{FF2B5EF4-FFF2-40B4-BE49-F238E27FC236}">
                <ns2:creationId id="{902082A8-4093-4DEF-819B-18B554D7BFFD}"/>
              </a:ext>
            </a:extLst>
          </p:cNvPr>
          <p:cNvSpPr>
            <a:spLocks noGrp="1"/>
          </p:cNvSpPr>
          <p:nvPr/>
        </p:nvSpPr>
        <p:spPr>
          <a:xfrm>
            <a:off x="8205692" y="3549015"/>
            <a:ext cx="876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‏והשפם,</a:t>
            </a:r>
          </a:p>
        </p:txBody>
      </p:sp>
      <p:sp>
        <p:nvSpPr>
          <p:cNvPr id="49" name="body-3-1-word-5">
            <a:extLst>
              <a:ext uri="{FF2B5EF4-FFF2-40B4-BE49-F238E27FC236}">
                <ns2:creationId id="{861683B5-9E34-40A7-B6C8-5D3EAF7DF302}"/>
              </a:ext>
            </a:extLst>
          </p:cNvPr>
          <p:cNvSpPr>
            <a:spLocks noGrp="1"/>
          </p:cNvSpPr>
          <p:nvPr/>
        </p:nvSpPr>
        <p:spPr>
          <a:xfrm>
            <a:off x="7810405" y="3549015"/>
            <a:ext cx="3349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‏אך</a:t>
            </a:r>
          </a:p>
        </p:txBody>
      </p:sp>
      <p:sp>
        <p:nvSpPr>
          <p:cNvPr id="50" name="body-3-1-word-6">
            <a:extLst>
              <a:ext uri="{FF2B5EF4-FFF2-40B4-BE49-F238E27FC236}">
                <ns2:creationId id="{50EA9CD9-9664-405B-B492-A0F4C1CC7B60}"/>
              </a:ext>
            </a:extLst>
          </p:cNvPr>
          <p:cNvSpPr>
            <a:spLocks noGrp="1"/>
          </p:cNvSpPr>
          <p:nvPr/>
        </p:nvSpPr>
        <p:spPr>
          <a:xfrm>
            <a:off x="7419785" y="354901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51" name="body-3-1-word-7">
            <a:extLst>
              <a:ext uri="{FF2B5EF4-FFF2-40B4-BE49-F238E27FC236}">
                <ns2:creationId id="{432C76F6-92F5-49E8-88FC-89D47196B1F9}"/>
              </a:ext>
            </a:extLst>
          </p:cNvPr>
          <p:cNvSpPr>
            <a:spLocks noGrp="1"/>
          </p:cNvSpPr>
          <p:nvPr/>
        </p:nvSpPr>
        <p:spPr>
          <a:xfrm>
            <a:off x="6772942" y="3549015"/>
            <a:ext cx="5865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‏לקצץ</a:t>
            </a:r>
          </a:p>
        </p:txBody>
      </p:sp>
      <p:sp>
        <p:nvSpPr>
          <p:cNvPr id="52" name="body-3-1-word-8">
            <a:extLst>
              <a:ext uri="{FF2B5EF4-FFF2-40B4-BE49-F238E27FC236}">
                <ns2:creationId id="{F9B2A60C-A2BF-43D8-988A-577CD3427A7D}"/>
              </a:ext>
            </a:extLst>
          </p:cNvPr>
          <p:cNvSpPr>
            <a:spLocks noGrp="1"/>
          </p:cNvSpPr>
          <p:nvPr/>
        </p:nvSpPr>
        <p:spPr>
          <a:xfrm>
            <a:off x="6098096" y="3549015"/>
            <a:ext cx="6145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‏אותם</a:t>
            </a:r>
          </a:p>
        </p:txBody>
      </p:sp>
      <p:sp>
        <p:nvSpPr>
          <p:cNvPr id="53" name="body-3-1-word-9">
            <a:extLst>
              <a:ext uri="{FF2B5EF4-FFF2-40B4-BE49-F238E27FC236}">
                <ns2:creationId id="{EF580712-948E-4140-A27E-3743826030C0}"/>
              </a:ext>
            </a:extLst>
          </p:cNvPr>
          <p:cNvSpPr>
            <a:spLocks noGrp="1"/>
          </p:cNvSpPr>
          <p:nvPr/>
        </p:nvSpPr>
        <p:spPr>
          <a:xfrm>
            <a:off x="5712714" y="3549015"/>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54" name="body-3-1-word-10">
            <a:extLst>
              <a:ext uri="{FF2B5EF4-FFF2-40B4-BE49-F238E27FC236}">
                <ns2:creationId id="{D7AE97A5-7F0F-41E2-96E2-34AD1474C7B3}"/>
              </a:ext>
            </a:extLst>
          </p:cNvPr>
          <p:cNvSpPr>
            <a:spLocks noGrp="1"/>
          </p:cNvSpPr>
          <p:nvPr/>
        </p:nvSpPr>
        <p:spPr>
          <a:xfrm>
            <a:off x="5276469" y="3549015"/>
            <a:ext cx="3759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‏כדי</a:t>
            </a:r>
          </a:p>
        </p:txBody>
      </p:sp>
      <p:sp>
        <p:nvSpPr>
          <p:cNvPr id="55" name="body-3-1-word-11">
            <a:extLst>
              <a:ext uri="{FF2B5EF4-FFF2-40B4-BE49-F238E27FC236}">
                <ns2:creationId id="{14195D3F-0675-4510-9FEC-B48A25D44B71}"/>
              </a:ext>
            </a:extLst>
          </p:cNvPr>
          <p:cNvSpPr>
            <a:spLocks noGrp="1"/>
          </p:cNvSpPr>
          <p:nvPr/>
        </p:nvSpPr>
        <p:spPr>
          <a:xfrm>
            <a:off x="4530852" y="3549015"/>
            <a:ext cx="6853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‏זיפים.</a:t>
            </a:r>
          </a:p>
        </p:txBody>
      </p:sp>
      <p:sp>
        <p:nvSpPr>
          <p:cNvPr id="56" name="body-3-1-word-12">
            <a:extLst>
              <a:ext uri="{FF2B5EF4-FFF2-40B4-BE49-F238E27FC236}">
                <ns2:creationId id="{04B16F5B-07CB-44F9-8570-951EA890D464}"/>
              </a:ext>
            </a:extLst>
          </p:cNvPr>
          <p:cNvSpPr>
            <a:spLocks noGrp="1"/>
          </p:cNvSpPr>
          <p:nvPr/>
        </p:nvSpPr>
        <p:spPr>
          <a:xfrm>
            <a:off x="4105180" y="3549015"/>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57" name="body-3-1-word-13">
            <a:extLst>
              <a:ext uri="{FF2B5EF4-FFF2-40B4-BE49-F238E27FC236}">
                <ns2:creationId id="{FDAFB643-C5E0-4A3F-A11B-AC969710E813}"/>
              </a:ext>
            </a:extLst>
          </p:cNvPr>
          <p:cNvSpPr>
            <a:spLocks noGrp="1"/>
          </p:cNvSpPr>
          <p:nvPr/>
        </p:nvSpPr>
        <p:spPr>
          <a:xfrm>
            <a:off x="3310033" y="3549015"/>
            <a:ext cx="7348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‏שעדיין</a:t>
            </a:r>
          </a:p>
        </p:txBody>
      </p:sp>
      <p:sp>
        <p:nvSpPr>
          <p:cNvPr id="58" name="body-3-1-word-14">
            <a:extLst>
              <a:ext uri="{FF2B5EF4-FFF2-40B4-BE49-F238E27FC236}">
                <ns2:creationId id="{6E6BC4DA-CD93-4BEA-84E5-E471D9DC3A9C}"/>
              </a:ext>
            </a:extLst>
          </p:cNvPr>
          <p:cNvSpPr>
            <a:spLocks noGrp="1"/>
          </p:cNvSpPr>
          <p:nvPr/>
        </p:nvSpPr>
        <p:spPr>
          <a:xfrm>
            <a:off x="2818638" y="3549015"/>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59" name="body-3-1-word-15">
            <a:extLst>
              <a:ext uri="{FF2B5EF4-FFF2-40B4-BE49-F238E27FC236}">
                <ns2:creationId id="{DDCCFEF8-3406-45BC-BB13-08A781E72314}"/>
              </a:ext>
            </a:extLst>
          </p:cNvPr>
          <p:cNvSpPr>
            <a:spLocks noGrp="1"/>
          </p:cNvSpPr>
          <p:nvPr/>
        </p:nvSpPr>
        <p:spPr>
          <a:xfrm>
            <a:off x="2264855" y="3549015"/>
            <a:ext cx="4934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‏מלא</a:t>
            </a:r>
          </a:p>
        </p:txBody>
      </p:sp>
      <p:sp>
        <p:nvSpPr>
          <p:cNvPr id="60" name="body-3-1-word-16">
            <a:extLst>
              <a:ext uri="{FF2B5EF4-FFF2-40B4-BE49-F238E27FC236}">
                <ns2:creationId id="{AD3DC112-8CF1-46CE-9AF7-F0B8877068C6}"/>
              </a:ext>
            </a:extLst>
          </p:cNvPr>
          <p:cNvSpPr>
            <a:spLocks noGrp="1"/>
          </p:cNvSpPr>
          <p:nvPr/>
        </p:nvSpPr>
        <p:spPr>
          <a:xfrm>
            <a:off x="1604582" y="354901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61" name="body-3-2-word-0">
            <a:extLst>
              <a:ext uri="{FF2B5EF4-FFF2-40B4-BE49-F238E27FC236}">
                <ns2:creationId id="{43E9646B-D3F9-41DD-9C65-3179E05ABF02}"/>
              </a:ext>
            </a:extLst>
          </p:cNvPr>
          <p:cNvSpPr>
            <a:spLocks noGrp="1"/>
          </p:cNvSpPr>
          <p:nvPr/>
        </p:nvSpPr>
        <p:spPr>
          <a:xfrm>
            <a:off x="10514648" y="3900488"/>
            <a:ext cx="9344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‏בתקופת</a:t>
            </a:r>
          </a:p>
        </p:txBody>
      </p:sp>
      <p:sp>
        <p:nvSpPr>
          <p:cNvPr id="62" name="body-3-2-word-1">
            <a:extLst>
              <a:ext uri="{FF2B5EF4-FFF2-40B4-BE49-F238E27FC236}">
                <ns2:creationId id="{38BEABD7-1A4D-4232-AECA-83D45BF4E0DF}"/>
              </a:ext>
            </a:extLst>
          </p:cNvPr>
          <p:cNvSpPr>
            <a:spLocks noGrp="1"/>
          </p:cNvSpPr>
          <p:nvPr/>
        </p:nvSpPr>
        <p:spPr>
          <a:xfrm>
            <a:off x="9684734" y="3900488"/>
            <a:ext cx="7696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‏תחילת</a:t>
            </a:r>
          </a:p>
        </p:txBody>
      </p:sp>
      <p:sp>
        <p:nvSpPr>
          <p:cNvPr id="63" name="body-3-2-word-2">
            <a:extLst>
              <a:ext uri="{FF2B5EF4-FFF2-40B4-BE49-F238E27FC236}">
                <ns2:creationId id="{D7E4B1AC-5F5B-4557-8F18-AE5C913D543C}"/>
              </a:ext>
            </a:extLst>
          </p:cNvPr>
          <p:cNvSpPr>
            <a:spLocks noGrp="1"/>
          </p:cNvSpPr>
          <p:nvPr/>
        </p:nvSpPr>
        <p:spPr>
          <a:xfrm>
            <a:off x="8812054" y="3900488"/>
            <a:ext cx="8123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‏הגידול.</a:t>
            </a:r>
          </a:p>
        </p:txBody>
      </p:sp>
      <p:sp>
        <p:nvSpPr>
          <p:cNvPr id="64" name="body-4-1-word-0">
            <a:extLst>
              <a:ext uri="{FF2B5EF4-FFF2-40B4-BE49-F238E27FC236}">
                <ns2:creationId id="{29FA12F8-974E-4C7B-AAE5-F9D5CAA3CFE6}"/>
              </a:ext>
            </a:extLst>
          </p:cNvPr>
          <p:cNvSpPr>
            <a:spLocks noGrp="1"/>
          </p:cNvSpPr>
          <p:nvPr/>
        </p:nvSpPr>
        <p:spPr>
          <a:xfrm>
            <a:off x="11178254" y="4442460"/>
            <a:ext cx="2707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a:t>
            </a:r>
          </a:p>
        </p:txBody>
      </p:sp>
      <p:sp>
        <p:nvSpPr>
          <p:cNvPr id="65" name="body-4-1-word-1">
            <a:extLst>
              <a:ext uri="{FF2B5EF4-FFF2-40B4-BE49-F238E27FC236}">
                <ns2:creationId id="{25E3A07D-A8CC-4627-B3A1-8C72E5E98EAF}"/>
              </a:ext>
            </a:extLst>
          </p:cNvPr>
          <p:cNvSpPr>
            <a:spLocks noGrp="1"/>
          </p:cNvSpPr>
          <p:nvPr/>
        </p:nvSpPr>
        <p:spPr>
          <a:xfrm>
            <a:off x="10488454" y="4442460"/>
            <a:ext cx="6295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‏שאינו</a:t>
            </a:r>
          </a:p>
        </p:txBody>
      </p:sp>
      <p:sp>
        <p:nvSpPr>
          <p:cNvPr id="66" name="body-4-1-word-2">
            <a:extLst>
              <a:ext uri="{FF2B5EF4-FFF2-40B4-BE49-F238E27FC236}">
                <ns2:creationId id="{BB2EF22A-4ED9-4355-8C2C-F001D9CC48BC}"/>
              </a:ext>
            </a:extLst>
          </p:cNvPr>
          <p:cNvSpPr>
            <a:spLocks noGrp="1"/>
          </p:cNvSpPr>
          <p:nvPr/>
        </p:nvSpPr>
        <p:spPr>
          <a:xfrm>
            <a:off x="9836277" y="4442460"/>
            <a:ext cx="5918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‏מגדל</a:t>
            </a:r>
          </a:p>
        </p:txBody>
      </p:sp>
      <p:sp>
        <p:nvSpPr>
          <p:cNvPr id="67" name="body-4-1-word-3">
            <a:extLst>
              <a:ext uri="{FF2B5EF4-FFF2-40B4-BE49-F238E27FC236}">
                <ns2:creationId id="{9B32C082-6084-4799-A060-95BE32E237AE}"/>
              </a:ext>
            </a:extLst>
          </p:cNvPr>
          <p:cNvSpPr>
            <a:spLocks noGrp="1"/>
          </p:cNvSpPr>
          <p:nvPr/>
        </p:nvSpPr>
        <p:spPr>
          <a:xfrm>
            <a:off x="9410605" y="4442460"/>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68" name="body-4-1-word-4">
            <a:extLst>
              <a:ext uri="{FF2B5EF4-FFF2-40B4-BE49-F238E27FC236}">
                <ns2:creationId id="{E81168F5-0AA0-40AA-A5F6-F41E2426723D}"/>
              </a:ext>
            </a:extLst>
          </p:cNvPr>
          <p:cNvSpPr>
            <a:spLocks noGrp="1"/>
          </p:cNvSpPr>
          <p:nvPr/>
        </p:nvSpPr>
        <p:spPr>
          <a:xfrm>
            <a:off x="9090374"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9" name="body-4-1-word-5">
            <a:extLst>
              <a:ext uri="{FF2B5EF4-FFF2-40B4-BE49-F238E27FC236}">
                <ns2:creationId id="{5D314C88-CEE8-4C24-B8D0-80D5C1334D57}"/>
              </a:ext>
            </a:extLst>
          </p:cNvPr>
          <p:cNvSpPr>
            <a:spLocks noGrp="1"/>
          </p:cNvSpPr>
          <p:nvPr/>
        </p:nvSpPr>
        <p:spPr>
          <a:xfrm>
            <a:off x="8475916" y="4442460"/>
            <a:ext cx="5541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‏שפם</a:t>
            </a:r>
          </a:p>
        </p:txBody>
      </p:sp>
      <p:sp>
        <p:nvSpPr>
          <p:cNvPr id="70" name="body-4-1-word-6">
            <a:extLst>
              <a:ext uri="{FF2B5EF4-FFF2-40B4-BE49-F238E27FC236}">
                <ns2:creationId id="{C3337256-DA29-47EA-9D5A-459734E31974}"/>
              </a:ext>
            </a:extLst>
          </p:cNvPr>
          <p:cNvSpPr>
            <a:spLocks noGrp="1"/>
          </p:cNvSpPr>
          <p:nvPr/>
        </p:nvSpPr>
        <p:spPr>
          <a:xfrm>
            <a:off x="7660577" y="4442460"/>
            <a:ext cx="7550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‏בהיתר</a:t>
            </a:r>
          </a:p>
        </p:txBody>
      </p:sp>
      <p:sp>
        <p:nvSpPr>
          <p:cNvPr id="71" name="body-4-1-word-7">
            <a:extLst>
              <a:ext uri="{FF2B5EF4-FFF2-40B4-BE49-F238E27FC236}">
                <ns2:creationId id="{B06B4BEF-0CF6-4A04-915A-625E1ADC7604}"/>
              </a:ext>
            </a:extLst>
          </p:cNvPr>
          <p:cNvSpPr>
            <a:spLocks noGrp="1"/>
          </p:cNvSpPr>
          <p:nvPr/>
        </p:nvSpPr>
        <p:spPr>
          <a:xfrm>
            <a:off x="6871049" y="4442460"/>
            <a:ext cx="7292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‏מקפיד</a:t>
            </a:r>
          </a:p>
        </p:txBody>
      </p:sp>
      <p:sp>
        <p:nvSpPr>
          <p:cNvPr id="72" name="body-4-1-word-8">
            <a:extLst>
              <a:ext uri="{FF2B5EF4-FFF2-40B4-BE49-F238E27FC236}">
                <ns2:creationId id="{516F83CB-4CB4-4788-BA77-539531B81341}"/>
              </a:ext>
            </a:extLst>
          </p:cNvPr>
          <p:cNvSpPr>
            <a:spLocks noGrp="1"/>
          </p:cNvSpPr>
          <p:nvPr/>
        </p:nvSpPr>
        <p:spPr>
          <a:xfrm>
            <a:off x="6498622" y="4442460"/>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73" name="body-4-1-word-9">
            <a:extLst>
              <a:ext uri="{FF2B5EF4-FFF2-40B4-BE49-F238E27FC236}">
                <ns2:creationId id="{6740F659-0E4A-452B-949E-23732A877F8B}"/>
              </a:ext>
            </a:extLst>
          </p:cNvPr>
          <p:cNvSpPr>
            <a:spLocks noGrp="1"/>
          </p:cNvSpPr>
          <p:nvPr/>
        </p:nvSpPr>
        <p:spPr>
          <a:xfrm>
            <a:off x="5829776" y="4442460"/>
            <a:ext cx="6085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‏חובת</a:t>
            </a:r>
          </a:p>
        </p:txBody>
      </p:sp>
      <p:sp>
        <p:nvSpPr>
          <p:cNvPr id="74" name="body-4-1-word-10">
            <a:extLst>
              <a:ext uri="{FF2B5EF4-FFF2-40B4-BE49-F238E27FC236}">
                <ns2:creationId id="{982F1A22-733A-44B8-9D97-A5F850825A92}"/>
              </a:ext>
            </a:extLst>
          </p:cNvPr>
          <p:cNvSpPr>
            <a:spLocks noGrp="1"/>
          </p:cNvSpPr>
          <p:nvPr/>
        </p:nvSpPr>
        <p:spPr>
          <a:xfrm>
            <a:off x="5010626" y="4442460"/>
            <a:ext cx="7588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‏הגילוח</a:t>
            </a:r>
          </a:p>
        </p:txBody>
      </p:sp>
      <p:sp>
        <p:nvSpPr>
          <p:cNvPr id="75" name="body-4-1-word-11">
            <a:extLst>
              <a:ext uri="{FF2B5EF4-FFF2-40B4-BE49-F238E27FC236}">
                <ns2:creationId id="{FA74DA86-FDAD-426F-A3A4-BDAE60E2E8AF}"/>
              </a:ext>
            </a:extLst>
          </p:cNvPr>
          <p:cNvSpPr>
            <a:spLocks noGrp="1"/>
          </p:cNvSpPr>
          <p:nvPr/>
        </p:nvSpPr>
        <p:spPr>
          <a:xfrm>
            <a:off x="4274344" y="4442460"/>
            <a:ext cx="6759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‏החלה</a:t>
            </a:r>
          </a:p>
        </p:txBody>
      </p:sp>
      <p:sp>
        <p:nvSpPr>
          <p:cNvPr id="76" name="body-4-1-word-12">
            <a:extLst>
              <a:ext uri="{FF2B5EF4-FFF2-40B4-BE49-F238E27FC236}">
                <ns2:creationId id="{5AD607A5-3937-49BB-B059-7476EBF8AFBC}"/>
              </a:ext>
            </a:extLst>
          </p:cNvPr>
          <p:cNvSpPr>
            <a:spLocks noGrp="1"/>
          </p:cNvSpPr>
          <p:nvPr/>
        </p:nvSpPr>
        <p:spPr>
          <a:xfrm>
            <a:off x="3681603" y="4442460"/>
            <a:ext cx="5324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‏עליו.</a:t>
            </a:r>
          </a:p>
        </p:txBody>
      </p:sp>
      <p:sp>
        <p:nvSpPr>
          <p:cNvPr id="77" name="body-4-1-word-13">
            <a:extLst>
              <a:ext uri="{FF2B5EF4-FFF2-40B4-BE49-F238E27FC236}">
                <ns2:creationId id="{495BBF9A-87E4-4792-B3EB-8BC5013BEF44}"/>
              </a:ext>
            </a:extLst>
          </p:cNvPr>
          <p:cNvSpPr>
            <a:spLocks noGrp="1"/>
          </p:cNvSpPr>
          <p:nvPr/>
        </p:nvSpPr>
        <p:spPr>
          <a:xfrm>
            <a:off x="2850166" y="4442460"/>
            <a:ext cx="771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‏חריגים</a:t>
            </a:r>
          </a:p>
        </p:txBody>
      </p:sp>
      <p:sp>
        <p:nvSpPr>
          <p:cNvPr id="78" name="body-4-1-word-14">
            <a:extLst>
              <a:ext uri="{FF2B5EF4-FFF2-40B4-BE49-F238E27FC236}">
                <ns2:creationId id="{5CF4237C-1066-43D1-853D-C33EA66BD028}"/>
              </a:ext>
            </a:extLst>
          </p:cNvPr>
          <p:cNvSpPr>
            <a:spLocks noGrp="1"/>
          </p:cNvSpPr>
          <p:nvPr/>
        </p:nvSpPr>
        <p:spPr>
          <a:xfrm>
            <a:off x="1916335" y="4442460"/>
            <a:ext cx="8735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‏רפואיים</a:t>
            </a:r>
          </a:p>
        </p:txBody>
      </p:sp>
      <p:sp>
        <p:nvSpPr>
          <p:cNvPr id="79" name="body-4-1-word-15">
            <a:extLst>
              <a:ext uri="{FF2B5EF4-FFF2-40B4-BE49-F238E27FC236}">
                <ns2:creationId id="{12524C90-0675-4558-ACFD-A69D471DDE1E}"/>
              </a:ext>
            </a:extLst>
          </p:cNvPr>
          <p:cNvSpPr>
            <a:spLocks noGrp="1"/>
          </p:cNvSpPr>
          <p:nvPr/>
        </p:nvSpPr>
        <p:spPr>
          <a:xfrm>
            <a:off x="1596104"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80" name="body-4-1-word-16">
            <a:extLst>
              <a:ext uri="{FF2B5EF4-FFF2-40B4-BE49-F238E27FC236}">
                <ns2:creationId id="{7FC0F309-EF8B-4AAF-9C4E-CA91377D398B}"/>
              </a:ext>
            </a:extLst>
          </p:cNvPr>
          <p:cNvSpPr>
            <a:spLocks noGrp="1"/>
          </p:cNvSpPr>
          <p:nvPr/>
        </p:nvSpPr>
        <p:spPr>
          <a:xfrm>
            <a:off x="866394" y="4442460"/>
            <a:ext cx="6694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‏דתיים</a:t>
            </a:r>
          </a:p>
        </p:txBody>
      </p:sp>
      <p:sp>
        <p:nvSpPr>
          <p:cNvPr id="81" name="body-4-2-word-0">
            <a:extLst>
              <a:ext uri="{FF2B5EF4-FFF2-40B4-BE49-F238E27FC236}">
                <ns2:creationId id="{62D56EE8-BCB0-41C8-966F-17E1DEB77910}"/>
              </a:ext>
            </a:extLst>
          </p:cNvPr>
          <p:cNvSpPr>
            <a:spLocks noGrp="1"/>
          </p:cNvSpPr>
          <p:nvPr/>
        </p:nvSpPr>
        <p:spPr>
          <a:xfrm>
            <a:off x="10479786" y="4793933"/>
            <a:ext cx="9692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‏מטופלים</a:t>
            </a:r>
          </a:p>
        </p:txBody>
      </p:sp>
      <p:sp>
        <p:nvSpPr>
          <p:cNvPr id="82" name="body-4-2-word-1">
            <a:extLst>
              <a:ext uri="{FF2B5EF4-FFF2-40B4-BE49-F238E27FC236}">
                <ns2:creationId id="{2EC1DE76-34CF-442C-A4AA-A7C5F6F70781}"/>
              </a:ext>
            </a:extLst>
          </p:cNvPr>
          <p:cNvSpPr>
            <a:spLocks noGrp="1"/>
          </p:cNvSpPr>
          <p:nvPr/>
        </p:nvSpPr>
        <p:spPr>
          <a:xfrm>
            <a:off x="9565195" y="4793933"/>
            <a:ext cx="8542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‏במסלול</a:t>
            </a:r>
          </a:p>
        </p:txBody>
      </p:sp>
      <p:sp>
        <p:nvSpPr>
          <p:cNvPr id="83" name="body-4-2-word-2">
            <a:extLst>
              <a:ext uri="{FF2B5EF4-FFF2-40B4-BE49-F238E27FC236}">
                <ns2:creationId id="{5E96F905-AB34-4396-A789-FBB3FF7187AD}"/>
              </a:ext>
            </a:extLst>
          </p:cNvPr>
          <p:cNvSpPr>
            <a:spLocks noGrp="1"/>
          </p:cNvSpPr>
          <p:nvPr/>
        </p:nvSpPr>
        <p:spPr>
          <a:xfrm>
            <a:off x="8467153" y="4793933"/>
            <a:ext cx="10377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‏המתאים.</a:t>
            </a:r>
          </a:p>
        </p:txBody>
      </p:sp>
      <p:sp>
        <p:nvSpPr>
          <p:cNvPr id="84" name="sources-word-0">
            <a:extLst>
              <a:ext uri="{FF2B5EF4-FFF2-40B4-BE49-F238E27FC236}">
                <ns2:creationId id="{78E1D67A-AC51-4F50-8E29-0E5FB4D3C9CC}"/>
              </a:ext>
            </a:extLst>
          </p:cNvPr>
          <p:cNvSpPr>
            <a:spLocks noGrp="1"/>
          </p:cNvSpPr>
          <p:nvPr/>
        </p:nvSpPr>
        <p:spPr>
          <a:xfrm>
            <a:off x="11140821" y="6191250"/>
            <a:ext cx="3082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‏טופס</a:t>
            </a:r>
          </a:p>
        </p:txBody>
      </p:sp>
      <p:sp>
        <p:nvSpPr>
          <p:cNvPr id="85" name="sources-word-1">
            <a:extLst>
              <a:ext uri="{FF2B5EF4-FFF2-40B4-BE49-F238E27FC236}">
                <ns2:creationId id="{1B8C2B41-0D18-4DC2-84DE-0A7C0666DD99}"/>
              </a:ext>
            </a:extLst>
          </p:cNvPr>
          <p:cNvSpPr>
            <a:spLocks noGrp="1"/>
          </p:cNvSpPr>
          <p:nvPr/>
        </p:nvSpPr>
        <p:spPr>
          <a:xfrm>
            <a:off x="10771822" y="6191250"/>
            <a:ext cx="3483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‏צה״ל,</a:t>
            </a:r>
          </a:p>
        </p:txBody>
      </p:sp>
      <p:sp>
        <p:nvSpPr>
          <p:cNvPr id="86" name="sources-word-2">
            <a:extLst>
              <a:ext uri="{FF2B5EF4-FFF2-40B4-BE49-F238E27FC236}">
                <ns2:creationId id="{D477AE38-7C8E-4908-AB4F-E00664E74FA4}"/>
              </a:ext>
            </a:extLst>
          </p:cNvPr>
          <p:cNvSpPr>
            <a:spLocks noGrp="1"/>
          </p:cNvSpPr>
          <p:nvPr/>
        </p:nvSpPr>
        <p:spPr>
          <a:xfrm>
            <a:off x="10323385" y="6191250"/>
            <a:ext cx="42776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‏הצהרה</a:t>
            </a:r>
          </a:p>
        </p:txBody>
      </p:sp>
      <p:sp>
        <p:nvSpPr>
          <p:cNvPr id="87" name="sources-word-3">
            <a:extLst>
              <a:ext uri="{FF2B5EF4-FFF2-40B4-BE49-F238E27FC236}">
                <ns2:creationId id="{0C8E5D1F-3B4E-4A8B-9423-5E93E469714E}"/>
              </a:ext>
            </a:extLst>
          </p:cNvPr>
          <p:cNvSpPr>
            <a:spLocks noGrp="1"/>
          </p:cNvSpPr>
          <p:nvPr/>
        </p:nvSpPr>
        <p:spPr>
          <a:xfrm>
            <a:off x="9941814" y="6191250"/>
            <a:ext cx="36090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‏לגידול</a:t>
            </a:r>
          </a:p>
        </p:txBody>
      </p:sp>
      <p:sp>
        <p:nvSpPr>
          <p:cNvPr id="88" name="sources-word-4">
            <a:extLst>
              <a:ext uri="{FF2B5EF4-FFF2-40B4-BE49-F238E27FC236}">
                <ns2:creationId id="{B289E49B-A087-4D2E-9C8B-006F33505484}"/>
              </a:ext>
            </a:extLst>
          </p:cNvPr>
          <p:cNvSpPr>
            <a:spLocks noGrp="1"/>
          </p:cNvSpPr>
          <p:nvPr/>
        </p:nvSpPr>
        <p:spPr>
          <a:xfrm>
            <a:off x="9724168" y="6191250"/>
            <a:ext cx="19697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‏זקן</a:t>
            </a:r>
          </a:p>
        </p:txBody>
      </p:sp>
      <p:sp>
        <p:nvSpPr>
          <p:cNvPr id="89" name="sources-word-5">
            <a:extLst>
              <a:ext uri="{FF2B5EF4-FFF2-40B4-BE49-F238E27FC236}">
                <ns2:creationId id="{E00FA704-CB7A-4C38-864D-162DE41DEAFB}"/>
              </a:ext>
            </a:extLst>
          </p:cNvPr>
          <p:cNvSpPr>
            <a:spLocks noGrp="1"/>
          </p:cNvSpPr>
          <p:nvPr/>
        </p:nvSpPr>
        <p:spPr>
          <a:xfrm>
            <a:off x="9559290" y="6191250"/>
            <a:ext cx="1442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‏או</a:t>
            </a:r>
          </a:p>
        </p:txBody>
      </p:sp>
      <p:sp>
        <p:nvSpPr>
          <p:cNvPr id="90" name="sources-word-6">
            <a:extLst>
              <a:ext uri="{FF2B5EF4-FFF2-40B4-BE49-F238E27FC236}">
                <ns2:creationId id="{88CD335E-69D4-4CD8-802F-F0044849BCDA}"/>
              </a:ext>
            </a:extLst>
          </p:cNvPr>
          <p:cNvSpPr>
            <a:spLocks noGrp="1"/>
          </p:cNvSpPr>
          <p:nvPr/>
        </p:nvSpPr>
        <p:spPr>
          <a:xfrm>
            <a:off x="9247251" y="6191250"/>
            <a:ext cx="29137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‏שפם</a:t>
            </a:r>
          </a:p>
        </p:txBody>
      </p:sp>
      <p:sp>
        <p:nvSpPr>
          <p:cNvPr id="91" name="sources-word-7">
            <a:extLst>
              <a:ext uri="{FF2B5EF4-FFF2-40B4-BE49-F238E27FC236}">
                <ns2:creationId id="{189B66F4-3496-44FB-AE0B-1F84EBCC14CB}"/>
              </a:ext>
            </a:extLst>
          </p:cNvPr>
          <p:cNvSpPr>
            <a:spLocks noGrp="1"/>
          </p:cNvSpPr>
          <p:nvPr/>
        </p:nvSpPr>
        <p:spPr>
          <a:xfrm>
            <a:off x="9150382"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2" name="sources-word-8">
            <a:extLst>
              <a:ext uri="{FF2B5EF4-FFF2-40B4-BE49-F238E27FC236}">
                <ns2:creationId id="{B6D7EF8E-E7B9-47B0-8066-1225465041BB}"/>
              </a:ext>
            </a:extLst>
          </p:cNvPr>
          <p:cNvSpPr>
            <a:spLocks noGrp="1"/>
          </p:cNvSpPr>
          <p:nvPr/>
        </p:nvSpPr>
        <p:spPr>
          <a:xfrm>
            <a:off x="8816530"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93" name="sources-word-9">
            <a:extLst>
              <a:ext uri="{FF2B5EF4-FFF2-40B4-BE49-F238E27FC236}">
                <ns2:creationId id="{E0C729C8-00D4-472F-A818-3F052C1A4852}"/>
              </a:ext>
            </a:extLst>
          </p:cNvPr>
          <p:cNvSpPr>
            <a:spLocks noGrp="1"/>
          </p:cNvSpPr>
          <p:nvPr/>
        </p:nvSpPr>
        <p:spPr>
          <a:xfrm>
            <a:off x="8442007"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94" name="sources-word-10">
            <a:extLst>
              <a:ext uri="{FF2B5EF4-FFF2-40B4-BE49-F238E27FC236}">
                <ns2:creationId id="{C9020E2E-D009-4251-92C2-952353D52A31}"/>
              </a:ext>
            </a:extLst>
          </p:cNvPr>
          <p:cNvSpPr>
            <a:spLocks noGrp="1"/>
          </p:cNvSpPr>
          <p:nvPr/>
        </p:nvSpPr>
        <p:spPr>
          <a:xfrm>
            <a:off x="7677721"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95" name="sources-word-11">
            <a:extLst>
              <a:ext uri="{FF2B5EF4-FFF2-40B4-BE49-F238E27FC236}">
                <ns2:creationId id="{A80AA38D-4A13-4F98-BD79-FF47811504D3}"/>
              </a:ext>
            </a:extLst>
          </p:cNvPr>
          <p:cNvSpPr>
            <a:spLocks noGrp="1"/>
          </p:cNvSpPr>
          <p:nvPr/>
        </p:nvSpPr>
        <p:spPr>
          <a:xfrm>
            <a:off x="7580852"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6" name="sources-word-12">
            <a:extLst>
              <a:ext uri="{FF2B5EF4-FFF2-40B4-BE49-F238E27FC236}">
                <ns2:creationId id="{7F69B970-EE0F-4B3A-AD9D-1A9A0F9951DB}"/>
              </a:ext>
            </a:extLst>
          </p:cNvPr>
          <p:cNvSpPr>
            <a:spLocks noGrp="1"/>
          </p:cNvSpPr>
          <p:nvPr/>
        </p:nvSpPr>
        <p:spPr>
          <a:xfrm>
            <a:off x="7194328"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97" name="sources-word-13">
            <a:extLst>
              <a:ext uri="{FF2B5EF4-FFF2-40B4-BE49-F238E27FC236}">
                <ns2:creationId id="{44D250A6-0934-4E9E-AFC4-2ECAAFACA09B}"/>
              </a:ext>
            </a:extLst>
          </p:cNvPr>
          <p:cNvSpPr>
            <a:spLocks noGrp="1"/>
          </p:cNvSpPr>
          <p:nvPr/>
        </p:nvSpPr>
        <p:spPr>
          <a:xfrm>
            <a:off x="6925723"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98" name="sources-word-14">
            <a:extLst>
              <a:ext uri="{FF2B5EF4-FFF2-40B4-BE49-F238E27FC236}">
                <ns2:creationId id="{89654D9F-E38A-4FC6-BB70-9DB6B6CD2434}"/>
              </a:ext>
            </a:extLst>
          </p:cNvPr>
          <p:cNvSpPr>
            <a:spLocks noGrp="1"/>
          </p:cNvSpPr>
          <p:nvPr/>
        </p:nvSpPr>
        <p:spPr>
          <a:xfrm>
            <a:off x="6161437"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99" name="page">
            <a:extLst>
              <a:ext uri="{FF2B5EF4-FFF2-40B4-BE49-F238E27FC236}">
                <ns2:creationId id="{8D0FA2CF-61D6-47D2-8991-248BF00DAB7A}"/>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12 / 35</a:t>
            </a:r>
          </a:p>
        </p:txBody>
      </p:sp>
      <p:sp>
        <p:nvSpPr>
          <p:cNvPr id="100" name="timing-word-0">
            <a:extLst>
              <a:ext uri="{FF2B5EF4-FFF2-40B4-BE49-F238E27FC236}">
                <ns2:creationId id="{6C2E0B72-CC52-4418-AC2B-9388F24C3DA4}"/>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‏09:15</a:t>
            </a:r>
          </a:p>
        </p:txBody>
      </p:sp>
      <p:sp>
        <p:nvSpPr>
          <p:cNvPr id="101" name="timing-word-1">
            <a:extLst>
              <a:ext uri="{FF2B5EF4-FFF2-40B4-BE49-F238E27FC236}">
                <ns2:creationId id="{CBF8C3E4-EB49-4DE4-8F97-FA6BCA3FA35A}"/>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102" name="timing-word-2">
            <a:extLst>
              <a:ext uri="{FF2B5EF4-FFF2-40B4-BE49-F238E27FC236}">
                <ns2:creationId id="{8799EBE2-9585-4252-8824-8143A19B2A2A}"/>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‏10:15</a:t>
            </a:r>
          </a:p>
        </p:txBody>
      </p:sp>
      <p:sp>
        <p:nvSpPr>
          <p:cNvPr id="103" name="timing-word-3">
            <a:extLst>
              <a:ext uri="{FF2B5EF4-FFF2-40B4-BE49-F238E27FC236}">
                <ns2:creationId id="{71592F6B-2749-47D3-98CB-8FF73AE980F3}"/>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104" name="timing-word-4">
            <a:extLst>
              <a:ext uri="{FF2B5EF4-FFF2-40B4-BE49-F238E27FC236}">
                <ns2:creationId id="{73B1874B-87AE-4A20-A20B-D9ED6FC94C86}"/>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087305257"/>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0" name="title-word-0">
            <a:extLst>
              <a:ext uri="{FF2B5EF4-FFF2-40B4-BE49-F238E27FC236}">
                <ns2:creationId id="{369B3071-236D-474D-B2F0-176D670C06FB}"/>
              </a:ext>
            </a:extLst>
          </p:cNvPr>
          <p:cNvSpPr>
            <a:spLocks noGrp="1"/>
          </p:cNvSpPr>
          <p:nvPr/>
        </p:nvSpPr>
        <p:spPr>
          <a:xfrm>
            <a:off x="10560177" y="571500"/>
            <a:ext cx="88887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‏שיער</a:t>
            </a:r>
          </a:p>
        </p:txBody>
      </p:sp>
      <p:sp>
        <p:nvSpPr>
          <p:cNvPr id="2" name="title-word-1">
            <a:extLst>
              <a:ext uri="{FF2B5EF4-FFF2-40B4-BE49-F238E27FC236}">
                <ns2:creationId id="{47975DED-26BE-4394-8AB0-0ABA91326C95}"/>
              </a:ext>
            </a:extLst>
          </p:cNvPr>
          <p:cNvSpPr>
            <a:spLocks noGrp="1"/>
          </p:cNvSpPr>
          <p:nvPr/>
        </p:nvSpPr>
        <p:spPr>
          <a:xfrm>
            <a:off x="9602629" y="571500"/>
            <a:ext cx="86020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‏נשים</a:t>
            </a:r>
          </a:p>
        </p:txBody>
      </p:sp>
      <p:sp>
        <p:nvSpPr>
          <p:cNvPr id="3" name="body-1-1-word-0">
            <a:extLst>
              <a:ext uri="{FF2B5EF4-FFF2-40B4-BE49-F238E27FC236}">
                <ns2:creationId id="{B6270FAC-4ABA-47C2-B1B2-DCA59A79B9AB}"/>
              </a:ext>
            </a:extLst>
          </p:cNvPr>
          <p:cNvSpPr>
            <a:spLocks noGrp="1"/>
          </p:cNvSpPr>
          <p:nvPr/>
        </p:nvSpPr>
        <p:spPr>
          <a:xfrm>
            <a:off x="10697146" y="1762125"/>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4" name="body-1-1-word-1">
            <a:extLst>
              <a:ext uri="{FF2B5EF4-FFF2-40B4-BE49-F238E27FC236}">
                <ns2:creationId id="{9C1B945C-9EED-4B90-A652-113368864778}"/>
              </a:ext>
            </a:extLst>
          </p:cNvPr>
          <p:cNvSpPr>
            <a:spLocks noGrp="1"/>
          </p:cNvSpPr>
          <p:nvPr/>
        </p:nvSpPr>
        <p:spPr>
          <a:xfrm>
            <a:off x="9815227" y="1762125"/>
            <a:ext cx="8216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‏אוספים</a:t>
            </a:r>
          </a:p>
        </p:txBody>
      </p:sp>
      <p:sp>
        <p:nvSpPr>
          <p:cNvPr id="5" name="body-1-1-word-2">
            <a:extLst>
              <a:ext uri="{FF2B5EF4-FFF2-40B4-BE49-F238E27FC236}">
                <ns2:creationId id="{9C682C41-53DE-41F7-A736-8EF7923DBED5}"/>
              </a:ext>
            </a:extLst>
          </p:cNvPr>
          <p:cNvSpPr>
            <a:spLocks noGrp="1"/>
          </p:cNvSpPr>
          <p:nvPr/>
        </p:nvSpPr>
        <p:spPr>
          <a:xfrm>
            <a:off x="9381839"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6" name="body-1-1-word-3">
            <a:extLst>
              <a:ext uri="{FF2B5EF4-FFF2-40B4-BE49-F238E27FC236}">
                <ns2:creationId id="{57A743FA-2F4F-45F5-8158-DAA5E5A3D59B}"/>
              </a:ext>
            </a:extLst>
          </p:cNvPr>
          <p:cNvSpPr>
            <a:spLocks noGrp="1"/>
          </p:cNvSpPr>
          <p:nvPr/>
        </p:nvSpPr>
        <p:spPr>
          <a:xfrm>
            <a:off x="9029033" y="1762125"/>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7" name="body-1-1-word-4">
            <a:extLst>
              <a:ext uri="{FF2B5EF4-FFF2-40B4-BE49-F238E27FC236}">
                <ns2:creationId id="{87C8EA70-7210-4FA7-AC7A-B02CEB7997CD}"/>
              </a:ext>
            </a:extLst>
          </p:cNvPr>
          <p:cNvSpPr>
            <a:spLocks noGrp="1"/>
          </p:cNvSpPr>
          <p:nvPr/>
        </p:nvSpPr>
        <p:spPr>
          <a:xfrm>
            <a:off x="8202454" y="1762125"/>
            <a:ext cx="7662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‏השיער</a:t>
            </a:r>
          </a:p>
        </p:txBody>
      </p:sp>
      <p:sp>
        <p:nvSpPr>
          <p:cNvPr id="8" name="body-1-1-word-5">
            <a:extLst>
              <a:ext uri="{FF2B5EF4-FFF2-40B4-BE49-F238E27FC236}">
                <ns2:creationId id="{57D6F854-89DB-4BF4-AF0A-1AC26A69DE4A}"/>
              </a:ext>
            </a:extLst>
          </p:cNvPr>
          <p:cNvSpPr>
            <a:spLocks noGrp="1"/>
          </p:cNvSpPr>
          <p:nvPr/>
        </p:nvSpPr>
        <p:spPr>
          <a:xfrm>
            <a:off x="7781639" y="1762125"/>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9" name="body-1-1-word-6">
            <a:extLst>
              <a:ext uri="{FF2B5EF4-FFF2-40B4-BE49-F238E27FC236}">
                <ns2:creationId id="{13608DEC-EDBC-4B14-811D-E4F78C6F17C7}"/>
              </a:ext>
            </a:extLst>
          </p:cNvPr>
          <p:cNvSpPr>
            <a:spLocks noGrp="1"/>
          </p:cNvSpPr>
          <p:nvPr/>
        </p:nvSpPr>
        <p:spPr>
          <a:xfrm>
            <a:off x="7289387" y="1762125"/>
            <a:ext cx="431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‏הוא</a:t>
            </a:r>
          </a:p>
        </p:txBody>
      </p:sp>
      <p:sp>
        <p:nvSpPr>
          <p:cNvPr id="10" name="body-1-1-word-7">
            <a:extLst>
              <a:ext uri="{FF2B5EF4-FFF2-40B4-BE49-F238E27FC236}">
                <ns2:creationId id="{F08A67F6-8E09-42B2-86B9-4B798DE0197E}"/>
              </a:ext>
            </a:extLst>
          </p:cNvPr>
          <p:cNvSpPr>
            <a:spLocks noGrp="1"/>
          </p:cNvSpPr>
          <p:nvPr/>
        </p:nvSpPr>
        <p:spPr>
          <a:xfrm>
            <a:off x="6678454" y="1762125"/>
            <a:ext cx="5506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‏עובר</a:t>
            </a:r>
          </a:p>
        </p:txBody>
      </p:sp>
      <p:sp>
        <p:nvSpPr>
          <p:cNvPr id="11" name="body-1-1-word-8">
            <a:extLst>
              <a:ext uri="{FF2B5EF4-FFF2-40B4-BE49-F238E27FC236}">
                <ns2:creationId id="{51E02422-B075-4E31-815C-81AE7FDB9853}"/>
              </a:ext>
            </a:extLst>
          </p:cNvPr>
          <p:cNvSpPr>
            <a:spLocks noGrp="1"/>
          </p:cNvSpPr>
          <p:nvPr/>
        </p:nvSpPr>
        <p:spPr>
          <a:xfrm>
            <a:off x="6245066"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12" name="body-1-1-word-9">
            <a:extLst>
              <a:ext uri="{FF2B5EF4-FFF2-40B4-BE49-F238E27FC236}">
                <ns2:creationId id="{1BE94A51-9EAE-40D6-949A-76935D27423C}"/>
              </a:ext>
            </a:extLst>
          </p:cNvPr>
          <p:cNvSpPr>
            <a:spLocks noGrp="1"/>
          </p:cNvSpPr>
          <p:nvPr/>
        </p:nvSpPr>
        <p:spPr>
          <a:xfrm>
            <a:off x="5756624" y="1762125"/>
            <a:ext cx="4281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‏הקו</a:t>
            </a:r>
          </a:p>
        </p:txBody>
      </p:sp>
      <p:sp>
        <p:nvSpPr>
          <p:cNvPr id="13" name="body-1-1-word-10">
            <a:extLst>
              <a:ext uri="{FF2B5EF4-FFF2-40B4-BE49-F238E27FC236}">
                <ns2:creationId id="{A254BE02-F8E5-4EE8-8C0C-C66393E8914D}"/>
              </a:ext>
            </a:extLst>
          </p:cNvPr>
          <p:cNvSpPr>
            <a:spLocks noGrp="1"/>
          </p:cNvSpPr>
          <p:nvPr/>
        </p:nvSpPr>
        <p:spPr>
          <a:xfrm>
            <a:off x="5000816" y="1762125"/>
            <a:ext cx="6955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‏העליון</a:t>
            </a:r>
          </a:p>
        </p:txBody>
      </p:sp>
      <p:sp>
        <p:nvSpPr>
          <p:cNvPr id="14" name="body-1-1-word-11">
            <a:extLst>
              <a:ext uri="{FF2B5EF4-FFF2-40B4-BE49-F238E27FC236}">
                <ns2:creationId id="{02DFEB34-405A-4C6F-83CE-A51B478EF6A7}"/>
              </a:ext>
            </a:extLst>
          </p:cNvPr>
          <p:cNvSpPr>
            <a:spLocks noGrp="1"/>
          </p:cNvSpPr>
          <p:nvPr/>
        </p:nvSpPr>
        <p:spPr>
          <a:xfrm>
            <a:off x="4581239" y="176212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15" name="body-1-1-word-12">
            <a:extLst>
              <a:ext uri="{FF2B5EF4-FFF2-40B4-BE49-F238E27FC236}">
                <ns2:creationId id="{06D5CA95-9951-4301-AD38-B31702DB3A8C}"/>
              </a:ext>
            </a:extLst>
          </p:cNvPr>
          <p:cNvSpPr>
            <a:spLocks noGrp="1"/>
          </p:cNvSpPr>
          <p:nvPr/>
        </p:nvSpPr>
        <p:spPr>
          <a:xfrm>
            <a:off x="3767423" y="1762125"/>
            <a:ext cx="7535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‏צווארון</a:t>
            </a:r>
          </a:p>
        </p:txBody>
      </p:sp>
      <p:sp>
        <p:nvSpPr>
          <p:cNvPr id="16" name="body-1-1-word-13">
            <a:extLst>
              <a:ext uri="{FF2B5EF4-FFF2-40B4-BE49-F238E27FC236}">
                <ns2:creationId id="{E7326F69-CDFF-4ED6-A1DB-40913536AA32}"/>
              </a:ext>
            </a:extLst>
          </p:cNvPr>
          <p:cNvSpPr>
            <a:spLocks noGrp="1"/>
          </p:cNvSpPr>
          <p:nvPr/>
        </p:nvSpPr>
        <p:spPr>
          <a:xfrm>
            <a:off x="2744534" y="1762125"/>
            <a:ext cx="9625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‏החולצה.</a:t>
            </a:r>
          </a:p>
        </p:txBody>
      </p:sp>
      <p:sp>
        <p:nvSpPr>
          <p:cNvPr id="17" name="body-1-1-word-14">
            <a:extLst>
              <a:ext uri="{FF2B5EF4-FFF2-40B4-BE49-F238E27FC236}">
                <ns2:creationId id="{F83454D8-2CE2-4761-BA1C-3F7786861569}"/>
              </a:ext>
            </a:extLst>
          </p:cNvPr>
          <p:cNvSpPr>
            <a:spLocks noGrp="1"/>
          </p:cNvSpPr>
          <p:nvPr/>
        </p:nvSpPr>
        <p:spPr>
          <a:xfrm>
            <a:off x="1855946" y="1762125"/>
            <a:ext cx="8282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‏האיסוף</a:t>
            </a:r>
          </a:p>
        </p:txBody>
      </p:sp>
      <p:sp>
        <p:nvSpPr>
          <p:cNvPr id="18" name="body-1-1-word-15">
            <a:extLst>
              <a:ext uri="{FF2B5EF4-FFF2-40B4-BE49-F238E27FC236}">
                <ns2:creationId id="{8CE99F01-565C-4751-BBBB-1015EF9302D5}"/>
              </a:ext>
            </a:extLst>
          </p:cNvPr>
          <p:cNvSpPr>
            <a:spLocks noGrp="1"/>
          </p:cNvSpPr>
          <p:nvPr/>
        </p:nvSpPr>
        <p:spPr>
          <a:xfrm>
            <a:off x="1483519" y="176212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19" name="body-1-1-word-16">
            <a:extLst>
              <a:ext uri="{FF2B5EF4-FFF2-40B4-BE49-F238E27FC236}">
                <ns2:creationId id="{C03B18B0-0C5D-4934-B7F2-C957F24A61EC}"/>
              </a:ext>
            </a:extLst>
          </p:cNvPr>
          <p:cNvSpPr>
            <a:spLocks noGrp="1"/>
          </p:cNvSpPr>
          <p:nvPr/>
        </p:nvSpPr>
        <p:spPr>
          <a:xfrm>
            <a:off x="693515" y="1762125"/>
            <a:ext cx="7297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‏העורף</a:t>
            </a:r>
          </a:p>
        </p:txBody>
      </p:sp>
      <p:sp>
        <p:nvSpPr>
          <p:cNvPr id="20" name="body-1-2-word-0">
            <a:extLst>
              <a:ext uri="{FF2B5EF4-FFF2-40B4-BE49-F238E27FC236}">
                <ns2:creationId id="{B1425C23-079C-4451-B7C9-2F4A28A6C749}"/>
              </a:ext>
            </a:extLst>
          </p:cNvPr>
          <p:cNvSpPr>
            <a:spLocks noGrp="1"/>
          </p:cNvSpPr>
          <p:nvPr/>
        </p:nvSpPr>
        <p:spPr>
          <a:xfrm>
            <a:off x="11189113" y="211359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21" name="body-1-2-word-1">
            <a:extLst>
              <a:ext uri="{FF2B5EF4-FFF2-40B4-BE49-F238E27FC236}">
                <ns2:creationId id="{9770A9BF-A65D-4315-8CCC-DA9FED1A68A0}"/>
              </a:ext>
            </a:extLst>
          </p:cNvPr>
          <p:cNvSpPr>
            <a:spLocks noGrp="1"/>
          </p:cNvSpPr>
          <p:nvPr/>
        </p:nvSpPr>
        <p:spPr>
          <a:xfrm>
            <a:off x="10816685" y="2113598"/>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22" name="body-1-2-word-2">
            <a:extLst>
              <a:ext uri="{FF2B5EF4-FFF2-40B4-BE49-F238E27FC236}">
                <ns2:creationId id="{FBC5032B-B158-4FB6-A2B3-9A83AC840A2D}"/>
              </a:ext>
            </a:extLst>
          </p:cNvPr>
          <p:cNvSpPr>
            <a:spLocks noGrp="1"/>
          </p:cNvSpPr>
          <p:nvPr/>
        </p:nvSpPr>
        <p:spPr>
          <a:xfrm>
            <a:off x="9730740" y="2113598"/>
            <a:ext cx="1025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‏הקודקוד.</a:t>
            </a:r>
          </a:p>
        </p:txBody>
      </p:sp>
      <p:sp>
        <p:nvSpPr>
          <p:cNvPr id="23" name="body-2-1-word-0">
            <a:extLst>
              <a:ext uri="{FF2B5EF4-FFF2-40B4-BE49-F238E27FC236}">
                <ns2:creationId id="{8B683A47-AE31-42AA-912F-BF8201A745FE}"/>
              </a:ext>
            </a:extLst>
          </p:cNvPr>
          <p:cNvSpPr>
            <a:spLocks noGrp="1"/>
          </p:cNvSpPr>
          <p:nvPr/>
        </p:nvSpPr>
        <p:spPr>
          <a:xfrm>
            <a:off x="10802398" y="2655570"/>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24" name="body-2-1-word-1">
            <a:extLst>
              <a:ext uri="{FF2B5EF4-FFF2-40B4-BE49-F238E27FC236}">
                <ns2:creationId id="{010D5CB2-8776-4AC8-BCB7-29B3C357F877}"/>
              </a:ext>
            </a:extLst>
          </p:cNvPr>
          <p:cNvSpPr>
            <a:spLocks noGrp="1"/>
          </p:cNvSpPr>
          <p:nvPr/>
        </p:nvSpPr>
        <p:spPr>
          <a:xfrm>
            <a:off x="10133552" y="2655570"/>
            <a:ext cx="6085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‏חובת</a:t>
            </a:r>
          </a:p>
        </p:txBody>
      </p:sp>
      <p:sp>
        <p:nvSpPr>
          <p:cNvPr id="25" name="body-2-1-word-2">
            <a:extLst>
              <a:ext uri="{FF2B5EF4-FFF2-40B4-BE49-F238E27FC236}">
                <ns2:creationId id="{D513ED09-505A-4DFB-B21B-38910E1B0CD8}"/>
              </a:ext>
            </a:extLst>
          </p:cNvPr>
          <p:cNvSpPr>
            <a:spLocks noGrp="1"/>
          </p:cNvSpPr>
          <p:nvPr/>
        </p:nvSpPr>
        <p:spPr>
          <a:xfrm>
            <a:off x="9244965" y="2655570"/>
            <a:ext cx="8282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‏האיסוף</a:t>
            </a:r>
          </a:p>
        </p:txBody>
      </p:sp>
      <p:sp>
        <p:nvSpPr>
          <p:cNvPr id="26" name="body-2-1-word-3">
            <a:extLst>
              <a:ext uri="{FF2B5EF4-FFF2-40B4-BE49-F238E27FC236}">
                <ns2:creationId id="{25512CB5-249F-494A-B55C-2073E3AE77FC}"/>
              </a:ext>
            </a:extLst>
          </p:cNvPr>
          <p:cNvSpPr>
            <a:spLocks noGrp="1"/>
          </p:cNvSpPr>
          <p:nvPr/>
        </p:nvSpPr>
        <p:spPr>
          <a:xfrm>
            <a:off x="8254937" y="2655570"/>
            <a:ext cx="9297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‏מתחילה</a:t>
            </a:r>
          </a:p>
        </p:txBody>
      </p:sp>
      <p:sp>
        <p:nvSpPr>
          <p:cNvPr id="27" name="body-2-1-word-4">
            <a:extLst>
              <a:ext uri="{FF2B5EF4-FFF2-40B4-BE49-F238E27FC236}">
                <ns2:creationId id="{AE884B0B-D3E3-49A0-93C4-883813FD5028}"/>
              </a:ext>
            </a:extLst>
          </p:cNvPr>
          <p:cNvSpPr>
            <a:spLocks noGrp="1"/>
          </p:cNvSpPr>
          <p:nvPr/>
        </p:nvSpPr>
        <p:spPr>
          <a:xfrm>
            <a:off x="7098316" y="2655570"/>
            <a:ext cx="1096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‏כשהשיער</a:t>
            </a:r>
          </a:p>
        </p:txBody>
      </p:sp>
      <p:sp>
        <p:nvSpPr>
          <p:cNvPr id="28" name="body-2-1-word-5">
            <a:extLst>
              <a:ext uri="{FF2B5EF4-FFF2-40B4-BE49-F238E27FC236}">
                <ns2:creationId id="{DBA874E5-D195-4565-B46B-F09CF8CB77EC}"/>
              </a:ext>
            </a:extLst>
          </p:cNvPr>
          <p:cNvSpPr>
            <a:spLocks noGrp="1"/>
          </p:cNvSpPr>
          <p:nvPr/>
        </p:nvSpPr>
        <p:spPr>
          <a:xfrm>
            <a:off x="6487382" y="2655570"/>
            <a:ext cx="5506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‏עובר</a:t>
            </a:r>
          </a:p>
        </p:txBody>
      </p:sp>
      <p:sp>
        <p:nvSpPr>
          <p:cNvPr id="29" name="body-2-1-word-6">
            <a:extLst>
              <a:ext uri="{FF2B5EF4-FFF2-40B4-BE49-F238E27FC236}">
                <ns2:creationId id="{F355910F-3944-456F-BA6C-7D6F45A3CC37}"/>
              </a:ext>
            </a:extLst>
          </p:cNvPr>
          <p:cNvSpPr>
            <a:spLocks noGrp="1"/>
          </p:cNvSpPr>
          <p:nvPr/>
        </p:nvSpPr>
        <p:spPr>
          <a:xfrm>
            <a:off x="6053995" y="265557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0" name="body-2-1-word-7">
            <a:extLst>
              <a:ext uri="{FF2B5EF4-FFF2-40B4-BE49-F238E27FC236}">
                <ns2:creationId id="{16E71606-33B3-4C81-ADAE-73DAFBE7C9F2}"/>
              </a:ext>
            </a:extLst>
          </p:cNvPr>
          <p:cNvSpPr>
            <a:spLocks noGrp="1"/>
          </p:cNvSpPr>
          <p:nvPr/>
        </p:nvSpPr>
        <p:spPr>
          <a:xfrm>
            <a:off x="5737574" y="2655570"/>
            <a:ext cx="2561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a:t>
            </a:r>
          </a:p>
        </p:txBody>
      </p:sp>
      <p:sp>
        <p:nvSpPr>
          <p:cNvPr id="31" name="body-2-1-word-8">
            <a:extLst>
              <a:ext uri="{FF2B5EF4-FFF2-40B4-BE49-F238E27FC236}">
                <ns2:creationId id="{216B674C-6C3E-4720-A2D9-950653D03473}"/>
              </a:ext>
            </a:extLst>
          </p:cNvPr>
          <p:cNvSpPr>
            <a:spLocks noGrp="1"/>
          </p:cNvSpPr>
          <p:nvPr/>
        </p:nvSpPr>
        <p:spPr>
          <a:xfrm>
            <a:off x="4852702" y="2655570"/>
            <a:ext cx="8245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‏כותפות</a:t>
            </a:r>
          </a:p>
        </p:txBody>
      </p:sp>
      <p:sp>
        <p:nvSpPr>
          <p:cNvPr id="32" name="body-2-1-word-9">
            <a:extLst>
              <a:ext uri="{FF2B5EF4-FFF2-40B4-BE49-F238E27FC236}">
                <ns2:creationId id="{9DBEE36D-5B5E-4571-8B48-31B8F5763F9D}"/>
              </a:ext>
            </a:extLst>
          </p:cNvPr>
          <p:cNvSpPr>
            <a:spLocks noGrp="1"/>
          </p:cNvSpPr>
          <p:nvPr/>
        </p:nvSpPr>
        <p:spPr>
          <a:xfrm>
            <a:off x="4033266" y="2655570"/>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33" name="body-2-1-word-10">
            <a:extLst>
              <a:ext uri="{FF2B5EF4-FFF2-40B4-BE49-F238E27FC236}">
                <ns2:creationId id="{13E903E9-0B0C-4876-89CD-1049AFEA4ADA}"/>
              </a:ext>
            </a:extLst>
          </p:cNvPr>
          <p:cNvSpPr>
            <a:spLocks noGrp="1"/>
          </p:cNvSpPr>
          <p:nvPr/>
        </p:nvSpPr>
        <p:spPr>
          <a:xfrm>
            <a:off x="3713036"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4" name="body-2-1-word-11">
            <a:extLst>
              <a:ext uri="{FF2B5EF4-FFF2-40B4-BE49-F238E27FC236}">
                <ns2:creationId id="{36D82C20-434F-4490-BA01-6A6A5B3476F4}"/>
              </a:ext>
            </a:extLst>
          </p:cNvPr>
          <p:cNvSpPr>
            <a:spLocks noGrp="1"/>
          </p:cNvSpPr>
          <p:nvPr/>
        </p:nvSpPr>
        <p:spPr>
          <a:xfrm>
            <a:off x="3103340" y="2655570"/>
            <a:ext cx="5494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‏נשען</a:t>
            </a:r>
          </a:p>
        </p:txBody>
      </p:sp>
      <p:sp>
        <p:nvSpPr>
          <p:cNvPr id="35" name="body-2-1-word-12">
            <a:extLst>
              <a:ext uri="{FF2B5EF4-FFF2-40B4-BE49-F238E27FC236}">
                <ns2:creationId id="{4D9C67C1-0BBB-4904-A039-28F7D9AC4F89}"/>
              </a:ext>
            </a:extLst>
          </p:cNvPr>
          <p:cNvSpPr>
            <a:spLocks noGrp="1"/>
          </p:cNvSpPr>
          <p:nvPr/>
        </p:nvSpPr>
        <p:spPr>
          <a:xfrm>
            <a:off x="2510600" y="2655570"/>
            <a:ext cx="5324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‏עליו.</a:t>
            </a:r>
          </a:p>
        </p:txBody>
      </p:sp>
      <p:sp>
        <p:nvSpPr>
          <p:cNvPr id="36" name="body-2-1-word-13">
            <a:extLst>
              <a:ext uri="{FF2B5EF4-FFF2-40B4-BE49-F238E27FC236}">
                <ns2:creationId id="{0997CAFC-79EA-4327-BA9B-854C7BABD6E9}"/>
              </a:ext>
            </a:extLst>
          </p:cNvPr>
          <p:cNvSpPr>
            <a:spLocks noGrp="1"/>
          </p:cNvSpPr>
          <p:nvPr/>
        </p:nvSpPr>
        <p:spPr>
          <a:xfrm>
            <a:off x="2136648" y="265557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37" name="body-2-1-word-14">
            <a:extLst>
              <a:ext uri="{FF2B5EF4-FFF2-40B4-BE49-F238E27FC236}">
                <ns2:creationId id="{038E0BE1-DECD-44E7-9A4D-3D3E06A7052E}"/>
              </a:ext>
            </a:extLst>
          </p:cNvPr>
          <p:cNvSpPr>
            <a:spLocks noGrp="1"/>
          </p:cNvSpPr>
          <p:nvPr/>
        </p:nvSpPr>
        <p:spPr>
          <a:xfrm>
            <a:off x="1684687" y="2655570"/>
            <a:ext cx="3916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‏כאן</a:t>
            </a:r>
          </a:p>
        </p:txBody>
      </p:sp>
      <p:sp>
        <p:nvSpPr>
          <p:cNvPr id="38" name="body-2-1-word-15">
            <a:extLst>
              <a:ext uri="{FF2B5EF4-FFF2-40B4-BE49-F238E27FC236}">
                <ns2:creationId id="{C753D498-A497-471E-B928-CFC55CF25673}"/>
              </a:ext>
            </a:extLst>
          </p:cNvPr>
          <p:cNvSpPr>
            <a:spLocks noGrp="1"/>
          </p:cNvSpPr>
          <p:nvPr/>
        </p:nvSpPr>
        <p:spPr>
          <a:xfrm>
            <a:off x="802767" y="2655570"/>
            <a:ext cx="8216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‏אוספים</a:t>
            </a:r>
          </a:p>
        </p:txBody>
      </p:sp>
      <p:sp>
        <p:nvSpPr>
          <p:cNvPr id="39" name="body-2-2-word-0">
            <a:extLst>
              <a:ext uri="{FF2B5EF4-FFF2-40B4-BE49-F238E27FC236}">
                <ns2:creationId id="{3919AD22-B8BE-4D71-82C3-CA7C1C3FB988}"/>
              </a:ext>
            </a:extLst>
          </p:cNvPr>
          <p:cNvSpPr>
            <a:spLocks noGrp="1"/>
          </p:cNvSpPr>
          <p:nvPr/>
        </p:nvSpPr>
        <p:spPr>
          <a:xfrm>
            <a:off x="11075956" y="3007043"/>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0" name="body-2-2-word-1">
            <a:extLst>
              <a:ext uri="{FF2B5EF4-FFF2-40B4-BE49-F238E27FC236}">
                <ns2:creationId id="{B58D1F13-2C51-4308-BB62-75EA02FBBB41}"/>
              </a:ext>
            </a:extLst>
          </p:cNvPr>
          <p:cNvSpPr>
            <a:spLocks noGrp="1"/>
          </p:cNvSpPr>
          <p:nvPr/>
        </p:nvSpPr>
        <p:spPr>
          <a:xfrm>
            <a:off x="10249376" y="3007043"/>
            <a:ext cx="7662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‏השיער</a:t>
            </a:r>
          </a:p>
        </p:txBody>
      </p:sp>
      <p:sp>
        <p:nvSpPr>
          <p:cNvPr id="41" name="body-2-2-word-2">
            <a:extLst>
              <a:ext uri="{FF2B5EF4-FFF2-40B4-BE49-F238E27FC236}">
                <ns2:creationId id="{F38F515F-18C8-47BF-BED0-55910C94C6FE}"/>
              </a:ext>
            </a:extLst>
          </p:cNvPr>
          <p:cNvSpPr>
            <a:spLocks noGrp="1"/>
          </p:cNvSpPr>
          <p:nvPr/>
        </p:nvSpPr>
        <p:spPr>
          <a:xfrm>
            <a:off x="9320403" y="3007043"/>
            <a:ext cx="8686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‏במלואו.</a:t>
            </a:r>
          </a:p>
        </p:txBody>
      </p:sp>
      <p:sp>
        <p:nvSpPr>
          <p:cNvPr id="42" name="body-3-1-word-0">
            <a:extLst>
              <a:ext uri="{FF2B5EF4-FFF2-40B4-BE49-F238E27FC236}">
                <ns2:creationId id="{002A18EF-811D-4A07-BE0C-631927B97B61}"/>
              </a:ext>
            </a:extLst>
          </p:cNvPr>
          <p:cNvSpPr>
            <a:spLocks noGrp="1"/>
          </p:cNvSpPr>
          <p:nvPr/>
        </p:nvSpPr>
        <p:spPr>
          <a:xfrm>
            <a:off x="10802779" y="3549015"/>
            <a:ext cx="6462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‏סיכה,</a:t>
            </a:r>
          </a:p>
        </p:txBody>
      </p:sp>
      <p:sp>
        <p:nvSpPr>
          <p:cNvPr id="43" name="body-3-1-word-1">
            <a:extLst>
              <a:ext uri="{FF2B5EF4-FFF2-40B4-BE49-F238E27FC236}">
                <ns2:creationId id="{07983F24-467E-4AAA-AAE5-4E4C7A554D16}"/>
              </a:ext>
            </a:extLst>
          </p:cNvPr>
          <p:cNvSpPr>
            <a:spLocks noGrp="1"/>
          </p:cNvSpPr>
          <p:nvPr/>
        </p:nvSpPr>
        <p:spPr>
          <a:xfrm>
            <a:off x="10044779" y="3549015"/>
            <a:ext cx="6977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‏גומייה</a:t>
            </a:r>
          </a:p>
        </p:txBody>
      </p:sp>
      <p:sp>
        <p:nvSpPr>
          <p:cNvPr id="44" name="body-3-1-word-2">
            <a:extLst>
              <a:ext uri="{FF2B5EF4-FFF2-40B4-BE49-F238E27FC236}">
                <ns2:creationId id="{7975EF81-AA97-4E4B-9652-EB596A86F80A}"/>
              </a:ext>
            </a:extLst>
          </p:cNvPr>
          <p:cNvSpPr>
            <a:spLocks noGrp="1"/>
          </p:cNvSpPr>
          <p:nvPr/>
        </p:nvSpPr>
        <p:spPr>
          <a:xfrm>
            <a:off x="9724549"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5" name="body-3-1-word-3">
            <a:extLst>
              <a:ext uri="{FF2B5EF4-FFF2-40B4-BE49-F238E27FC236}">
                <ns2:creationId id="{2F9A5D5C-BDB4-4560-8F47-1B008EE343B8}"/>
              </a:ext>
            </a:extLst>
          </p:cNvPr>
          <p:cNvSpPr>
            <a:spLocks noGrp="1"/>
          </p:cNvSpPr>
          <p:nvPr/>
        </p:nvSpPr>
        <p:spPr>
          <a:xfrm>
            <a:off x="9085802" y="3549015"/>
            <a:ext cx="5784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‏סיכת</a:t>
            </a:r>
          </a:p>
        </p:txBody>
      </p:sp>
      <p:sp>
        <p:nvSpPr>
          <p:cNvPr id="46" name="body-3-1-word-4">
            <a:extLst>
              <a:ext uri="{FF2B5EF4-FFF2-40B4-BE49-F238E27FC236}">
                <ns2:creationId id="{9BC94276-4A6F-4924-939D-AE7085B3A9C1}"/>
              </a:ext>
            </a:extLst>
          </p:cNvPr>
          <p:cNvSpPr>
            <a:spLocks noGrp="1"/>
          </p:cNvSpPr>
          <p:nvPr/>
        </p:nvSpPr>
        <p:spPr>
          <a:xfrm>
            <a:off x="8468582" y="3549015"/>
            <a:ext cx="556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‏בננה</a:t>
            </a:r>
          </a:p>
        </p:txBody>
      </p:sp>
      <p:sp>
        <p:nvSpPr>
          <p:cNvPr id="47" name="body-3-1-word-5">
            <a:extLst>
              <a:ext uri="{FF2B5EF4-FFF2-40B4-BE49-F238E27FC236}">
                <ns2:creationId id="{16CABEC8-EFDC-4F28-988F-7F2239D01BEC}"/>
              </a:ext>
            </a:extLst>
          </p:cNvPr>
          <p:cNvSpPr>
            <a:spLocks noGrp="1"/>
          </p:cNvSpPr>
          <p:nvPr/>
        </p:nvSpPr>
        <p:spPr>
          <a:xfrm>
            <a:off x="7996333" y="3549015"/>
            <a:ext cx="4119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‏יהיו</a:t>
            </a:r>
          </a:p>
        </p:txBody>
      </p:sp>
      <p:sp>
        <p:nvSpPr>
          <p:cNvPr id="48" name="body-3-1-word-6">
            <a:extLst>
              <a:ext uri="{FF2B5EF4-FFF2-40B4-BE49-F238E27FC236}">
                <ns2:creationId id="{FD592AE2-3BB9-433B-A328-A16796B0456C}"/>
              </a:ext>
            </a:extLst>
          </p:cNvPr>
          <p:cNvSpPr>
            <a:spLocks noGrp="1"/>
          </p:cNvSpPr>
          <p:nvPr/>
        </p:nvSpPr>
        <p:spPr>
          <a:xfrm>
            <a:off x="7067931" y="3549015"/>
            <a:ext cx="8681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‏שחורות</a:t>
            </a:r>
          </a:p>
        </p:txBody>
      </p:sp>
      <p:sp>
        <p:nvSpPr>
          <p:cNvPr id="49" name="body-3-1-word-7">
            <a:extLst>
              <a:ext uri="{FF2B5EF4-FFF2-40B4-BE49-F238E27FC236}">
                <ns2:creationId id="{46A9CC7D-90BC-4F44-BC7F-CC129BEA551B}"/>
              </a:ext>
            </a:extLst>
          </p:cNvPr>
          <p:cNvSpPr>
            <a:spLocks noGrp="1"/>
          </p:cNvSpPr>
          <p:nvPr/>
        </p:nvSpPr>
        <p:spPr>
          <a:xfrm>
            <a:off x="6747701"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0" name="body-3-1-word-8">
            <a:extLst>
              <a:ext uri="{FF2B5EF4-FFF2-40B4-BE49-F238E27FC236}">
                <ns2:creationId id="{36E0D9C4-2C2C-44A9-A690-86933F617A39}"/>
              </a:ext>
            </a:extLst>
          </p:cNvPr>
          <p:cNvSpPr>
            <a:spLocks noGrp="1"/>
          </p:cNvSpPr>
          <p:nvPr/>
        </p:nvSpPr>
        <p:spPr>
          <a:xfrm>
            <a:off x="5991511" y="3549015"/>
            <a:ext cx="6958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‏חומות</a:t>
            </a:r>
          </a:p>
        </p:txBody>
      </p:sp>
      <p:sp>
        <p:nvSpPr>
          <p:cNvPr id="51" name="body-3-1-word-9">
            <a:extLst>
              <a:ext uri="{FF2B5EF4-FFF2-40B4-BE49-F238E27FC236}">
                <ns2:creationId id="{48307553-CE21-4E12-B4AA-9FE8F1FCDC66}"/>
              </a:ext>
            </a:extLst>
          </p:cNvPr>
          <p:cNvSpPr>
            <a:spLocks noGrp="1"/>
          </p:cNvSpPr>
          <p:nvPr/>
        </p:nvSpPr>
        <p:spPr>
          <a:xfrm>
            <a:off x="5406771" y="3549015"/>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52" name="body-3-1-word-10">
            <a:extLst>
              <a:ext uri="{FF2B5EF4-FFF2-40B4-BE49-F238E27FC236}">
                <ns2:creationId id="{C207C515-2DCE-4126-8B1C-749D4078D238}"/>
              </a:ext>
            </a:extLst>
          </p:cNvPr>
          <p:cNvSpPr>
            <a:spLocks noGrp="1"/>
          </p:cNvSpPr>
          <p:nvPr/>
        </p:nvSpPr>
        <p:spPr>
          <a:xfrm>
            <a:off x="4331970" y="3549015"/>
            <a:ext cx="10145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‏קישוטים.</a:t>
            </a:r>
          </a:p>
        </p:txBody>
      </p:sp>
      <p:sp>
        <p:nvSpPr>
          <p:cNvPr id="53" name="body-3-1-word-11">
            <a:extLst>
              <a:ext uri="{FF2B5EF4-FFF2-40B4-BE49-F238E27FC236}">
                <ns2:creationId id="{49F69E5C-A52C-4552-B7B0-8F2F05B6C3C4}"/>
              </a:ext>
            </a:extLst>
          </p:cNvPr>
          <p:cNvSpPr>
            <a:spLocks noGrp="1"/>
          </p:cNvSpPr>
          <p:nvPr/>
        </p:nvSpPr>
        <p:spPr>
          <a:xfrm>
            <a:off x="3563017" y="3549015"/>
            <a:ext cx="7086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‏קליפס</a:t>
            </a:r>
          </a:p>
        </p:txBody>
      </p:sp>
      <p:sp>
        <p:nvSpPr>
          <p:cNvPr id="54" name="body-3-1-word-12">
            <a:extLst>
              <a:ext uri="{FF2B5EF4-FFF2-40B4-BE49-F238E27FC236}">
                <ns2:creationId id="{9FF7E59A-4DEA-44E2-822B-C514A0326A7B}"/>
              </a:ext>
            </a:extLst>
          </p:cNvPr>
          <p:cNvSpPr>
            <a:spLocks noGrp="1"/>
          </p:cNvSpPr>
          <p:nvPr/>
        </p:nvSpPr>
        <p:spPr>
          <a:xfrm>
            <a:off x="3011900" y="3549015"/>
            <a:ext cx="4908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‏רגיל</a:t>
            </a:r>
          </a:p>
        </p:txBody>
      </p:sp>
      <p:sp>
        <p:nvSpPr>
          <p:cNvPr id="55" name="body-3-1-word-13">
            <a:extLst>
              <a:ext uri="{FF2B5EF4-FFF2-40B4-BE49-F238E27FC236}">
                <ns2:creationId id="{24A28323-3633-462C-935B-686E4080F990}"/>
              </a:ext>
            </a:extLst>
          </p:cNvPr>
          <p:cNvSpPr>
            <a:spLocks noGrp="1"/>
          </p:cNvSpPr>
          <p:nvPr/>
        </p:nvSpPr>
        <p:spPr>
          <a:xfrm>
            <a:off x="2382107" y="3549015"/>
            <a:ext cx="5695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‏אסור</a:t>
            </a:r>
          </a:p>
        </p:txBody>
      </p:sp>
      <p:sp>
        <p:nvSpPr>
          <p:cNvPr id="56" name="body-3-1-word-14">
            <a:extLst>
              <a:ext uri="{FF2B5EF4-FFF2-40B4-BE49-F238E27FC236}">
                <ns2:creationId id="{CADDE1FD-C8FE-4C46-ACF2-DB255BF26F8B}"/>
              </a:ext>
            </a:extLst>
          </p:cNvPr>
          <p:cNvSpPr>
            <a:spLocks noGrp="1"/>
          </p:cNvSpPr>
          <p:nvPr/>
        </p:nvSpPr>
        <p:spPr>
          <a:xfrm>
            <a:off x="1490567" y="3549015"/>
            <a:ext cx="8312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57" name="body-3-1-word-15">
            <a:extLst>
              <a:ext uri="{FF2B5EF4-FFF2-40B4-BE49-F238E27FC236}">
                <ns2:creationId id="{46CAB3D8-85FC-4155-84F7-AA9C03FE95DF}"/>
              </a:ext>
            </a:extLst>
          </p:cNvPr>
          <p:cNvSpPr>
            <a:spLocks noGrp="1"/>
          </p:cNvSpPr>
          <p:nvPr/>
        </p:nvSpPr>
        <p:spPr>
          <a:xfrm>
            <a:off x="783622" y="3549015"/>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58" name="body-3-2-word-0">
            <a:extLst>
              <a:ext uri="{FF2B5EF4-FFF2-40B4-BE49-F238E27FC236}">
                <ns2:creationId id="{F71E16B4-9D40-4E3B-A8C1-BD614AE66FF8}"/>
              </a:ext>
            </a:extLst>
          </p:cNvPr>
          <p:cNvSpPr>
            <a:spLocks noGrp="1"/>
          </p:cNvSpPr>
          <p:nvPr/>
        </p:nvSpPr>
        <p:spPr>
          <a:xfrm>
            <a:off x="10849070" y="3900488"/>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59" name="body-3-2-word-1">
            <a:extLst>
              <a:ext uri="{FF2B5EF4-FFF2-40B4-BE49-F238E27FC236}">
                <ns2:creationId id="{A9EA3178-AEBF-410A-9479-ECCE98EA7402}"/>
              </a:ext>
            </a:extLst>
          </p:cNvPr>
          <p:cNvSpPr>
            <a:spLocks noGrp="1"/>
          </p:cNvSpPr>
          <p:nvPr/>
        </p:nvSpPr>
        <p:spPr>
          <a:xfrm>
            <a:off x="10080117" y="3900488"/>
            <a:ext cx="7086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‏קליפס</a:t>
            </a:r>
          </a:p>
        </p:txBody>
      </p:sp>
      <p:sp>
        <p:nvSpPr>
          <p:cNvPr id="60" name="body-3-2-word-2">
            <a:extLst>
              <a:ext uri="{FF2B5EF4-FFF2-40B4-BE49-F238E27FC236}">
                <ns2:creationId id="{51293D44-7568-4AFF-A10D-585B3392BB66}"/>
              </a:ext>
            </a:extLst>
          </p:cNvPr>
          <p:cNvSpPr>
            <a:spLocks noGrp="1"/>
          </p:cNvSpPr>
          <p:nvPr/>
        </p:nvSpPr>
        <p:spPr>
          <a:xfrm>
            <a:off x="9405842" y="3900488"/>
            <a:ext cx="6139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61" name="body-3-2-word-3">
            <a:extLst>
              <a:ext uri="{FF2B5EF4-FFF2-40B4-BE49-F238E27FC236}">
                <ns2:creationId id="{D679B3BD-B376-4F99-9403-D561B697F262}"/>
              </a:ext>
            </a:extLst>
          </p:cNvPr>
          <p:cNvSpPr>
            <a:spLocks noGrp="1"/>
          </p:cNvSpPr>
          <p:nvPr/>
        </p:nvSpPr>
        <p:spPr>
          <a:xfrm>
            <a:off x="8760428" y="3900488"/>
            <a:ext cx="5851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62" name="body-3-2-word-4">
            <a:extLst>
              <a:ext uri="{FF2B5EF4-FFF2-40B4-BE49-F238E27FC236}">
                <ns2:creationId id="{0E14D0A2-E630-44EA-AD68-15556004B740}"/>
              </a:ext>
            </a:extLst>
          </p:cNvPr>
          <p:cNvSpPr>
            <a:spLocks noGrp="1"/>
          </p:cNvSpPr>
          <p:nvPr/>
        </p:nvSpPr>
        <p:spPr>
          <a:xfrm>
            <a:off x="8131778" y="3900488"/>
            <a:ext cx="5683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a:t>
            </a:r>
          </a:p>
        </p:txBody>
      </p:sp>
      <p:sp>
        <p:nvSpPr>
          <p:cNvPr id="63" name="body-3-2-word-5">
            <a:extLst>
              <a:ext uri="{FF2B5EF4-FFF2-40B4-BE49-F238E27FC236}">
                <ns2:creationId id="{A0EA1CF2-AAA5-484A-8AD9-101006F7D8EB}"/>
              </a:ext>
            </a:extLst>
          </p:cNvPr>
          <p:cNvSpPr>
            <a:spLocks noGrp="1"/>
          </p:cNvSpPr>
          <p:nvPr/>
        </p:nvSpPr>
        <p:spPr>
          <a:xfrm>
            <a:off x="7746397" y="390048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64" name="body-3-2-word-6">
            <a:extLst>
              <a:ext uri="{FF2B5EF4-FFF2-40B4-BE49-F238E27FC236}">
                <ns2:creationId id="{A17333EB-197A-498E-A764-F16AABB4D109}"/>
              </a:ext>
            </a:extLst>
          </p:cNvPr>
          <p:cNvSpPr>
            <a:spLocks noGrp="1"/>
          </p:cNvSpPr>
          <p:nvPr/>
        </p:nvSpPr>
        <p:spPr>
          <a:xfrm>
            <a:off x="7498652" y="3900488"/>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‏8</a:t>
            </a:r>
          </a:p>
        </p:txBody>
      </p:sp>
      <p:sp>
        <p:nvSpPr>
          <p:cNvPr id="65" name="body-3-2-word-7">
            <a:extLst>
              <a:ext uri="{FF2B5EF4-FFF2-40B4-BE49-F238E27FC236}">
                <ns2:creationId id="{BFEAC472-0483-4D8E-9C92-3D183222FC78}"/>
              </a:ext>
            </a:extLst>
          </p:cNvPr>
          <p:cNvSpPr>
            <a:spLocks noGrp="1"/>
          </p:cNvSpPr>
          <p:nvPr/>
        </p:nvSpPr>
        <p:spPr>
          <a:xfrm>
            <a:off x="6875431" y="3900488"/>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66" name="body-4-1-word-0">
            <a:extLst>
              <a:ext uri="{FF2B5EF4-FFF2-40B4-BE49-F238E27FC236}">
                <ns2:creationId id="{5642072C-A1D5-4FBE-8276-CEAAEF23A03B}"/>
              </a:ext>
            </a:extLst>
          </p:cNvPr>
          <p:cNvSpPr>
            <a:spLocks noGrp="1"/>
          </p:cNvSpPr>
          <p:nvPr/>
        </p:nvSpPr>
        <p:spPr>
          <a:xfrm>
            <a:off x="10595038" y="4442460"/>
            <a:ext cx="8540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‏מותרות</a:t>
            </a:r>
          </a:p>
        </p:txBody>
      </p:sp>
      <p:sp>
        <p:nvSpPr>
          <p:cNvPr id="67" name="body-4-1-word-1">
            <a:extLst>
              <a:ext uri="{FF2B5EF4-FFF2-40B4-BE49-F238E27FC236}">
                <ns2:creationId id="{02550EB7-4A0E-460B-9517-1D019222D5EC}"/>
              </a:ext>
            </a:extLst>
          </p:cNvPr>
          <p:cNvSpPr>
            <a:spLocks noGrp="1"/>
          </p:cNvSpPr>
          <p:nvPr/>
        </p:nvSpPr>
        <p:spPr>
          <a:xfrm>
            <a:off x="9943624" y="4442460"/>
            <a:ext cx="5911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‏צמות</a:t>
            </a:r>
          </a:p>
        </p:txBody>
      </p:sp>
      <p:sp>
        <p:nvSpPr>
          <p:cNvPr id="68" name="body-4-1-word-2">
            <a:extLst>
              <a:ext uri="{FF2B5EF4-FFF2-40B4-BE49-F238E27FC236}">
                <ns2:creationId id="{885D7762-94EE-4FB2-8B1D-EDEA0100A030}"/>
              </a:ext>
            </a:extLst>
          </p:cNvPr>
          <p:cNvSpPr>
            <a:spLocks noGrp="1"/>
          </p:cNvSpPr>
          <p:nvPr/>
        </p:nvSpPr>
        <p:spPr>
          <a:xfrm>
            <a:off x="8787003" y="4442460"/>
            <a:ext cx="1096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‏כשהשיער</a:t>
            </a:r>
          </a:p>
        </p:txBody>
      </p:sp>
      <p:sp>
        <p:nvSpPr>
          <p:cNvPr id="69" name="body-4-1-word-3">
            <a:extLst>
              <a:ext uri="{FF2B5EF4-FFF2-40B4-BE49-F238E27FC236}">
                <ns2:creationId id="{A1774B71-DBEF-4B87-A158-51DCAAB0EE3C}"/>
              </a:ext>
            </a:extLst>
          </p:cNvPr>
          <p:cNvSpPr>
            <a:spLocks noGrp="1"/>
          </p:cNvSpPr>
          <p:nvPr/>
        </p:nvSpPr>
        <p:spPr>
          <a:xfrm>
            <a:off x="8140827" y="4442460"/>
            <a:ext cx="5858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‏אסוף</a:t>
            </a:r>
          </a:p>
        </p:txBody>
      </p:sp>
      <p:sp>
        <p:nvSpPr>
          <p:cNvPr id="70" name="body-4-1-word-4">
            <a:extLst>
              <a:ext uri="{FF2B5EF4-FFF2-40B4-BE49-F238E27FC236}">
                <ns2:creationId id="{507FA209-382F-4505-A8C1-BDF3EBD3D8BF}"/>
              </a:ext>
            </a:extLst>
          </p:cNvPr>
          <p:cNvSpPr>
            <a:spLocks noGrp="1"/>
          </p:cNvSpPr>
          <p:nvPr/>
        </p:nvSpPr>
        <p:spPr>
          <a:xfrm>
            <a:off x="7647051" y="4442460"/>
            <a:ext cx="4334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‏כולו</a:t>
            </a:r>
          </a:p>
        </p:txBody>
      </p:sp>
      <p:sp>
        <p:nvSpPr>
          <p:cNvPr id="71" name="body-4-1-word-5">
            <a:extLst>
              <a:ext uri="{FF2B5EF4-FFF2-40B4-BE49-F238E27FC236}">
                <ns2:creationId id="{70D6DEFB-E64B-45A6-97EB-6434418F3042}"/>
              </a:ext>
            </a:extLst>
          </p:cNvPr>
          <p:cNvSpPr>
            <a:spLocks noGrp="1"/>
          </p:cNvSpPr>
          <p:nvPr/>
        </p:nvSpPr>
        <p:spPr>
          <a:xfrm>
            <a:off x="6759131" y="4442460"/>
            <a:ext cx="8276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‏מאחור.</a:t>
            </a:r>
          </a:p>
        </p:txBody>
      </p:sp>
      <p:sp>
        <p:nvSpPr>
          <p:cNvPr id="72" name="body-4-1-word-6">
            <a:extLst>
              <a:ext uri="{FF2B5EF4-FFF2-40B4-BE49-F238E27FC236}">
                <ns2:creationId id="{BE617BAE-1CF2-4C69-9CC9-CD806D555AE0}"/>
              </a:ext>
            </a:extLst>
          </p:cNvPr>
          <p:cNvSpPr>
            <a:spLocks noGrp="1"/>
          </p:cNvSpPr>
          <p:nvPr/>
        </p:nvSpPr>
        <p:spPr>
          <a:xfrm>
            <a:off x="5777198" y="4442460"/>
            <a:ext cx="92163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‏ראסטות</a:t>
            </a:r>
          </a:p>
        </p:txBody>
      </p:sp>
      <p:sp>
        <p:nvSpPr>
          <p:cNvPr id="73" name="body-4-1-word-7">
            <a:extLst>
              <a:ext uri="{FF2B5EF4-FFF2-40B4-BE49-F238E27FC236}">
                <ns2:creationId id="{DDB1D019-0CAB-464C-8FEA-761D1D8061B9}"/>
              </a:ext>
            </a:extLst>
          </p:cNvPr>
          <p:cNvSpPr>
            <a:spLocks noGrp="1"/>
          </p:cNvSpPr>
          <p:nvPr/>
        </p:nvSpPr>
        <p:spPr>
          <a:xfrm>
            <a:off x="4813935" y="4442460"/>
            <a:ext cx="9029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‏אסורות.</a:t>
            </a:r>
          </a:p>
        </p:txBody>
      </p:sp>
      <p:sp>
        <p:nvSpPr>
          <p:cNvPr id="74" name="body-4-1-word-8">
            <a:extLst>
              <a:ext uri="{FF2B5EF4-FFF2-40B4-BE49-F238E27FC236}">
                <ns2:creationId id="{31C999F5-05EC-4619-BC32-DE6B8E7D14C3}"/>
              </a:ext>
            </a:extLst>
          </p:cNvPr>
          <p:cNvSpPr>
            <a:spLocks noGrp="1"/>
          </p:cNvSpPr>
          <p:nvPr/>
        </p:nvSpPr>
        <p:spPr>
          <a:xfrm>
            <a:off x="4039743" y="4442460"/>
            <a:ext cx="7138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‏צביעה</a:t>
            </a:r>
          </a:p>
        </p:txBody>
      </p:sp>
      <p:sp>
        <p:nvSpPr>
          <p:cNvPr id="75" name="body-4-1-word-9">
            <a:extLst>
              <a:ext uri="{FF2B5EF4-FFF2-40B4-BE49-F238E27FC236}">
                <ns2:creationId id="{4DEA195A-280D-4FC9-B902-B29DD6121390}"/>
              </a:ext>
            </a:extLst>
          </p:cNvPr>
          <p:cNvSpPr>
            <a:spLocks noGrp="1"/>
          </p:cNvSpPr>
          <p:nvPr/>
        </p:nvSpPr>
        <p:spPr>
          <a:xfrm>
            <a:off x="3654361" y="4442460"/>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76" name="body-4-1-word-10">
            <a:extLst>
              <a:ext uri="{FF2B5EF4-FFF2-40B4-BE49-F238E27FC236}">
                <ns2:creationId id="{FC77CD6A-FCBC-4D42-843A-5508A9FC74A3}"/>
              </a:ext>
            </a:extLst>
          </p:cNvPr>
          <p:cNvSpPr>
            <a:spLocks noGrp="1"/>
          </p:cNvSpPr>
          <p:nvPr/>
        </p:nvSpPr>
        <p:spPr>
          <a:xfrm>
            <a:off x="3195923" y="4442460"/>
            <a:ext cx="398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a:t>
            </a:r>
          </a:p>
        </p:txBody>
      </p:sp>
      <p:sp>
        <p:nvSpPr>
          <p:cNvPr id="77" name="body-4-1-word-11">
            <a:extLst>
              <a:ext uri="{FF2B5EF4-FFF2-40B4-BE49-F238E27FC236}">
                <ns2:creationId id="{B0C9C64F-FE7A-4C6F-989E-512D2C6025EF}"/>
              </a:ext>
            </a:extLst>
          </p:cNvPr>
          <p:cNvSpPr>
            <a:spLocks noGrp="1"/>
          </p:cNvSpPr>
          <p:nvPr/>
        </p:nvSpPr>
        <p:spPr>
          <a:xfrm>
            <a:off x="2509838" y="4442460"/>
            <a:ext cx="625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‏גוונים</a:t>
            </a:r>
          </a:p>
        </p:txBody>
      </p:sp>
      <p:sp>
        <p:nvSpPr>
          <p:cNvPr id="78" name="body-4-1-word-12">
            <a:extLst>
              <a:ext uri="{FF2B5EF4-FFF2-40B4-BE49-F238E27FC236}">
                <ns2:creationId id="{722A8284-F788-4A9E-BC18-E3CD2EDBB3C9}"/>
              </a:ext>
            </a:extLst>
          </p:cNvPr>
          <p:cNvSpPr>
            <a:spLocks noGrp="1"/>
          </p:cNvSpPr>
          <p:nvPr/>
        </p:nvSpPr>
        <p:spPr>
          <a:xfrm>
            <a:off x="1634300" y="4442460"/>
            <a:ext cx="8152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‏טבעיים</a:t>
            </a:r>
          </a:p>
        </p:txBody>
      </p:sp>
      <p:sp>
        <p:nvSpPr>
          <p:cNvPr id="79" name="body-4-2-word-0">
            <a:extLst>
              <a:ext uri="{FF2B5EF4-FFF2-40B4-BE49-F238E27FC236}">
                <ns2:creationId id="{0285E199-5734-40E3-9D84-DCACDB45E266}"/>
              </a:ext>
            </a:extLst>
          </p:cNvPr>
          <p:cNvSpPr>
            <a:spLocks noGrp="1"/>
          </p:cNvSpPr>
          <p:nvPr/>
        </p:nvSpPr>
        <p:spPr>
          <a:xfrm>
            <a:off x="10166033" y="4793933"/>
            <a:ext cx="12830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‏המשתלבים</a:t>
            </a:r>
          </a:p>
        </p:txBody>
      </p:sp>
      <p:sp>
        <p:nvSpPr>
          <p:cNvPr id="80" name="body-4-2-word-1">
            <a:extLst>
              <a:ext uri="{FF2B5EF4-FFF2-40B4-BE49-F238E27FC236}">
                <ns2:creationId id="{D2F693C0-5516-43C6-A425-9A7EEB1E3BFB}"/>
              </a:ext>
            </a:extLst>
          </p:cNvPr>
          <p:cNvSpPr>
            <a:spLocks noGrp="1"/>
          </p:cNvSpPr>
          <p:nvPr/>
        </p:nvSpPr>
        <p:spPr>
          <a:xfrm>
            <a:off x="9658350" y="4793933"/>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81" name="body-4-2-word-2">
            <a:extLst>
              <a:ext uri="{FF2B5EF4-FFF2-40B4-BE49-F238E27FC236}">
                <ns2:creationId id="{CF9CA4DF-54B4-4249-9BED-CD49EA2870D7}"/>
              </a:ext>
            </a:extLst>
          </p:cNvPr>
          <p:cNvSpPr>
            <a:spLocks noGrp="1"/>
          </p:cNvSpPr>
          <p:nvPr/>
        </p:nvSpPr>
        <p:spPr>
          <a:xfrm>
            <a:off x="8752427" y="4793933"/>
            <a:ext cx="8456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‏השיער,</a:t>
            </a:r>
          </a:p>
        </p:txBody>
      </p:sp>
      <p:sp>
        <p:nvSpPr>
          <p:cNvPr id="82" name="body-4-2-word-3">
            <a:extLst>
              <a:ext uri="{FF2B5EF4-FFF2-40B4-BE49-F238E27FC236}">
                <ns2:creationId id="{47F9423C-3852-4C5E-BD28-11EC54D5A61F}"/>
              </a:ext>
            </a:extLst>
          </p:cNvPr>
          <p:cNvSpPr>
            <a:spLocks noGrp="1"/>
          </p:cNvSpPr>
          <p:nvPr/>
        </p:nvSpPr>
        <p:spPr>
          <a:xfrm>
            <a:off x="8238173" y="4793933"/>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83" name="body-4-2-word-4">
            <a:extLst>
              <a:ext uri="{FF2B5EF4-FFF2-40B4-BE49-F238E27FC236}">
                <ns2:creationId id="{5A90BE02-9DAD-4400-B3A9-38968B0AB21C}"/>
              </a:ext>
            </a:extLst>
          </p:cNvPr>
          <p:cNvSpPr>
            <a:spLocks noGrp="1"/>
          </p:cNvSpPr>
          <p:nvPr/>
        </p:nvSpPr>
        <p:spPr>
          <a:xfrm>
            <a:off x="7452360" y="4793933"/>
            <a:ext cx="7255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‏צביעת</a:t>
            </a:r>
          </a:p>
        </p:txBody>
      </p:sp>
      <p:sp>
        <p:nvSpPr>
          <p:cNvPr id="84" name="body-4-2-word-5">
            <a:extLst>
              <a:ext uri="{FF2B5EF4-FFF2-40B4-BE49-F238E27FC236}">
                <ns2:creationId id="{2F153306-02C8-4B8F-A884-70880BFE5FD6}"/>
              </a:ext>
            </a:extLst>
          </p:cNvPr>
          <p:cNvSpPr>
            <a:spLocks noGrp="1"/>
          </p:cNvSpPr>
          <p:nvPr/>
        </p:nvSpPr>
        <p:spPr>
          <a:xfrm>
            <a:off x="6903053" y="4793933"/>
            <a:ext cx="489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a:t>
            </a:r>
          </a:p>
        </p:txBody>
      </p:sp>
      <p:sp>
        <p:nvSpPr>
          <p:cNvPr id="85" name="body-4-2-word-6">
            <a:extLst>
              <a:ext uri="{FF2B5EF4-FFF2-40B4-BE49-F238E27FC236}">
                <ns2:creationId id="{44FEA35D-15A8-4E44-9F65-2201EEE30BA7}"/>
              </a:ext>
            </a:extLst>
          </p:cNvPr>
          <p:cNvSpPr>
            <a:spLocks noGrp="1"/>
          </p:cNvSpPr>
          <p:nvPr/>
        </p:nvSpPr>
        <p:spPr>
          <a:xfrm>
            <a:off x="6218968" y="4793933"/>
            <a:ext cx="6237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‏בודד.</a:t>
            </a:r>
          </a:p>
        </p:txBody>
      </p:sp>
      <p:sp>
        <p:nvSpPr>
          <p:cNvPr id="86" name="sources-word-0">
            <a:extLst>
              <a:ext uri="{FF2B5EF4-FFF2-40B4-BE49-F238E27FC236}">
                <ns2:creationId id="{4B5B089B-8057-41DC-B311-847F552804FD}"/>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7" name="sources-word-1">
            <a:extLst>
              <a:ext uri="{FF2B5EF4-FFF2-40B4-BE49-F238E27FC236}">
                <ns2:creationId id="{17687D6C-0987-4E2B-B081-91EC5843E3AC}"/>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8" name="sources-word-2">
            <a:extLst>
              <a:ext uri="{FF2B5EF4-FFF2-40B4-BE49-F238E27FC236}">
                <ns2:creationId id="{374CA0E2-4EBC-4370-92CC-615F1F0EF437}"/>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9" name="sources-word-3">
            <a:extLst>
              <a:ext uri="{FF2B5EF4-FFF2-40B4-BE49-F238E27FC236}">
                <ns2:creationId id="{99539102-0892-4910-A9F2-F207852C6960}"/>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0" name="sources-word-4">
            <a:extLst>
              <a:ext uri="{FF2B5EF4-FFF2-40B4-BE49-F238E27FC236}">
                <ns2:creationId id="{BCE9C5F3-0E22-4D4C-A479-B2D59631EB65}"/>
              </a:ext>
            </a:extLst>
          </p:cNvPr>
          <p:cNvSpPr>
            <a:spLocks noGrp="1"/>
          </p:cNvSpPr>
          <p:nvPr/>
        </p:nvSpPr>
        <p:spPr>
          <a:xfrm>
            <a:off x="9543193" y="6191250"/>
            <a:ext cx="389573"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‏הופעה</a:t>
            </a:r>
          </a:p>
        </p:txBody>
      </p:sp>
      <p:sp>
        <p:nvSpPr>
          <p:cNvPr id="91" name="sources-word-5">
            <a:extLst>
              <a:ext uri="{FF2B5EF4-FFF2-40B4-BE49-F238E27FC236}">
                <ns2:creationId id="{D197D450-2349-455B-82AD-69E7B9DA3E3D}"/>
              </a:ext>
            </a:extLst>
          </p:cNvPr>
          <p:cNvSpPr>
            <a:spLocks noGrp="1"/>
          </p:cNvSpPr>
          <p:nvPr/>
        </p:nvSpPr>
        <p:spPr>
          <a:xfrm>
            <a:off x="9133427" y="6191250"/>
            <a:ext cx="38909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‏ודיגום,</a:t>
            </a:r>
          </a:p>
        </p:txBody>
      </p:sp>
      <p:sp>
        <p:nvSpPr>
          <p:cNvPr id="92" name="sources-word-6">
            <a:extLst>
              <a:ext uri="{FF2B5EF4-FFF2-40B4-BE49-F238E27FC236}">
                <ns2:creationId id="{640791D6-9372-4623-813C-16F9E06D305B}"/>
              </a:ext>
            </a:extLst>
          </p:cNvPr>
          <p:cNvSpPr>
            <a:spLocks noGrp="1"/>
          </p:cNvSpPr>
          <p:nvPr/>
        </p:nvSpPr>
        <p:spPr>
          <a:xfrm>
            <a:off x="8711374" y="6191250"/>
            <a:ext cx="401383"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‏שאלות</a:t>
            </a:r>
          </a:p>
        </p:txBody>
      </p:sp>
      <p:sp>
        <p:nvSpPr>
          <p:cNvPr id="93" name="sources-word-7">
            <a:extLst>
              <a:ext uri="{FF2B5EF4-FFF2-40B4-BE49-F238E27FC236}">
                <ns2:creationId id="{879D24B5-9188-4C5B-B444-1C4BE6798640}"/>
              </a:ext>
            </a:extLst>
          </p:cNvPr>
          <p:cNvSpPr>
            <a:spLocks noGrp="1"/>
          </p:cNvSpPr>
          <p:nvPr/>
        </p:nvSpPr>
        <p:spPr>
          <a:xfrm>
            <a:off x="8196167" y="6191250"/>
            <a:ext cx="49453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‏ותשובות</a:t>
            </a:r>
          </a:p>
        </p:txBody>
      </p:sp>
      <p:sp>
        <p:nvSpPr>
          <p:cNvPr id="94" name="page">
            <a:extLst>
              <a:ext uri="{FF2B5EF4-FFF2-40B4-BE49-F238E27FC236}">
                <ns2:creationId id="{164A441F-B5C1-41F7-9453-96DE3C799E25}"/>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13 / 35</a:t>
            </a:r>
          </a:p>
        </p:txBody>
      </p:sp>
      <p:sp>
        <p:nvSpPr>
          <p:cNvPr id="95" name="timing-word-0">
            <a:extLst>
              <a:ext uri="{FF2B5EF4-FFF2-40B4-BE49-F238E27FC236}">
                <ns2:creationId id="{C8A7BAB9-BA84-4AE5-8DB1-C125B39E5BA1}"/>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‏10:15</a:t>
            </a:r>
          </a:p>
        </p:txBody>
      </p:sp>
      <p:sp>
        <p:nvSpPr>
          <p:cNvPr id="96" name="timing-word-1">
            <a:extLst>
              <a:ext uri="{FF2B5EF4-FFF2-40B4-BE49-F238E27FC236}">
                <ns2:creationId id="{2843F84F-AEC4-48E5-8CF1-DCADD8BDB4CE}"/>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7" name="timing-word-2">
            <a:extLst>
              <a:ext uri="{FF2B5EF4-FFF2-40B4-BE49-F238E27FC236}">
                <ns2:creationId id="{EC30AEED-BE32-40EE-A478-2A9C971513A7}"/>
              </a:ext>
            </a:extLst>
          </p:cNvPr>
          <p:cNvSpPr>
            <a:spLocks noGrp="1"/>
          </p:cNvSpPr>
          <p:nvPr/>
        </p:nvSpPr>
        <p:spPr>
          <a:xfrm>
            <a:off x="10407110" y="6505575"/>
            <a:ext cx="398621"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‏11:15</a:t>
            </a:r>
          </a:p>
        </p:txBody>
      </p:sp>
      <p:sp>
        <p:nvSpPr>
          <p:cNvPr id="98" name="timing-word-3">
            <a:extLst>
              <a:ext uri="{FF2B5EF4-FFF2-40B4-BE49-F238E27FC236}">
                <ns2:creationId id="{C60F19FF-EFD1-4E35-A7C8-779B0DAA1D88}"/>
              </a:ext>
            </a:extLst>
          </p:cNvPr>
          <p:cNvSpPr>
            <a:spLocks noGrp="1"/>
          </p:cNvSpPr>
          <p:nvPr/>
        </p:nvSpPr>
        <p:spPr>
          <a:xfrm>
            <a:off x="10134886"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99" name="timing-word-4">
            <a:extLst>
              <a:ext uri="{FF2B5EF4-FFF2-40B4-BE49-F238E27FC236}">
                <ns2:creationId id="{B00C64D8-1D21-4DE2-8BB0-789C00C94F0D}"/>
              </a:ext>
            </a:extLst>
          </p:cNvPr>
          <p:cNvSpPr>
            <a:spLocks noGrp="1"/>
          </p:cNvSpPr>
          <p:nvPr/>
        </p:nvSpPr>
        <p:spPr>
          <a:xfrm>
            <a:off x="9699593"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66996150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3" name="title-word-0">
            <a:extLst>
              <a:ext uri="{FF2B5EF4-FFF2-40B4-BE49-F238E27FC236}">
                <ns2:creationId id="{29CA6DCA-13C4-47C7-9D5B-83418E0ACDAE}"/>
              </a:ext>
            </a:extLst>
          </p:cNvPr>
          <p:cNvSpPr>
            <a:spLocks noGrp="1"/>
          </p:cNvSpPr>
          <p:nvPr/>
        </p:nvSpPr>
        <p:spPr>
          <a:xfrm>
            <a:off x="10972514" y="571500"/>
            <a:ext cx="47653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‏לק</a:t>
            </a:r>
          </a:p>
        </p:txBody>
      </p:sp>
      <p:sp>
        <p:nvSpPr>
          <p:cNvPr id="2" name="title-word-1">
            <a:extLst>
              <a:ext uri="{FF2B5EF4-FFF2-40B4-BE49-F238E27FC236}">
                <ns2:creationId id="{F310F036-CB1E-4AE2-B070-9BF9A8343572}"/>
              </a:ext>
            </a:extLst>
          </p:cNvPr>
          <p:cNvSpPr>
            <a:spLocks noGrp="1"/>
          </p:cNvSpPr>
          <p:nvPr/>
        </p:nvSpPr>
        <p:spPr>
          <a:xfrm>
            <a:off x="9178004" y="571500"/>
            <a:ext cx="169716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‏וציפורניים</a:t>
            </a:r>
          </a:p>
        </p:txBody>
      </p:sp>
      <p:sp>
        <p:nvSpPr>
          <p:cNvPr id="3" name="body-1-1-word-0">
            <a:extLst>
              <a:ext uri="{FF2B5EF4-FFF2-40B4-BE49-F238E27FC236}">
                <ns2:creationId id="{7B8FC9D3-0717-4B51-8B87-AC52742549D4}"/>
              </a:ext>
            </a:extLst>
          </p:cNvPr>
          <p:cNvSpPr>
            <a:spLocks noGrp="1"/>
          </p:cNvSpPr>
          <p:nvPr/>
        </p:nvSpPr>
        <p:spPr>
          <a:xfrm>
            <a:off x="10697146" y="1762125"/>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4" name="body-1-1-word-1">
            <a:extLst>
              <a:ext uri="{FF2B5EF4-FFF2-40B4-BE49-F238E27FC236}">
                <ns2:creationId id="{F5B96D0E-3426-4621-8D54-1420D0DFD3CF}"/>
              </a:ext>
            </a:extLst>
          </p:cNvPr>
          <p:cNvSpPr>
            <a:spLocks noGrp="1"/>
          </p:cNvSpPr>
          <p:nvPr/>
        </p:nvSpPr>
        <p:spPr>
          <a:xfrm>
            <a:off x="10036873"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5" name="body-1-1-word-2">
            <a:extLst>
              <a:ext uri="{FF2B5EF4-FFF2-40B4-BE49-F238E27FC236}">
                <ns2:creationId id="{2CC698A8-5B97-4C21-BBAF-A92FC6ABF241}"/>
              </a:ext>
            </a:extLst>
          </p:cNvPr>
          <p:cNvSpPr>
            <a:spLocks noGrp="1"/>
          </p:cNvSpPr>
          <p:nvPr/>
        </p:nvSpPr>
        <p:spPr>
          <a:xfrm>
            <a:off x="9658636" y="1762125"/>
            <a:ext cx="3179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a:t>
            </a:r>
          </a:p>
        </p:txBody>
      </p:sp>
      <p:sp>
        <p:nvSpPr>
          <p:cNvPr id="6" name="body-1-1-word-3">
            <a:extLst>
              <a:ext uri="{FF2B5EF4-FFF2-40B4-BE49-F238E27FC236}">
                <ns2:creationId id="{3A5AC094-6596-42B3-AFED-A95077075787}"/>
              </a:ext>
            </a:extLst>
          </p:cNvPr>
          <p:cNvSpPr>
            <a:spLocks noGrp="1"/>
          </p:cNvSpPr>
          <p:nvPr/>
        </p:nvSpPr>
        <p:spPr>
          <a:xfrm>
            <a:off x="8902541" y="1762125"/>
            <a:ext cx="6958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‏שקוף,</a:t>
            </a:r>
          </a:p>
        </p:txBody>
      </p:sp>
      <p:sp>
        <p:nvSpPr>
          <p:cNvPr id="7" name="body-1-1-word-4">
            <a:extLst>
              <a:ext uri="{FF2B5EF4-FFF2-40B4-BE49-F238E27FC236}">
                <ns2:creationId id="{9A33B556-B55F-48C4-A19E-27813EFF493E}"/>
              </a:ext>
            </a:extLst>
          </p:cNvPr>
          <p:cNvSpPr>
            <a:spLocks noGrp="1"/>
          </p:cNvSpPr>
          <p:nvPr/>
        </p:nvSpPr>
        <p:spPr>
          <a:xfrm>
            <a:off x="8382000" y="1762125"/>
            <a:ext cx="4602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‏ורוד</a:t>
            </a:r>
          </a:p>
        </p:txBody>
      </p:sp>
      <p:sp>
        <p:nvSpPr>
          <p:cNvPr id="8" name="body-1-1-word-5">
            <a:extLst>
              <a:ext uri="{FF2B5EF4-FFF2-40B4-BE49-F238E27FC236}">
                <ns2:creationId id="{0E014DC5-F68A-4D53-9220-6629F20D8939}"/>
              </a:ext>
            </a:extLst>
          </p:cNvPr>
          <p:cNvSpPr>
            <a:spLocks noGrp="1"/>
          </p:cNvSpPr>
          <p:nvPr/>
        </p:nvSpPr>
        <p:spPr>
          <a:xfrm>
            <a:off x="7750207" y="1762125"/>
            <a:ext cx="5715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‏בהיר</a:t>
            </a:r>
          </a:p>
        </p:txBody>
      </p:sp>
      <p:sp>
        <p:nvSpPr>
          <p:cNvPr id="9" name="body-1-1-word-6">
            <a:extLst>
              <a:ext uri="{FF2B5EF4-FFF2-40B4-BE49-F238E27FC236}">
                <ns2:creationId id="{FA71D7C7-C4D3-4807-9108-9D95DDD0AB2D}"/>
              </a:ext>
            </a:extLst>
          </p:cNvPr>
          <p:cNvSpPr>
            <a:spLocks noGrp="1"/>
          </p:cNvSpPr>
          <p:nvPr/>
        </p:nvSpPr>
        <p:spPr>
          <a:xfrm>
            <a:off x="7429976"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0" name="body-1-1-word-7">
            <a:extLst>
              <a:ext uri="{FF2B5EF4-FFF2-40B4-BE49-F238E27FC236}">
                <ns2:creationId id="{897474C5-0357-4522-842A-C57EFCF20FBB}"/>
              </a:ext>
            </a:extLst>
          </p:cNvPr>
          <p:cNvSpPr>
            <a:spLocks noGrp="1"/>
          </p:cNvSpPr>
          <p:nvPr/>
        </p:nvSpPr>
        <p:spPr>
          <a:xfrm>
            <a:off x="6983539" y="1762125"/>
            <a:ext cx="386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11" name="body-1-1-word-8">
            <a:extLst>
              <a:ext uri="{FF2B5EF4-FFF2-40B4-BE49-F238E27FC236}">
                <ns2:creationId id="{074A8CF9-84A5-47D4-BF01-8C9C5987595B}"/>
              </a:ext>
            </a:extLst>
          </p:cNvPr>
          <p:cNvSpPr>
            <a:spLocks noGrp="1"/>
          </p:cNvSpPr>
          <p:nvPr/>
        </p:nvSpPr>
        <p:spPr>
          <a:xfrm>
            <a:off x="6215158" y="1762125"/>
            <a:ext cx="708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‏פנינה,</a:t>
            </a:r>
          </a:p>
        </p:txBody>
      </p:sp>
      <p:sp>
        <p:nvSpPr>
          <p:cNvPr id="12" name="body-1-1-word-9">
            <a:extLst>
              <a:ext uri="{FF2B5EF4-FFF2-40B4-BE49-F238E27FC236}">
                <ns2:creationId id="{B2A2B610-5869-4AF3-BAF0-6F361E1D58F2}"/>
              </a:ext>
            </a:extLst>
          </p:cNvPr>
          <p:cNvSpPr>
            <a:spLocks noGrp="1"/>
          </p:cNvSpPr>
          <p:nvPr/>
        </p:nvSpPr>
        <p:spPr>
          <a:xfrm>
            <a:off x="5853684" y="1762125"/>
            <a:ext cx="3011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‏וכן</a:t>
            </a:r>
          </a:p>
        </p:txBody>
      </p:sp>
      <p:sp>
        <p:nvSpPr>
          <p:cNvPr id="13" name="body-1-1-word-10">
            <a:extLst>
              <a:ext uri="{FF2B5EF4-FFF2-40B4-BE49-F238E27FC236}">
                <ns2:creationId id="{55596B0F-7910-46B8-849D-BF809D6C166D}"/>
              </a:ext>
            </a:extLst>
          </p:cNvPr>
          <p:cNvSpPr>
            <a:spLocks noGrp="1"/>
          </p:cNvSpPr>
          <p:nvPr/>
        </p:nvSpPr>
        <p:spPr>
          <a:xfrm>
            <a:off x="5163217" y="1762125"/>
            <a:ext cx="6301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‏פרנץ׳</a:t>
            </a:r>
          </a:p>
        </p:txBody>
      </p:sp>
      <p:sp>
        <p:nvSpPr>
          <p:cNvPr id="14" name="body-1-1-word-11">
            <a:extLst>
              <a:ext uri="{FF2B5EF4-FFF2-40B4-BE49-F238E27FC236}">
                <ns2:creationId id="{4FC83773-4C98-4C09-8E09-82FD6EA5A649}"/>
              </a:ext>
            </a:extLst>
          </p:cNvPr>
          <p:cNvSpPr>
            <a:spLocks noGrp="1"/>
          </p:cNvSpPr>
          <p:nvPr/>
        </p:nvSpPr>
        <p:spPr>
          <a:xfrm>
            <a:off x="4322254" y="1762125"/>
            <a:ext cx="7806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‏בגוונים</a:t>
            </a:r>
          </a:p>
        </p:txBody>
      </p:sp>
      <p:sp>
        <p:nvSpPr>
          <p:cNvPr id="15" name="body-1-1-word-12">
            <a:extLst>
              <a:ext uri="{FF2B5EF4-FFF2-40B4-BE49-F238E27FC236}">
                <ns2:creationId id="{650B2872-8F9A-4C66-A6EF-BB0A854A8492}"/>
              </a:ext>
            </a:extLst>
          </p:cNvPr>
          <p:cNvSpPr>
            <a:spLocks noGrp="1"/>
          </p:cNvSpPr>
          <p:nvPr/>
        </p:nvSpPr>
        <p:spPr>
          <a:xfrm>
            <a:off x="3169063" y="1762125"/>
            <a:ext cx="10928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‏המותרים.</a:t>
            </a:r>
          </a:p>
        </p:txBody>
      </p:sp>
      <p:sp>
        <p:nvSpPr>
          <p:cNvPr id="16" name="body-1-1-word-13">
            <a:extLst>
              <a:ext uri="{FF2B5EF4-FFF2-40B4-BE49-F238E27FC236}">
                <ns2:creationId id="{9E094ED7-55CD-434C-9CDE-2048BEC82DAC}"/>
              </a:ext>
            </a:extLst>
          </p:cNvPr>
          <p:cNvSpPr>
            <a:spLocks noGrp="1"/>
          </p:cNvSpPr>
          <p:nvPr/>
        </p:nvSpPr>
        <p:spPr>
          <a:xfrm>
            <a:off x="2778442" y="176212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17" name="body-1-1-word-14">
            <a:extLst>
              <a:ext uri="{FF2B5EF4-FFF2-40B4-BE49-F238E27FC236}">
                <ns2:creationId id="{9F1281CF-4479-40C6-8E2A-6FE3ECF9900A}"/>
              </a:ext>
            </a:extLst>
          </p:cNvPr>
          <p:cNvSpPr>
            <a:spLocks noGrp="1"/>
          </p:cNvSpPr>
          <p:nvPr/>
        </p:nvSpPr>
        <p:spPr>
          <a:xfrm>
            <a:off x="2400205" y="1762125"/>
            <a:ext cx="3179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a:t>
            </a:r>
          </a:p>
        </p:txBody>
      </p:sp>
      <p:sp>
        <p:nvSpPr>
          <p:cNvPr id="18" name="body-1-1-word-15">
            <a:extLst>
              <a:ext uri="{FF2B5EF4-FFF2-40B4-BE49-F238E27FC236}">
                <ns2:creationId id="{6AA206EB-D534-4F89-B25B-2258565D7348}"/>
              </a:ext>
            </a:extLst>
          </p:cNvPr>
          <p:cNvSpPr>
            <a:spLocks noGrp="1"/>
          </p:cNvSpPr>
          <p:nvPr/>
        </p:nvSpPr>
        <p:spPr>
          <a:xfrm>
            <a:off x="1734693" y="1762125"/>
            <a:ext cx="6052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‏זוהר,</a:t>
            </a:r>
          </a:p>
        </p:txBody>
      </p:sp>
      <p:sp>
        <p:nvSpPr>
          <p:cNvPr id="19" name="body-1-1-word-16">
            <a:extLst>
              <a:ext uri="{FF2B5EF4-FFF2-40B4-BE49-F238E27FC236}">
                <ns2:creationId id="{3929CC70-DE04-4748-9D44-C953E81D0DA3}"/>
              </a:ext>
            </a:extLst>
          </p:cNvPr>
          <p:cNvSpPr>
            <a:spLocks noGrp="1"/>
          </p:cNvSpPr>
          <p:nvPr/>
        </p:nvSpPr>
        <p:spPr>
          <a:xfrm>
            <a:off x="1048798" y="1762125"/>
            <a:ext cx="6256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‏זרחני</a:t>
            </a:r>
          </a:p>
        </p:txBody>
      </p:sp>
      <p:sp>
        <p:nvSpPr>
          <p:cNvPr id="20" name="body-1-1-word-17">
            <a:extLst>
              <a:ext uri="{FF2B5EF4-FFF2-40B4-BE49-F238E27FC236}">
                <ns2:creationId id="{874D0156-8868-44AD-9DE1-8E11DCEA8259}"/>
              </a:ext>
            </a:extLst>
          </p:cNvPr>
          <p:cNvSpPr>
            <a:spLocks noGrp="1"/>
          </p:cNvSpPr>
          <p:nvPr/>
        </p:nvSpPr>
        <p:spPr>
          <a:xfrm>
            <a:off x="728567"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21" name="body-1-2-word-0">
            <a:extLst>
              <a:ext uri="{FF2B5EF4-FFF2-40B4-BE49-F238E27FC236}">
                <ns2:creationId id="{B97EA460-FE6F-47FA-8AE2-6157B41BB626}"/>
              </a:ext>
            </a:extLst>
          </p:cNvPr>
          <p:cNvSpPr>
            <a:spLocks noGrp="1"/>
          </p:cNvSpPr>
          <p:nvPr/>
        </p:nvSpPr>
        <p:spPr>
          <a:xfrm>
            <a:off x="10699242" y="2113598"/>
            <a:ext cx="7498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‏מנצנץ,</a:t>
            </a:r>
          </a:p>
        </p:txBody>
      </p:sp>
      <p:sp>
        <p:nvSpPr>
          <p:cNvPr id="22" name="body-1-2-word-1">
            <a:extLst>
              <a:ext uri="{FF2B5EF4-FFF2-40B4-BE49-F238E27FC236}">
                <ns2:creationId id="{82905A6E-43B4-48AB-B09C-0F53A69A74A9}"/>
              </a:ext>
            </a:extLst>
          </p:cNvPr>
          <p:cNvSpPr>
            <a:spLocks noGrp="1"/>
          </p:cNvSpPr>
          <p:nvPr/>
        </p:nvSpPr>
        <p:spPr>
          <a:xfrm>
            <a:off x="9703880" y="2113598"/>
            <a:ext cx="9350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‏קישוטים</a:t>
            </a:r>
          </a:p>
        </p:txBody>
      </p:sp>
      <p:sp>
        <p:nvSpPr>
          <p:cNvPr id="23" name="body-1-2-word-2">
            <a:extLst>
              <a:ext uri="{FF2B5EF4-FFF2-40B4-BE49-F238E27FC236}">
                <ns2:creationId id="{B4B7AFE5-39E8-4F57-AAC8-B8056CFCA755}"/>
              </a:ext>
            </a:extLst>
          </p:cNvPr>
          <p:cNvSpPr>
            <a:spLocks noGrp="1"/>
          </p:cNvSpPr>
          <p:nvPr/>
        </p:nvSpPr>
        <p:spPr>
          <a:xfrm>
            <a:off x="8548783" y="2113598"/>
            <a:ext cx="10948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‏ודוגמאות.</a:t>
            </a:r>
          </a:p>
        </p:txBody>
      </p:sp>
      <p:sp>
        <p:nvSpPr>
          <p:cNvPr id="24" name="body-2-1-word-0">
            <a:extLst>
              <a:ext uri="{FF2B5EF4-FFF2-40B4-BE49-F238E27FC236}">
                <ns2:creationId id="{35018ED8-D69E-48D5-B425-181CD1543CE8}"/>
              </a:ext>
            </a:extLst>
          </p:cNvPr>
          <p:cNvSpPr>
            <a:spLocks noGrp="1"/>
          </p:cNvSpPr>
          <p:nvPr/>
        </p:nvSpPr>
        <p:spPr>
          <a:xfrm>
            <a:off x="10805541" y="2655570"/>
            <a:ext cx="6435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‏הצבע</a:t>
            </a:r>
          </a:p>
        </p:txBody>
      </p:sp>
      <p:sp>
        <p:nvSpPr>
          <p:cNvPr id="25" name="body-2-1-word-1">
            <a:extLst>
              <a:ext uri="{FF2B5EF4-FFF2-40B4-BE49-F238E27FC236}">
                <ns2:creationId id="{552D5C91-BB97-4C1C-83D1-7989DD903F0F}"/>
              </a:ext>
            </a:extLst>
          </p:cNvPr>
          <p:cNvSpPr>
            <a:spLocks noGrp="1"/>
          </p:cNvSpPr>
          <p:nvPr/>
        </p:nvSpPr>
        <p:spPr>
          <a:xfrm>
            <a:off x="10168985" y="2655570"/>
            <a:ext cx="5762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‏אחיד</a:t>
            </a:r>
          </a:p>
        </p:txBody>
      </p:sp>
      <p:sp>
        <p:nvSpPr>
          <p:cNvPr id="26" name="body-2-1-word-2">
            <a:extLst>
              <a:ext uri="{FF2B5EF4-FFF2-40B4-BE49-F238E27FC236}">
                <ns2:creationId id="{CD6FAB5D-6D20-4B99-BAE8-5BD61D5D8FB1}"/>
              </a:ext>
            </a:extLst>
          </p:cNvPr>
          <p:cNvSpPr>
            <a:spLocks noGrp="1"/>
          </p:cNvSpPr>
          <p:nvPr/>
        </p:nvSpPr>
        <p:spPr>
          <a:xfrm>
            <a:off x="9661303" y="2655570"/>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27" name="body-2-1-word-3">
            <a:extLst>
              <a:ext uri="{FF2B5EF4-FFF2-40B4-BE49-F238E27FC236}">
                <ns2:creationId id="{2F6414FD-661D-430E-9974-75158165BD77}"/>
              </a:ext>
            </a:extLst>
          </p:cNvPr>
          <p:cNvSpPr>
            <a:spLocks noGrp="1"/>
          </p:cNvSpPr>
          <p:nvPr/>
        </p:nvSpPr>
        <p:spPr>
          <a:xfrm>
            <a:off x="8821960" y="2655570"/>
            <a:ext cx="7790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‏ציפורני</a:t>
            </a:r>
          </a:p>
        </p:txBody>
      </p:sp>
      <p:sp>
        <p:nvSpPr>
          <p:cNvPr id="28" name="body-2-1-word-4">
            <a:extLst>
              <a:ext uri="{FF2B5EF4-FFF2-40B4-BE49-F238E27FC236}">
                <ns2:creationId id="{E7597628-2CC0-45E4-989D-08F4731C257A}"/>
              </a:ext>
            </a:extLst>
          </p:cNvPr>
          <p:cNvSpPr>
            <a:spLocks noGrp="1"/>
          </p:cNvSpPr>
          <p:nvPr/>
        </p:nvSpPr>
        <p:spPr>
          <a:xfrm>
            <a:off x="8033385" y="2655570"/>
            <a:ext cx="7282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‏הידיים</a:t>
            </a:r>
          </a:p>
        </p:txBody>
      </p:sp>
      <p:sp>
        <p:nvSpPr>
          <p:cNvPr id="29" name="body-2-1-word-5">
            <a:extLst>
              <a:ext uri="{FF2B5EF4-FFF2-40B4-BE49-F238E27FC236}">
                <ns2:creationId id="{EB85C073-2EF2-4787-8253-7CC1A4A0BDEC}"/>
              </a:ext>
            </a:extLst>
          </p:cNvPr>
          <p:cNvSpPr>
            <a:spLocks noGrp="1"/>
          </p:cNvSpPr>
          <p:nvPr/>
        </p:nvSpPr>
        <p:spPr>
          <a:xfrm>
            <a:off x="7234428" y="2655570"/>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‏ומכסה</a:t>
            </a:r>
          </a:p>
        </p:txBody>
      </p:sp>
      <p:sp>
        <p:nvSpPr>
          <p:cNvPr id="30" name="body-2-1-word-6">
            <a:extLst>
              <a:ext uri="{FF2B5EF4-FFF2-40B4-BE49-F238E27FC236}">
                <ns2:creationId id="{F49A1ECD-0313-46BF-9C3A-F64AC9036CCD}"/>
              </a:ext>
            </a:extLst>
          </p:cNvPr>
          <p:cNvSpPr>
            <a:spLocks noGrp="1"/>
          </p:cNvSpPr>
          <p:nvPr/>
        </p:nvSpPr>
        <p:spPr>
          <a:xfrm>
            <a:off x="6801041" y="265557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1" name="body-2-1-word-7">
            <a:extLst>
              <a:ext uri="{FF2B5EF4-FFF2-40B4-BE49-F238E27FC236}">
                <ns2:creationId id="{6891E38B-97C0-4744-A1E2-75097D33B405}"/>
              </a:ext>
            </a:extLst>
          </p:cNvPr>
          <p:cNvSpPr>
            <a:spLocks noGrp="1"/>
          </p:cNvSpPr>
          <p:nvPr/>
        </p:nvSpPr>
        <p:spPr>
          <a:xfrm>
            <a:off x="5811012" y="2655570"/>
            <a:ext cx="9297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‏הציפורן.</a:t>
            </a:r>
          </a:p>
        </p:txBody>
      </p:sp>
      <p:sp>
        <p:nvSpPr>
          <p:cNvPr id="32" name="body-2-1-word-8">
            <a:extLst>
              <a:ext uri="{FF2B5EF4-FFF2-40B4-BE49-F238E27FC236}">
                <ns2:creationId id="{BCAA9841-8304-4185-B232-29ECAE250E14}"/>
              </a:ext>
            </a:extLst>
          </p:cNvPr>
          <p:cNvSpPr>
            <a:spLocks noGrp="1"/>
          </p:cNvSpPr>
          <p:nvPr/>
        </p:nvSpPr>
        <p:spPr>
          <a:xfrm>
            <a:off x="5437060" y="265557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33" name="body-2-1-word-9">
            <a:extLst>
              <a:ext uri="{FF2B5EF4-FFF2-40B4-BE49-F238E27FC236}">
                <ns2:creationId id="{DAF8AAF8-C414-4194-B1C0-8790D1AF02DF}"/>
              </a:ext>
            </a:extLst>
          </p:cNvPr>
          <p:cNvSpPr>
            <a:spLocks noGrp="1"/>
          </p:cNvSpPr>
          <p:nvPr/>
        </p:nvSpPr>
        <p:spPr>
          <a:xfrm>
            <a:off x="4834890" y="2655570"/>
            <a:ext cx="5418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‏צבעי</a:t>
            </a:r>
          </a:p>
        </p:txBody>
      </p:sp>
      <p:sp>
        <p:nvSpPr>
          <p:cNvPr id="34" name="body-2-1-word-10">
            <a:extLst>
              <a:ext uri="{FF2B5EF4-FFF2-40B4-BE49-F238E27FC236}">
                <ns2:creationId id="{7E0964DA-F373-4827-AA81-A8E22C534B44}"/>
              </a:ext>
            </a:extLst>
          </p:cNvPr>
          <p:cNvSpPr>
            <a:spLocks noGrp="1"/>
          </p:cNvSpPr>
          <p:nvPr/>
        </p:nvSpPr>
        <p:spPr>
          <a:xfrm>
            <a:off x="3995547" y="2655570"/>
            <a:ext cx="7790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‏ציפורני</a:t>
            </a:r>
          </a:p>
        </p:txBody>
      </p:sp>
      <p:sp>
        <p:nvSpPr>
          <p:cNvPr id="35" name="body-2-1-word-11">
            <a:extLst>
              <a:ext uri="{FF2B5EF4-FFF2-40B4-BE49-F238E27FC236}">
                <ns2:creationId id="{7B18AE14-01EF-4C0E-A9F1-E2DC942E1495}"/>
              </a:ext>
            </a:extLst>
          </p:cNvPr>
          <p:cNvSpPr>
            <a:spLocks noGrp="1"/>
          </p:cNvSpPr>
          <p:nvPr/>
        </p:nvSpPr>
        <p:spPr>
          <a:xfrm>
            <a:off x="3030855" y="2655570"/>
            <a:ext cx="9043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‏הרגליים</a:t>
            </a:r>
          </a:p>
        </p:txBody>
      </p:sp>
      <p:sp>
        <p:nvSpPr>
          <p:cNvPr id="36" name="body-2-1-word-12">
            <a:extLst>
              <a:ext uri="{FF2B5EF4-FFF2-40B4-BE49-F238E27FC236}">
                <ns2:creationId id="{F9948037-EE1F-4D67-A997-8C5A4659068B}"/>
              </a:ext>
            </a:extLst>
          </p:cNvPr>
          <p:cNvSpPr>
            <a:spLocks noGrp="1"/>
          </p:cNvSpPr>
          <p:nvPr/>
        </p:nvSpPr>
        <p:spPr>
          <a:xfrm>
            <a:off x="2185988" y="2655570"/>
            <a:ext cx="7845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‏כפופים</a:t>
            </a:r>
          </a:p>
        </p:txBody>
      </p:sp>
      <p:sp>
        <p:nvSpPr>
          <p:cNvPr id="37" name="body-2-1-word-13">
            <a:extLst>
              <a:ext uri="{FF2B5EF4-FFF2-40B4-BE49-F238E27FC236}">
                <ns2:creationId id="{EB523B14-2D18-447D-9DB9-D845BA2DC233}"/>
              </a:ext>
            </a:extLst>
          </p:cNvPr>
          <p:cNvSpPr>
            <a:spLocks noGrp="1"/>
          </p:cNvSpPr>
          <p:nvPr/>
        </p:nvSpPr>
        <p:spPr>
          <a:xfrm>
            <a:off x="1247680" y="2655570"/>
            <a:ext cx="8780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‏לכללים.</a:t>
            </a:r>
          </a:p>
        </p:txBody>
      </p:sp>
      <p:sp>
        <p:nvSpPr>
          <p:cNvPr id="38" name="body-2-1-word-14">
            <a:extLst>
              <a:ext uri="{FF2B5EF4-FFF2-40B4-BE49-F238E27FC236}">
                <ns2:creationId id="{095D4801-7C07-4E96-9C77-46BC9C16919C}"/>
              </a:ext>
            </a:extLst>
          </p:cNvPr>
          <p:cNvSpPr>
            <a:spLocks noGrp="1"/>
          </p:cNvSpPr>
          <p:nvPr/>
        </p:nvSpPr>
        <p:spPr>
          <a:xfrm>
            <a:off x="733520" y="2655570"/>
            <a:ext cx="4538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‏ניתן</a:t>
            </a:r>
          </a:p>
        </p:txBody>
      </p:sp>
      <p:sp>
        <p:nvSpPr>
          <p:cNvPr id="39" name="body-2-2-word-0">
            <a:extLst>
              <a:ext uri="{FF2B5EF4-FFF2-40B4-BE49-F238E27FC236}">
                <ns2:creationId id="{DAA4DC54-8E25-49E6-A116-333F4A3E1256}"/>
              </a:ext>
            </a:extLst>
          </p:cNvPr>
          <p:cNvSpPr>
            <a:spLocks noGrp="1"/>
          </p:cNvSpPr>
          <p:nvPr/>
        </p:nvSpPr>
        <p:spPr>
          <a:xfrm>
            <a:off x="10746296" y="3007043"/>
            <a:ext cx="7027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‏לבחור</a:t>
            </a:r>
          </a:p>
        </p:txBody>
      </p:sp>
      <p:sp>
        <p:nvSpPr>
          <p:cNvPr id="40" name="body-2-2-word-1">
            <a:extLst>
              <a:ext uri="{FF2B5EF4-FFF2-40B4-BE49-F238E27FC236}">
                <ns2:creationId id="{D8473EA2-EBA3-4394-A78F-451F98EF7D70}"/>
              </a:ext>
            </a:extLst>
          </p:cNvPr>
          <p:cNvSpPr>
            <a:spLocks noGrp="1"/>
          </p:cNvSpPr>
          <p:nvPr/>
        </p:nvSpPr>
        <p:spPr>
          <a:xfrm>
            <a:off x="9997440" y="3007043"/>
            <a:ext cx="68856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‏לידיים</a:t>
            </a:r>
          </a:p>
        </p:txBody>
      </p:sp>
      <p:sp>
        <p:nvSpPr>
          <p:cNvPr id="41" name="body-2-2-word-2">
            <a:extLst>
              <a:ext uri="{FF2B5EF4-FFF2-40B4-BE49-F238E27FC236}">
                <ns2:creationId id="{2E5F8B2C-5976-4C90-BD95-FEDA34F9D92D}"/>
              </a:ext>
            </a:extLst>
          </p:cNvPr>
          <p:cNvSpPr>
            <a:spLocks noGrp="1"/>
          </p:cNvSpPr>
          <p:nvPr/>
        </p:nvSpPr>
        <p:spPr>
          <a:xfrm>
            <a:off x="9002078" y="3007043"/>
            <a:ext cx="9350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‏ולרגליים</a:t>
            </a:r>
          </a:p>
        </p:txBody>
      </p:sp>
      <p:sp>
        <p:nvSpPr>
          <p:cNvPr id="42" name="body-2-2-word-3">
            <a:extLst>
              <a:ext uri="{FF2B5EF4-FFF2-40B4-BE49-F238E27FC236}">
                <ns2:creationId id="{E3BDA599-7993-4AD3-ADDA-EAC8CB4B076C}"/>
              </a:ext>
            </a:extLst>
          </p:cNvPr>
          <p:cNvSpPr>
            <a:spLocks noGrp="1"/>
          </p:cNvSpPr>
          <p:nvPr/>
        </p:nvSpPr>
        <p:spPr>
          <a:xfrm>
            <a:off x="8315992" y="3007043"/>
            <a:ext cx="625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‏גוונים</a:t>
            </a:r>
          </a:p>
        </p:txBody>
      </p:sp>
      <p:sp>
        <p:nvSpPr>
          <p:cNvPr id="43" name="body-2-2-word-4">
            <a:extLst>
              <a:ext uri="{FF2B5EF4-FFF2-40B4-BE49-F238E27FC236}">
                <ns2:creationId id="{0300F581-5CB4-4A28-8611-ABC715D376D4}"/>
              </a:ext>
            </a:extLst>
          </p:cNvPr>
          <p:cNvSpPr>
            <a:spLocks noGrp="1"/>
          </p:cNvSpPr>
          <p:nvPr/>
        </p:nvSpPr>
        <p:spPr>
          <a:xfrm>
            <a:off x="7414260" y="3007043"/>
            <a:ext cx="8414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‏מותרים</a:t>
            </a:r>
          </a:p>
        </p:txBody>
      </p:sp>
      <p:sp>
        <p:nvSpPr>
          <p:cNvPr id="44" name="body-2-2-word-5">
            <a:extLst>
              <a:ext uri="{FF2B5EF4-FFF2-40B4-BE49-F238E27FC236}">
                <ns2:creationId id="{BA47BB3A-1AFC-45BE-9457-0B0533F413C1}"/>
              </a:ext>
            </a:extLst>
          </p:cNvPr>
          <p:cNvSpPr>
            <a:spLocks noGrp="1"/>
          </p:cNvSpPr>
          <p:nvPr/>
        </p:nvSpPr>
        <p:spPr>
          <a:xfrm>
            <a:off x="6634829" y="3007043"/>
            <a:ext cx="719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‏שונים.</a:t>
            </a:r>
          </a:p>
        </p:txBody>
      </p:sp>
      <p:sp>
        <p:nvSpPr>
          <p:cNvPr id="45" name="body-3-1-word-0">
            <a:extLst>
              <a:ext uri="{FF2B5EF4-FFF2-40B4-BE49-F238E27FC236}">
                <ns2:creationId id="{BEFD7225-5FD6-4A95-8A97-D3B317A819FA}"/>
              </a:ext>
            </a:extLst>
          </p:cNvPr>
          <p:cNvSpPr>
            <a:spLocks noGrp="1"/>
          </p:cNvSpPr>
          <p:nvPr/>
        </p:nvSpPr>
        <p:spPr>
          <a:xfrm>
            <a:off x="10722959" y="3549015"/>
            <a:ext cx="7260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46" name="body-3-1-word-1">
            <a:extLst>
              <a:ext uri="{FF2B5EF4-FFF2-40B4-BE49-F238E27FC236}">
                <ns2:creationId id="{EE827382-3D2A-4834-8BBE-29C0DEA36DDE}"/>
              </a:ext>
            </a:extLst>
          </p:cNvPr>
          <p:cNvSpPr>
            <a:spLocks noGrp="1"/>
          </p:cNvSpPr>
          <p:nvPr/>
        </p:nvSpPr>
        <p:spPr>
          <a:xfrm>
            <a:off x="10064972" y="3549015"/>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47" name="body-3-1-word-2">
            <a:extLst>
              <a:ext uri="{FF2B5EF4-FFF2-40B4-BE49-F238E27FC236}">
                <ns2:creationId id="{191C3BA3-0050-425E-A7B4-2428075B4DCE}"/>
              </a:ext>
            </a:extLst>
          </p:cNvPr>
          <p:cNvSpPr>
            <a:spLocks noGrp="1"/>
          </p:cNvSpPr>
          <p:nvPr/>
        </p:nvSpPr>
        <p:spPr>
          <a:xfrm>
            <a:off x="9340405" y="3549015"/>
            <a:ext cx="664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48" name="body-3-1-word-3">
            <a:extLst>
              <a:ext uri="{FF2B5EF4-FFF2-40B4-BE49-F238E27FC236}">
                <ns2:creationId id="{7CA969AB-50C0-4153-BECD-FFC953FC8414}"/>
              </a:ext>
            </a:extLst>
          </p:cNvPr>
          <p:cNvSpPr>
            <a:spLocks noGrp="1"/>
          </p:cNvSpPr>
          <p:nvPr/>
        </p:nvSpPr>
        <p:spPr>
          <a:xfrm>
            <a:off x="8537543" y="3549015"/>
            <a:ext cx="7425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‏הרחיב</a:t>
            </a:r>
          </a:p>
        </p:txBody>
      </p:sp>
      <p:sp>
        <p:nvSpPr>
          <p:cNvPr id="49" name="body-3-1-word-4">
            <a:extLst>
              <a:ext uri="{FF2B5EF4-FFF2-40B4-BE49-F238E27FC236}">
                <ns2:creationId id="{4060E2EC-410E-4F38-8C3C-9C789557D6FD}"/>
              </a:ext>
            </a:extLst>
          </p:cNvPr>
          <p:cNvSpPr>
            <a:spLocks noGrp="1"/>
          </p:cNvSpPr>
          <p:nvPr/>
        </p:nvSpPr>
        <p:spPr>
          <a:xfrm>
            <a:off x="8104156"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0" name="body-3-1-word-5">
            <a:extLst>
              <a:ext uri="{FF2B5EF4-FFF2-40B4-BE49-F238E27FC236}">
                <ns2:creationId id="{3CE094E4-0870-49AD-8003-CE5B0D5389BC}"/>
              </a:ext>
            </a:extLst>
          </p:cNvPr>
          <p:cNvSpPr>
            <a:spLocks noGrp="1"/>
          </p:cNvSpPr>
          <p:nvPr/>
        </p:nvSpPr>
        <p:spPr>
          <a:xfrm>
            <a:off x="7158895" y="3549015"/>
            <a:ext cx="8849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‏הצבעים</a:t>
            </a:r>
          </a:p>
        </p:txBody>
      </p:sp>
      <p:sp>
        <p:nvSpPr>
          <p:cNvPr id="51" name="body-3-1-word-6">
            <a:extLst>
              <a:ext uri="{FF2B5EF4-FFF2-40B4-BE49-F238E27FC236}">
                <ns2:creationId id="{56B829AB-35C7-4E4A-8783-B6972928E2A1}"/>
              </a:ext>
            </a:extLst>
          </p:cNvPr>
          <p:cNvSpPr>
            <a:spLocks noGrp="1"/>
          </p:cNvSpPr>
          <p:nvPr/>
        </p:nvSpPr>
        <p:spPr>
          <a:xfrm>
            <a:off x="6673786" y="3549015"/>
            <a:ext cx="4248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‏לכל</a:t>
            </a:r>
          </a:p>
        </p:txBody>
      </p:sp>
      <p:sp>
        <p:nvSpPr>
          <p:cNvPr id="52" name="body-3-1-word-7">
            <a:extLst>
              <a:ext uri="{FF2B5EF4-FFF2-40B4-BE49-F238E27FC236}">
                <ns2:creationId id="{0777CDB6-8AD9-4D98-A3DB-B28BE729E99D}"/>
              </a:ext>
            </a:extLst>
          </p:cNvPr>
          <p:cNvSpPr>
            <a:spLocks noGrp="1"/>
          </p:cNvSpPr>
          <p:nvPr/>
        </p:nvSpPr>
        <p:spPr>
          <a:xfrm>
            <a:off x="5736336" y="3549015"/>
            <a:ext cx="8771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‏הגוונים,</a:t>
            </a:r>
          </a:p>
        </p:txBody>
      </p:sp>
      <p:sp>
        <p:nvSpPr>
          <p:cNvPr id="53" name="body-3-1-word-8">
            <a:extLst>
              <a:ext uri="{FF2B5EF4-FFF2-40B4-BE49-F238E27FC236}">
                <ns2:creationId id="{E74ADE23-59C7-4A65-A417-704AA65A6C6F}"/>
              </a:ext>
            </a:extLst>
          </p:cNvPr>
          <p:cNvSpPr>
            <a:spLocks noGrp="1"/>
          </p:cNvSpPr>
          <p:nvPr/>
        </p:nvSpPr>
        <p:spPr>
          <a:xfrm>
            <a:off x="5023676" y="3549015"/>
            <a:ext cx="6523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‏למעט</a:t>
            </a:r>
          </a:p>
        </p:txBody>
      </p:sp>
      <p:sp>
        <p:nvSpPr>
          <p:cNvPr id="54" name="body-3-1-word-9">
            <a:extLst>
              <a:ext uri="{FF2B5EF4-FFF2-40B4-BE49-F238E27FC236}">
                <ns2:creationId id="{325082CB-BD75-41A9-90DE-4595AC8B36AF}"/>
              </a:ext>
            </a:extLst>
          </p:cNvPr>
          <p:cNvSpPr>
            <a:spLocks noGrp="1"/>
          </p:cNvSpPr>
          <p:nvPr/>
        </p:nvSpPr>
        <p:spPr>
          <a:xfrm>
            <a:off x="3967163" y="3549015"/>
            <a:ext cx="9962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‏מנצנצים,</a:t>
            </a:r>
          </a:p>
        </p:txBody>
      </p:sp>
      <p:sp>
        <p:nvSpPr>
          <p:cNvPr id="55" name="body-3-1-word-10">
            <a:extLst>
              <a:ext uri="{FF2B5EF4-FFF2-40B4-BE49-F238E27FC236}">
                <ns2:creationId id="{351550BE-0E7D-4FFB-9FAE-BDCEA3598BEE}"/>
              </a:ext>
            </a:extLst>
          </p:cNvPr>
          <p:cNvSpPr>
            <a:spLocks noGrp="1"/>
          </p:cNvSpPr>
          <p:nvPr/>
        </p:nvSpPr>
        <p:spPr>
          <a:xfrm>
            <a:off x="3555968" y="3549015"/>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56" name="body-3-1-word-11">
            <a:extLst>
              <a:ext uri="{FF2B5EF4-FFF2-40B4-BE49-F238E27FC236}">
                <ns2:creationId id="{FB0AA639-55EE-4ECA-83D8-A72150B94F4C}"/>
              </a:ext>
            </a:extLst>
          </p:cNvPr>
          <p:cNvSpPr>
            <a:spLocks noGrp="1"/>
          </p:cNvSpPr>
          <p:nvPr/>
        </p:nvSpPr>
        <p:spPr>
          <a:xfrm>
            <a:off x="3024283" y="3549015"/>
            <a:ext cx="4713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a:t>
            </a:r>
          </a:p>
        </p:txBody>
      </p:sp>
      <p:sp>
        <p:nvSpPr>
          <p:cNvPr id="57" name="body-3-1-word-12">
            <a:extLst>
              <a:ext uri="{FF2B5EF4-FFF2-40B4-BE49-F238E27FC236}">
                <ns2:creationId id="{32F57918-819E-436F-B250-019B33182D27}"/>
              </a:ext>
            </a:extLst>
          </p:cNvPr>
          <p:cNvSpPr>
            <a:spLocks noGrp="1"/>
          </p:cNvSpPr>
          <p:nvPr/>
        </p:nvSpPr>
        <p:spPr>
          <a:xfrm>
            <a:off x="2387727" y="3549015"/>
            <a:ext cx="5762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‏אחיד</a:t>
            </a:r>
          </a:p>
        </p:txBody>
      </p:sp>
      <p:sp>
        <p:nvSpPr>
          <p:cNvPr id="58" name="body-3-1-word-13">
            <a:extLst>
              <a:ext uri="{FF2B5EF4-FFF2-40B4-BE49-F238E27FC236}">
                <ns2:creationId id="{9DE720A9-7B19-4010-9D97-4470BEF2B530}"/>
              </a:ext>
            </a:extLst>
          </p:cNvPr>
          <p:cNvSpPr>
            <a:spLocks noGrp="1"/>
          </p:cNvSpPr>
          <p:nvPr/>
        </p:nvSpPr>
        <p:spPr>
          <a:xfrm>
            <a:off x="1880045" y="3549015"/>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59" name="body-3-1-word-14">
            <a:extLst>
              <a:ext uri="{FF2B5EF4-FFF2-40B4-BE49-F238E27FC236}">
                <ns2:creationId id="{983E349A-7AC1-4860-A2D6-598CFC52D9BF}"/>
              </a:ext>
            </a:extLst>
          </p:cNvPr>
          <p:cNvSpPr>
            <a:spLocks noGrp="1"/>
          </p:cNvSpPr>
          <p:nvPr/>
        </p:nvSpPr>
        <p:spPr>
          <a:xfrm>
            <a:off x="761333" y="3549015"/>
            <a:ext cx="105841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‏האצבעות</a:t>
            </a:r>
          </a:p>
        </p:txBody>
      </p:sp>
      <p:sp>
        <p:nvSpPr>
          <p:cNvPr id="60" name="body-3-2-word-0">
            <a:extLst>
              <a:ext uri="{FF2B5EF4-FFF2-40B4-BE49-F238E27FC236}">
                <ns2:creationId id="{5359979B-922A-4199-8CFC-258AA9548AAC}"/>
              </a:ext>
            </a:extLst>
          </p:cNvPr>
          <p:cNvSpPr>
            <a:spLocks noGrp="1"/>
          </p:cNvSpPr>
          <p:nvPr/>
        </p:nvSpPr>
        <p:spPr>
          <a:xfrm>
            <a:off x="10924603" y="3900488"/>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61" name="body-3-2-word-1">
            <a:extLst>
              <a:ext uri="{FF2B5EF4-FFF2-40B4-BE49-F238E27FC236}">
                <ns2:creationId id="{6D036D0F-CFD7-4A69-AA9C-0525FED88B00}"/>
              </a:ext>
            </a:extLst>
          </p:cNvPr>
          <p:cNvSpPr>
            <a:spLocks noGrp="1"/>
          </p:cNvSpPr>
          <p:nvPr/>
        </p:nvSpPr>
        <p:spPr>
          <a:xfrm>
            <a:off x="9839896" y="3900488"/>
            <a:ext cx="10244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‏דוגמאות.</a:t>
            </a:r>
          </a:p>
        </p:txBody>
      </p:sp>
      <p:sp>
        <p:nvSpPr>
          <p:cNvPr id="62" name="body-4-1-word-0">
            <a:extLst>
              <a:ext uri="{FF2B5EF4-FFF2-40B4-BE49-F238E27FC236}">
                <ns2:creationId id="{998707F6-FDC2-4340-8B48-009F0BF67F59}"/>
              </a:ext>
            </a:extLst>
          </p:cNvPr>
          <p:cNvSpPr>
            <a:spLocks noGrp="1"/>
          </p:cNvSpPr>
          <p:nvPr/>
        </p:nvSpPr>
        <p:spPr>
          <a:xfrm>
            <a:off x="10764583" y="4442460"/>
            <a:ext cx="6844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‏גברים</a:t>
            </a:r>
          </a:p>
        </p:txBody>
      </p:sp>
      <p:sp>
        <p:nvSpPr>
          <p:cNvPr id="63" name="body-4-1-word-1">
            <a:extLst>
              <a:ext uri="{FF2B5EF4-FFF2-40B4-BE49-F238E27FC236}">
                <ns2:creationId id="{4E4337AE-5D19-4B60-A0AF-5D21966386BC}"/>
              </a:ext>
            </a:extLst>
          </p:cNvPr>
          <p:cNvSpPr>
            <a:spLocks noGrp="1"/>
          </p:cNvSpPr>
          <p:nvPr/>
        </p:nvSpPr>
        <p:spPr>
          <a:xfrm>
            <a:off x="9962293" y="4442460"/>
            <a:ext cx="7419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‏במדים</a:t>
            </a:r>
          </a:p>
        </p:txBody>
      </p:sp>
      <p:sp>
        <p:nvSpPr>
          <p:cNvPr id="64" name="body-4-1-word-2">
            <a:extLst>
              <a:ext uri="{FF2B5EF4-FFF2-40B4-BE49-F238E27FC236}">
                <ns2:creationId id="{15BBE5F8-D53E-42F4-B137-4E602E6240F9}"/>
              </a:ext>
            </a:extLst>
          </p:cNvPr>
          <p:cNvSpPr>
            <a:spLocks noGrp="1"/>
          </p:cNvSpPr>
          <p:nvPr/>
        </p:nvSpPr>
        <p:spPr>
          <a:xfrm>
            <a:off x="9370314" y="4442460"/>
            <a:ext cx="5316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‏אינם</a:t>
            </a:r>
          </a:p>
        </p:txBody>
      </p:sp>
      <p:sp>
        <p:nvSpPr>
          <p:cNvPr id="65" name="body-4-1-word-3">
            <a:extLst>
              <a:ext uri="{FF2B5EF4-FFF2-40B4-BE49-F238E27FC236}">
                <ns2:creationId id="{BA36B9D1-949D-4C91-A95D-38F8001EAB9E}"/>
              </a:ext>
            </a:extLst>
          </p:cNvPr>
          <p:cNvSpPr>
            <a:spLocks noGrp="1"/>
          </p:cNvSpPr>
          <p:nvPr/>
        </p:nvSpPr>
        <p:spPr>
          <a:xfrm>
            <a:off x="8526589" y="4442460"/>
            <a:ext cx="7834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‏צובעים</a:t>
            </a:r>
          </a:p>
        </p:txBody>
      </p:sp>
      <p:sp>
        <p:nvSpPr>
          <p:cNvPr id="66" name="body-4-1-word-4">
            <a:extLst>
              <a:ext uri="{FF2B5EF4-FFF2-40B4-BE49-F238E27FC236}">
                <ns2:creationId id="{2ACBB182-6EC0-4D00-89B0-12CBCBD69B9A}"/>
              </a:ext>
            </a:extLst>
          </p:cNvPr>
          <p:cNvSpPr>
            <a:spLocks noGrp="1"/>
          </p:cNvSpPr>
          <p:nvPr/>
        </p:nvSpPr>
        <p:spPr>
          <a:xfrm>
            <a:off x="7366254" y="4442460"/>
            <a:ext cx="11000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‏ציפורניים.</a:t>
            </a:r>
          </a:p>
        </p:txBody>
      </p:sp>
      <p:sp>
        <p:nvSpPr>
          <p:cNvPr id="67" name="body-4-1-word-5">
            <a:extLst>
              <a:ext uri="{FF2B5EF4-FFF2-40B4-BE49-F238E27FC236}">
                <ns2:creationId id="{BC58A76C-2486-4A81-9968-D068D0E86B73}"/>
              </a:ext>
            </a:extLst>
          </p:cNvPr>
          <p:cNvSpPr>
            <a:spLocks noGrp="1"/>
          </p:cNvSpPr>
          <p:nvPr/>
        </p:nvSpPr>
        <p:spPr>
          <a:xfrm>
            <a:off x="6435090" y="4442460"/>
            <a:ext cx="8708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‏במשמר</a:t>
            </a:r>
          </a:p>
        </p:txBody>
      </p:sp>
      <p:sp>
        <p:nvSpPr>
          <p:cNvPr id="68" name="body-4-1-word-6">
            <a:extLst>
              <a:ext uri="{FF2B5EF4-FFF2-40B4-BE49-F238E27FC236}">
                <ns2:creationId id="{4144AD46-B28D-403E-B574-7D266EB10444}"/>
              </a:ext>
            </a:extLst>
          </p:cNvPr>
          <p:cNvSpPr>
            <a:spLocks noGrp="1"/>
          </p:cNvSpPr>
          <p:nvPr/>
        </p:nvSpPr>
        <p:spPr>
          <a:xfrm>
            <a:off x="5843969" y="4442460"/>
            <a:ext cx="5308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‏כבוד</a:t>
            </a:r>
          </a:p>
        </p:txBody>
      </p:sp>
      <p:sp>
        <p:nvSpPr>
          <p:cNvPr id="69" name="body-4-1-word-7">
            <a:extLst>
              <a:ext uri="{FF2B5EF4-FFF2-40B4-BE49-F238E27FC236}">
                <ns2:creationId id="{6A8604CF-5F11-4AC3-874E-E70A2D12C854}"/>
              </a:ext>
            </a:extLst>
          </p:cNvPr>
          <p:cNvSpPr>
            <a:spLocks noGrp="1"/>
          </p:cNvSpPr>
          <p:nvPr/>
        </p:nvSpPr>
        <p:spPr>
          <a:xfrm>
            <a:off x="5523738"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70" name="body-4-1-word-8">
            <a:extLst>
              <a:ext uri="{FF2B5EF4-FFF2-40B4-BE49-F238E27FC236}">
                <ns2:creationId id="{A12A8206-4B11-49A8-9FF0-9DF5F5E379C3}"/>
              </a:ext>
            </a:extLst>
          </p:cNvPr>
          <p:cNvSpPr>
            <a:spLocks noGrp="1"/>
          </p:cNvSpPr>
          <p:nvPr/>
        </p:nvSpPr>
        <p:spPr>
          <a:xfrm>
            <a:off x="4722305" y="4442460"/>
            <a:ext cx="7411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‏תפקיד</a:t>
            </a:r>
          </a:p>
        </p:txBody>
      </p:sp>
      <p:sp>
        <p:nvSpPr>
          <p:cNvPr id="71" name="body-4-1-word-9">
            <a:extLst>
              <a:ext uri="{FF2B5EF4-FFF2-40B4-BE49-F238E27FC236}">
                <ns2:creationId id="{AF823EF0-B141-4077-924B-191AEBE0021B}"/>
              </a:ext>
            </a:extLst>
          </p:cNvPr>
          <p:cNvSpPr>
            <a:spLocks noGrp="1"/>
          </p:cNvSpPr>
          <p:nvPr/>
        </p:nvSpPr>
        <p:spPr>
          <a:xfrm>
            <a:off x="4073271" y="4442460"/>
            <a:ext cx="5887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‏טקסי</a:t>
            </a:r>
          </a:p>
        </p:txBody>
      </p:sp>
      <p:sp>
        <p:nvSpPr>
          <p:cNvPr id="72" name="body-4-1-word-10">
            <a:extLst>
              <a:ext uri="{FF2B5EF4-FFF2-40B4-BE49-F238E27FC236}">
                <ns2:creationId id="{DA670D65-CC91-46C9-B364-EF66DB3CA978}"/>
              </a:ext>
            </a:extLst>
          </p:cNvPr>
          <p:cNvSpPr>
            <a:spLocks noGrp="1"/>
          </p:cNvSpPr>
          <p:nvPr/>
        </p:nvSpPr>
        <p:spPr>
          <a:xfrm>
            <a:off x="3406045" y="4442460"/>
            <a:ext cx="6069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‏ייעודי</a:t>
            </a:r>
          </a:p>
        </p:txBody>
      </p:sp>
      <p:sp>
        <p:nvSpPr>
          <p:cNvPr id="73" name="body-4-1-word-11">
            <a:extLst>
              <a:ext uri="{FF2B5EF4-FFF2-40B4-BE49-F238E27FC236}">
                <ns2:creationId id="{E094929A-C7DB-4A5C-8EAE-EF54240CCF86}"/>
              </a:ext>
            </a:extLst>
          </p:cNvPr>
          <p:cNvSpPr>
            <a:spLocks noGrp="1"/>
          </p:cNvSpPr>
          <p:nvPr/>
        </p:nvSpPr>
        <p:spPr>
          <a:xfrm>
            <a:off x="2572512" y="4442460"/>
            <a:ext cx="7732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‏עשויות</a:t>
            </a:r>
          </a:p>
        </p:txBody>
      </p:sp>
      <p:sp>
        <p:nvSpPr>
          <p:cNvPr id="74" name="body-4-1-word-12">
            <a:extLst>
              <a:ext uri="{FF2B5EF4-FFF2-40B4-BE49-F238E27FC236}">
                <ns2:creationId id="{F785947E-5F9E-48BE-88E2-EB04DA4406F1}"/>
              </a:ext>
            </a:extLst>
          </p:cNvPr>
          <p:cNvSpPr>
            <a:spLocks noGrp="1"/>
          </p:cNvSpPr>
          <p:nvPr/>
        </p:nvSpPr>
        <p:spPr>
          <a:xfrm>
            <a:off x="1977580" y="4442460"/>
            <a:ext cx="5346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‏לחול</a:t>
            </a:r>
          </a:p>
        </p:txBody>
      </p:sp>
      <p:sp>
        <p:nvSpPr>
          <p:cNvPr id="75" name="body-4-1-word-13">
            <a:extLst>
              <a:ext uri="{FF2B5EF4-FFF2-40B4-BE49-F238E27FC236}">
                <ns2:creationId id="{2AD46949-B062-4BE3-8D7B-F9E83DF4FC57}"/>
              </a:ext>
            </a:extLst>
          </p:cNvPr>
          <p:cNvSpPr>
            <a:spLocks noGrp="1"/>
          </p:cNvSpPr>
          <p:nvPr/>
        </p:nvSpPr>
        <p:spPr>
          <a:xfrm>
            <a:off x="1074991" y="4442460"/>
            <a:ext cx="8422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‏דרישות</a:t>
            </a:r>
          </a:p>
        </p:txBody>
      </p:sp>
      <p:sp>
        <p:nvSpPr>
          <p:cNvPr id="76" name="body-4-2-word-0">
            <a:extLst>
              <a:ext uri="{FF2B5EF4-FFF2-40B4-BE49-F238E27FC236}">
                <ns2:creationId id="{D29E013C-E0A3-4E4E-90A4-5F399167C8DE}"/>
              </a:ext>
            </a:extLst>
          </p:cNvPr>
          <p:cNvSpPr>
            <a:spLocks noGrp="1"/>
          </p:cNvSpPr>
          <p:nvPr/>
        </p:nvSpPr>
        <p:spPr>
          <a:xfrm>
            <a:off x="10435876" y="4793933"/>
            <a:ext cx="10131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‏מחמירות</a:t>
            </a:r>
          </a:p>
        </p:txBody>
      </p:sp>
      <p:sp>
        <p:nvSpPr>
          <p:cNvPr id="77" name="body-4-2-word-1">
            <a:extLst>
              <a:ext uri="{FF2B5EF4-FFF2-40B4-BE49-F238E27FC236}">
                <ns2:creationId id="{5728491D-CC70-486E-9929-E5449DA1879F}"/>
              </a:ext>
            </a:extLst>
          </p:cNvPr>
          <p:cNvSpPr>
            <a:spLocks noGrp="1"/>
          </p:cNvSpPr>
          <p:nvPr/>
        </p:nvSpPr>
        <p:spPr>
          <a:xfrm>
            <a:off x="9797510" y="4793933"/>
            <a:ext cx="5780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‏יותר,</a:t>
            </a:r>
          </a:p>
        </p:txBody>
      </p:sp>
      <p:sp>
        <p:nvSpPr>
          <p:cNvPr id="78" name="body-4-2-word-2">
            <a:extLst>
              <a:ext uri="{FF2B5EF4-FFF2-40B4-BE49-F238E27FC236}">
                <ns2:creationId id="{04AA5D01-C8F1-43BA-831F-E90216908A8B}"/>
              </a:ext>
            </a:extLst>
          </p:cNvPr>
          <p:cNvSpPr>
            <a:spLocks noGrp="1"/>
          </p:cNvSpPr>
          <p:nvPr/>
        </p:nvSpPr>
        <p:spPr>
          <a:xfrm>
            <a:off x="8864536" y="4793933"/>
            <a:ext cx="8726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‏כמפורט</a:t>
            </a:r>
          </a:p>
        </p:txBody>
      </p:sp>
      <p:sp>
        <p:nvSpPr>
          <p:cNvPr id="79" name="body-4-2-word-3">
            <a:extLst>
              <a:ext uri="{FF2B5EF4-FFF2-40B4-BE49-F238E27FC236}">
                <ns2:creationId id="{9EACBDE3-B2C7-445E-A912-EE135BDEDF2E}"/>
              </a:ext>
            </a:extLst>
          </p:cNvPr>
          <p:cNvSpPr>
            <a:spLocks noGrp="1"/>
          </p:cNvSpPr>
          <p:nvPr/>
        </p:nvSpPr>
        <p:spPr>
          <a:xfrm>
            <a:off x="7853648" y="4793933"/>
            <a:ext cx="9505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‏בהמשך.</a:t>
            </a:r>
          </a:p>
        </p:txBody>
      </p:sp>
      <p:sp>
        <p:nvSpPr>
          <p:cNvPr id="80" name="sources-word-0">
            <a:extLst>
              <a:ext uri="{FF2B5EF4-FFF2-40B4-BE49-F238E27FC236}">
                <ns2:creationId id="{EC0D6A5D-5C47-457D-A298-213CD2719534}"/>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1" name="sources-word-1">
            <a:extLst>
              <a:ext uri="{FF2B5EF4-FFF2-40B4-BE49-F238E27FC236}">
                <ns2:creationId id="{3A850E8A-E9F1-4862-B76B-05FEE452E56E}"/>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2" name="sources-word-2">
            <a:extLst>
              <a:ext uri="{FF2B5EF4-FFF2-40B4-BE49-F238E27FC236}">
                <ns2:creationId id="{F37CF339-EE1A-48A9-B4C2-470224580C95}"/>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3" name="sources-word-3">
            <a:extLst>
              <a:ext uri="{FF2B5EF4-FFF2-40B4-BE49-F238E27FC236}">
                <ns2:creationId id="{9CB61BEA-E40A-4291-9D5A-C30EFFA2FA30}"/>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4" name="sources-word-4">
            <a:extLst>
              <a:ext uri="{FF2B5EF4-FFF2-40B4-BE49-F238E27FC236}">
                <ns2:creationId id="{8291AE28-875A-4B8C-9C90-63332DADF462}"/>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5" name="sources-word-5">
            <a:extLst>
              <a:ext uri="{FF2B5EF4-FFF2-40B4-BE49-F238E27FC236}">
                <ns2:creationId id="{1ED423F5-9AA5-495A-8188-25BEB984B901}"/>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6" name="sources-word-6">
            <a:extLst>
              <a:ext uri="{FF2B5EF4-FFF2-40B4-BE49-F238E27FC236}">
                <ns2:creationId id="{8B90288E-7725-47DE-B8E0-5517100819EA}"/>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7" name="page">
            <a:extLst>
              <a:ext uri="{FF2B5EF4-FFF2-40B4-BE49-F238E27FC236}">
                <ns2:creationId id="{9C72DC78-6C79-446B-9F40-B5B45A333743}"/>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14 / 35</a:t>
            </a:r>
          </a:p>
        </p:txBody>
      </p:sp>
      <p:sp>
        <p:nvSpPr>
          <p:cNvPr id="88" name="timing-word-0">
            <a:extLst>
              <a:ext uri="{FF2B5EF4-FFF2-40B4-BE49-F238E27FC236}">
                <ns2:creationId id="{97D819CC-D6D2-4C20-A608-D1E99FF2A53B}"/>
              </a:ext>
            </a:extLst>
          </p:cNvPr>
          <p:cNvSpPr>
            <a:spLocks noGrp="1"/>
          </p:cNvSpPr>
          <p:nvPr/>
        </p:nvSpPr>
        <p:spPr>
          <a:xfrm>
            <a:off x="11050429" y="6505575"/>
            <a:ext cx="398621"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‏11:15</a:t>
            </a:r>
          </a:p>
        </p:txBody>
      </p:sp>
      <p:sp>
        <p:nvSpPr>
          <p:cNvPr id="89" name="timing-word-1">
            <a:extLst>
              <a:ext uri="{FF2B5EF4-FFF2-40B4-BE49-F238E27FC236}">
                <ns2:creationId id="{8A409743-8289-41AB-965A-12AF286F997C}"/>
              </a:ext>
            </a:extLst>
          </p:cNvPr>
          <p:cNvSpPr>
            <a:spLocks noGrp="1"/>
          </p:cNvSpPr>
          <p:nvPr/>
        </p:nvSpPr>
        <p:spPr>
          <a:xfrm>
            <a:off x="10840403"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0" name="timing-word-2">
            <a:extLst>
              <a:ext uri="{FF2B5EF4-FFF2-40B4-BE49-F238E27FC236}">
                <ns2:creationId id="{5E7D5372-1969-458E-8BCF-3EA6A9F94174}"/>
              </a:ext>
            </a:extLst>
          </p:cNvPr>
          <p:cNvSpPr>
            <a:spLocks noGrp="1"/>
          </p:cNvSpPr>
          <p:nvPr/>
        </p:nvSpPr>
        <p:spPr>
          <a:xfrm>
            <a:off x="10407110"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‏12:15</a:t>
            </a:r>
          </a:p>
        </p:txBody>
      </p:sp>
      <p:sp>
        <p:nvSpPr>
          <p:cNvPr id="91" name="timing-word-3">
            <a:extLst>
              <a:ext uri="{FF2B5EF4-FFF2-40B4-BE49-F238E27FC236}">
                <ns2:creationId id="{228A81DF-0F02-40CE-B414-35C39DD88D22}"/>
              </a:ext>
            </a:extLst>
          </p:cNvPr>
          <p:cNvSpPr>
            <a:spLocks noGrp="1"/>
          </p:cNvSpPr>
          <p:nvPr/>
        </p:nvSpPr>
        <p:spPr>
          <a:xfrm>
            <a:off x="10134886"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92" name="timing-word-4">
            <a:extLst>
              <a:ext uri="{FF2B5EF4-FFF2-40B4-BE49-F238E27FC236}">
                <ns2:creationId id="{5A454244-FD55-4611-9FA3-537101BBA726}"/>
              </a:ext>
            </a:extLst>
          </p:cNvPr>
          <p:cNvSpPr>
            <a:spLocks noGrp="1"/>
          </p:cNvSpPr>
          <p:nvPr/>
        </p:nvSpPr>
        <p:spPr>
          <a:xfrm>
            <a:off x="9699593"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65333589"/>
      </p:ext>
    </p:extLst>
  </p:cSld>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9" name="title-word-0">
            <a:extLst>
              <a:ext uri="{FF2B5EF4-FFF2-40B4-BE49-F238E27FC236}">
                <ns2:creationId id="{CF5A8C9D-24D8-42D4-A9ED-9DF6DFC823E3}"/>
              </a:ext>
            </a:extLst>
          </p:cNvPr>
          <p:cNvSpPr>
            <a:spLocks noGrp="1"/>
          </p:cNvSpPr>
          <p:nvPr/>
        </p:nvSpPr>
        <p:spPr>
          <a:xfrm>
            <a:off x="9885712" y="571500"/>
            <a:ext cx="156333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‏תכשיטים</a:t>
            </a:r>
          </a:p>
        </p:txBody>
      </p:sp>
      <p:sp>
        <p:nvSpPr>
          <p:cNvPr id="2" name="title-word-1">
            <a:extLst>
              <a:ext uri="{FF2B5EF4-FFF2-40B4-BE49-F238E27FC236}">
                <ns2:creationId id="{DA6BA4B8-D6BE-48C8-8997-0AF9B9249933}"/>
              </a:ext>
            </a:extLst>
          </p:cNvPr>
          <p:cNvSpPr>
            <a:spLocks noGrp="1"/>
          </p:cNvSpPr>
          <p:nvPr/>
        </p:nvSpPr>
        <p:spPr>
          <a:xfrm>
            <a:off x="9252299" y="571500"/>
            <a:ext cx="5360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‏של</a:t>
            </a:r>
          </a:p>
        </p:txBody>
      </p:sp>
      <p:sp>
        <p:nvSpPr>
          <p:cNvPr id="3" name="title-word-2">
            <a:extLst>
              <a:ext uri="{FF2B5EF4-FFF2-40B4-BE49-F238E27FC236}">
                <ns2:creationId id="{A6111B36-9BFD-4C03-94E4-C19C916B6080}"/>
              </a:ext>
            </a:extLst>
          </p:cNvPr>
          <p:cNvSpPr>
            <a:spLocks noGrp="1"/>
          </p:cNvSpPr>
          <p:nvPr/>
        </p:nvSpPr>
        <p:spPr>
          <a:xfrm>
            <a:off x="8035004" y="571500"/>
            <a:ext cx="111995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‏חיילות</a:t>
            </a:r>
          </a:p>
        </p:txBody>
      </p:sp>
      <p:sp>
        <p:nvSpPr>
          <p:cNvPr id="4" name="title-word-3">
            <a:extLst>
              <a:ext uri="{FF2B5EF4-FFF2-40B4-BE49-F238E27FC236}">
                <ns2:creationId id="{E826191C-BBF7-432E-B21C-6CE45090EF14}"/>
              </a:ext>
            </a:extLst>
          </p:cNvPr>
          <p:cNvSpPr>
            <a:spLocks noGrp="1"/>
          </p:cNvSpPr>
          <p:nvPr/>
        </p:nvSpPr>
        <p:spPr>
          <a:xfrm>
            <a:off x="7037927" y="571500"/>
            <a:ext cx="8997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‏חובה</a:t>
            </a:r>
          </a:p>
        </p:txBody>
      </p:sp>
      <p:sp>
        <p:nvSpPr>
          <p:cNvPr id="5" name="body-1-1-word-0">
            <a:extLst>
              <a:ext uri="{FF2B5EF4-FFF2-40B4-BE49-F238E27FC236}">
                <ns2:creationId id="{9815C2A8-ACAB-488A-A08F-57DEAC7C1914}"/>
              </a:ext>
            </a:extLst>
          </p:cNvPr>
          <p:cNvSpPr>
            <a:spLocks noGrp="1"/>
          </p:cNvSpPr>
          <p:nvPr/>
        </p:nvSpPr>
        <p:spPr>
          <a:xfrm>
            <a:off x="10631615" y="1762125"/>
            <a:ext cx="8174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‏עגילים:</a:t>
            </a:r>
          </a:p>
        </p:txBody>
      </p:sp>
      <p:sp>
        <p:nvSpPr>
          <p:cNvPr id="6" name="body-1-1-word-1">
            <a:extLst>
              <a:ext uri="{FF2B5EF4-FFF2-40B4-BE49-F238E27FC236}">
                <ns2:creationId id="{EF2EE688-3D1B-4AAA-A46B-A3FA7D3DF8D1}"/>
              </a:ext>
            </a:extLst>
          </p:cNvPr>
          <p:cNvSpPr>
            <a:spLocks noGrp="1"/>
          </p:cNvSpPr>
          <p:nvPr/>
        </p:nvSpPr>
        <p:spPr>
          <a:xfrm>
            <a:off x="10249091" y="1762125"/>
            <a:ext cx="3222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a:t>
            </a:r>
          </a:p>
        </p:txBody>
      </p:sp>
      <p:sp>
        <p:nvSpPr>
          <p:cNvPr id="7" name="body-1-1-word-2">
            <a:extLst>
              <a:ext uri="{FF2B5EF4-FFF2-40B4-BE49-F238E27FC236}">
                <ns2:creationId id="{D5B60933-96DE-42E6-A145-36F1A3D47E90}"/>
              </a:ext>
            </a:extLst>
          </p:cNvPr>
          <p:cNvSpPr>
            <a:spLocks noGrp="1"/>
          </p:cNvSpPr>
          <p:nvPr/>
        </p:nvSpPr>
        <p:spPr>
          <a:xfrm>
            <a:off x="9683020" y="1762125"/>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8" name="body-1-1-word-3">
            <a:extLst>
              <a:ext uri="{FF2B5EF4-FFF2-40B4-BE49-F238E27FC236}">
                <ns2:creationId id="{CA7E44BB-A672-4C4A-BC2D-9D73C2F0127A}"/>
              </a:ext>
            </a:extLst>
          </p:cNvPr>
          <p:cNvSpPr>
            <a:spLocks noGrp="1"/>
          </p:cNvSpPr>
          <p:nvPr/>
        </p:nvSpPr>
        <p:spPr>
          <a:xfrm>
            <a:off x="8927497" y="1762125"/>
            <a:ext cx="6952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‏בלבד,</a:t>
            </a:r>
          </a:p>
        </p:txBody>
      </p:sp>
      <p:sp>
        <p:nvSpPr>
          <p:cNvPr id="9" name="body-1-1-word-4">
            <a:extLst>
              <a:ext uri="{FF2B5EF4-FFF2-40B4-BE49-F238E27FC236}">
                <ns2:creationId id="{19180D8B-2538-4E81-846B-0FEB6515540C}"/>
              </a:ext>
            </a:extLst>
          </p:cNvPr>
          <p:cNvSpPr>
            <a:spLocks noGrp="1"/>
          </p:cNvSpPr>
          <p:nvPr/>
        </p:nvSpPr>
        <p:spPr>
          <a:xfrm>
            <a:off x="8370665" y="1762125"/>
            <a:ext cx="4965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‏עגיל</a:t>
            </a:r>
          </a:p>
        </p:txBody>
      </p:sp>
      <p:sp>
        <p:nvSpPr>
          <p:cNvPr id="10" name="body-1-1-word-5">
            <a:extLst>
              <a:ext uri="{FF2B5EF4-FFF2-40B4-BE49-F238E27FC236}">
                <ns2:creationId id="{790185D4-292C-441D-9967-7CA24366817E}"/>
              </a:ext>
            </a:extLst>
          </p:cNvPr>
          <p:cNvSpPr>
            <a:spLocks noGrp="1"/>
          </p:cNvSpPr>
          <p:nvPr/>
        </p:nvSpPr>
        <p:spPr>
          <a:xfrm>
            <a:off x="7862983" y="1762125"/>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11" name="body-1-1-word-6">
            <a:extLst>
              <a:ext uri="{FF2B5EF4-FFF2-40B4-BE49-F238E27FC236}">
                <ns2:creationId id="{3FD06168-E2E0-475D-83B0-D7627D162117}"/>
              </a:ext>
            </a:extLst>
          </p:cNvPr>
          <p:cNvSpPr>
            <a:spLocks noGrp="1"/>
          </p:cNvSpPr>
          <p:nvPr/>
        </p:nvSpPr>
        <p:spPr>
          <a:xfrm>
            <a:off x="7194423" y="1762125"/>
            <a:ext cx="6082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‏תנוך,</a:t>
            </a:r>
          </a:p>
        </p:txBody>
      </p:sp>
      <p:sp>
        <p:nvSpPr>
          <p:cNvPr id="12" name="body-1-1-word-7">
            <a:extLst>
              <a:ext uri="{FF2B5EF4-FFF2-40B4-BE49-F238E27FC236}">
                <ns2:creationId id="{AC82880B-C109-4AB1-B850-3A24F308090A}"/>
              </a:ext>
            </a:extLst>
          </p:cNvPr>
          <p:cNvSpPr>
            <a:spLocks noGrp="1"/>
          </p:cNvSpPr>
          <p:nvPr/>
        </p:nvSpPr>
        <p:spPr>
          <a:xfrm>
            <a:off x="6581394" y="1762125"/>
            <a:ext cx="5527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a:t>
            </a:r>
          </a:p>
        </p:txBody>
      </p:sp>
      <p:sp>
        <p:nvSpPr>
          <p:cNvPr id="13" name="body-1-1-word-8">
            <a:extLst>
              <a:ext uri="{FF2B5EF4-FFF2-40B4-BE49-F238E27FC236}">
                <ns2:creationId id="{2C8FB7F9-BCDE-4728-9719-2CA3FFDF0D9C}"/>
              </a:ext>
            </a:extLst>
          </p:cNvPr>
          <p:cNvSpPr>
            <a:spLocks noGrp="1"/>
          </p:cNvSpPr>
          <p:nvPr/>
        </p:nvSpPr>
        <p:spPr>
          <a:xfrm>
            <a:off x="6019514" y="1762125"/>
            <a:ext cx="5015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‏ואינו</a:t>
            </a:r>
          </a:p>
        </p:txBody>
      </p:sp>
      <p:sp>
        <p:nvSpPr>
          <p:cNvPr id="14" name="body-1-1-word-9">
            <a:extLst>
              <a:ext uri="{FF2B5EF4-FFF2-40B4-BE49-F238E27FC236}">
                <ns2:creationId id="{0FEBACF4-5B1F-44DC-A1DA-F975523A08F4}"/>
              </a:ext>
            </a:extLst>
          </p:cNvPr>
          <p:cNvSpPr>
            <a:spLocks noGrp="1"/>
          </p:cNvSpPr>
          <p:nvPr/>
        </p:nvSpPr>
        <p:spPr>
          <a:xfrm>
            <a:off x="5404485" y="1762125"/>
            <a:ext cx="5547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‏בולט</a:t>
            </a:r>
          </a:p>
        </p:txBody>
      </p:sp>
      <p:sp>
        <p:nvSpPr>
          <p:cNvPr id="15" name="body-1-1-word-10">
            <a:extLst>
              <a:ext uri="{FF2B5EF4-FFF2-40B4-BE49-F238E27FC236}">
                <ns2:creationId id="{D19D1701-8287-4514-9196-D9EE5D5CF613}"/>
              </a:ext>
            </a:extLst>
          </p:cNvPr>
          <p:cNvSpPr>
            <a:spLocks noGrp="1"/>
          </p:cNvSpPr>
          <p:nvPr/>
        </p:nvSpPr>
        <p:spPr>
          <a:xfrm>
            <a:off x="4692206" y="1762125"/>
            <a:ext cx="6519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‏מעבר</a:t>
            </a:r>
          </a:p>
        </p:txBody>
      </p:sp>
      <p:sp>
        <p:nvSpPr>
          <p:cNvPr id="16" name="body-1-1-word-11">
            <a:extLst>
              <a:ext uri="{FF2B5EF4-FFF2-40B4-BE49-F238E27FC236}">
                <ns2:creationId id="{4206FA90-4210-4675-8F7F-7A03D622B092}"/>
              </a:ext>
            </a:extLst>
          </p:cNvPr>
          <p:cNvSpPr>
            <a:spLocks noGrp="1"/>
          </p:cNvSpPr>
          <p:nvPr/>
        </p:nvSpPr>
        <p:spPr>
          <a:xfrm>
            <a:off x="3891344" y="1762125"/>
            <a:ext cx="7405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‏לתנוך.</a:t>
            </a:r>
          </a:p>
        </p:txBody>
      </p:sp>
      <p:sp>
        <p:nvSpPr>
          <p:cNvPr id="17" name="body-1-1-word-12">
            <a:extLst>
              <a:ext uri="{FF2B5EF4-FFF2-40B4-BE49-F238E27FC236}">
                <ns2:creationId id="{92558D1D-AD0E-4942-942D-94843AD1E416}"/>
              </a:ext>
            </a:extLst>
          </p:cNvPr>
          <p:cNvSpPr>
            <a:spLocks noGrp="1"/>
          </p:cNvSpPr>
          <p:nvPr/>
        </p:nvSpPr>
        <p:spPr>
          <a:xfrm>
            <a:off x="3500723" y="176212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18" name="body-1-1-word-13">
            <a:extLst>
              <a:ext uri="{FF2B5EF4-FFF2-40B4-BE49-F238E27FC236}">
                <ns2:creationId id="{C1B29CBC-AF73-4DC3-AFB6-5D14D66D2729}"/>
              </a:ext>
            </a:extLst>
          </p:cNvPr>
          <p:cNvSpPr>
            <a:spLocks noGrp="1"/>
          </p:cNvSpPr>
          <p:nvPr/>
        </p:nvSpPr>
        <p:spPr>
          <a:xfrm>
            <a:off x="2545080" y="1762125"/>
            <a:ext cx="8953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‏להעתיק</a:t>
            </a:r>
          </a:p>
        </p:txBody>
      </p:sp>
      <p:sp>
        <p:nvSpPr>
          <p:cNvPr id="19" name="body-1-1-word-14">
            <a:extLst>
              <a:ext uri="{FF2B5EF4-FFF2-40B4-BE49-F238E27FC236}">
                <ns2:creationId id="{4A46D30F-73DB-4425-9858-E91C793A9FE1}"/>
              </a:ext>
            </a:extLst>
          </p:cNvPr>
          <p:cNvSpPr>
            <a:spLocks noGrp="1"/>
          </p:cNvSpPr>
          <p:nvPr/>
        </p:nvSpPr>
        <p:spPr>
          <a:xfrm>
            <a:off x="1755553" y="1762125"/>
            <a:ext cx="7292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‏לחובה</a:t>
            </a:r>
          </a:p>
        </p:txBody>
      </p:sp>
      <p:sp>
        <p:nvSpPr>
          <p:cNvPr id="20" name="body-1-1-word-15">
            <a:extLst>
              <a:ext uri="{FF2B5EF4-FFF2-40B4-BE49-F238E27FC236}">
                <ns2:creationId id="{ADD7FB9D-93D9-4DB6-BF55-7146F0D58F1A}"/>
              </a:ext>
            </a:extLst>
          </p:cNvPr>
          <p:cNvSpPr>
            <a:spLocks noGrp="1"/>
          </p:cNvSpPr>
          <p:nvPr/>
        </p:nvSpPr>
        <p:spPr>
          <a:xfrm>
            <a:off x="1322165" y="176212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21" name="body-1-2-word-0">
            <a:extLst>
              <a:ext uri="{FF2B5EF4-FFF2-40B4-BE49-F238E27FC236}">
                <ns2:creationId id="{FB000E88-D64F-42D2-8DB7-4959B1C21A3D}"/>
              </a:ext>
            </a:extLst>
          </p:cNvPr>
          <p:cNvSpPr>
            <a:spLocks noGrp="1"/>
          </p:cNvSpPr>
          <p:nvPr/>
        </p:nvSpPr>
        <p:spPr>
          <a:xfrm>
            <a:off x="10676763" y="2113598"/>
            <a:ext cx="7722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22" name="body-1-2-word-1">
            <a:extLst>
              <a:ext uri="{FF2B5EF4-FFF2-40B4-BE49-F238E27FC236}">
                <ns2:creationId id="{A13A13CF-4993-4585-859B-258F30C62B1B}"/>
              </a:ext>
            </a:extLst>
          </p:cNvPr>
          <p:cNvSpPr>
            <a:spLocks noGrp="1"/>
          </p:cNvSpPr>
          <p:nvPr/>
        </p:nvSpPr>
        <p:spPr>
          <a:xfrm>
            <a:off x="10086022" y="2113598"/>
            <a:ext cx="530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‏לשני</a:t>
            </a:r>
          </a:p>
        </p:txBody>
      </p:sp>
      <p:sp>
        <p:nvSpPr>
          <p:cNvPr id="23" name="body-1-2-word-2">
            <a:extLst>
              <a:ext uri="{FF2B5EF4-FFF2-40B4-BE49-F238E27FC236}">
                <ns2:creationId id="{669A17AC-2CBC-49BB-9B56-AD013D79FFBC}"/>
              </a:ext>
            </a:extLst>
          </p:cNvPr>
          <p:cNvSpPr>
            <a:spLocks noGrp="1"/>
          </p:cNvSpPr>
          <p:nvPr/>
        </p:nvSpPr>
        <p:spPr>
          <a:xfrm>
            <a:off x="9449372" y="2113598"/>
            <a:ext cx="5763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‏זוגות</a:t>
            </a:r>
          </a:p>
        </p:txBody>
      </p:sp>
      <p:sp>
        <p:nvSpPr>
          <p:cNvPr id="24" name="body-1-2-word-3">
            <a:extLst>
              <a:ext uri="{FF2B5EF4-FFF2-40B4-BE49-F238E27FC236}">
                <ns2:creationId id="{6D953F5D-82E3-46FC-A0A1-9922D1151422}"/>
              </a:ext>
            </a:extLst>
          </p:cNvPr>
          <p:cNvSpPr>
            <a:spLocks noGrp="1"/>
          </p:cNvSpPr>
          <p:nvPr/>
        </p:nvSpPr>
        <p:spPr>
          <a:xfrm>
            <a:off x="8662987" y="2113598"/>
            <a:ext cx="7260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25" name="body-2-1-word-0">
            <a:extLst>
              <a:ext uri="{FF2B5EF4-FFF2-40B4-BE49-F238E27FC236}">
                <ns2:creationId id="{072921B4-5B35-453C-8112-DC761493DA91}"/>
              </a:ext>
            </a:extLst>
          </p:cNvPr>
          <p:cNvSpPr>
            <a:spLocks noGrp="1"/>
          </p:cNvSpPr>
          <p:nvPr/>
        </p:nvSpPr>
        <p:spPr>
          <a:xfrm>
            <a:off x="10612374" y="2655570"/>
            <a:ext cx="8366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‏טבעות:</a:t>
            </a:r>
          </a:p>
        </p:txBody>
      </p:sp>
      <p:sp>
        <p:nvSpPr>
          <p:cNvPr id="26" name="body-2-1-word-1">
            <a:extLst>
              <a:ext uri="{FF2B5EF4-FFF2-40B4-BE49-F238E27FC236}">
                <ns2:creationId id="{04EBA829-BBEA-40E2-9E5B-DF39EA82FDA1}"/>
              </a:ext>
            </a:extLst>
          </p:cNvPr>
          <p:cNvSpPr>
            <a:spLocks noGrp="1"/>
          </p:cNvSpPr>
          <p:nvPr/>
        </p:nvSpPr>
        <p:spPr>
          <a:xfrm>
            <a:off x="10226993" y="2655570"/>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27" name="body-2-1-word-2">
            <a:extLst>
              <a:ext uri="{FF2B5EF4-FFF2-40B4-BE49-F238E27FC236}">
                <ns2:creationId id="{F6F6B4D3-FC8C-4905-9F41-98F51A463BB8}"/>
              </a:ext>
            </a:extLst>
          </p:cNvPr>
          <p:cNvSpPr>
            <a:spLocks noGrp="1"/>
          </p:cNvSpPr>
          <p:nvPr/>
        </p:nvSpPr>
        <p:spPr>
          <a:xfrm>
            <a:off x="9364694" y="2655570"/>
            <a:ext cx="8020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‏שתיים,</a:t>
            </a:r>
          </a:p>
        </p:txBody>
      </p:sp>
      <p:sp>
        <p:nvSpPr>
          <p:cNvPr id="28" name="body-2-1-word-3">
            <a:extLst>
              <a:ext uri="{FF2B5EF4-FFF2-40B4-BE49-F238E27FC236}">
                <ns2:creationId id="{08C94695-ECC4-42B0-940E-5F519914A56A}"/>
              </a:ext>
            </a:extLst>
          </p:cNvPr>
          <p:cNvSpPr>
            <a:spLocks noGrp="1"/>
          </p:cNvSpPr>
          <p:nvPr/>
        </p:nvSpPr>
        <p:spPr>
          <a:xfrm>
            <a:off x="8579072" y="2655570"/>
            <a:ext cx="7253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‏ברוחב</a:t>
            </a:r>
          </a:p>
        </p:txBody>
      </p:sp>
      <p:sp>
        <p:nvSpPr>
          <p:cNvPr id="29" name="body-2-1-word-4">
            <a:extLst>
              <a:ext uri="{FF2B5EF4-FFF2-40B4-BE49-F238E27FC236}">
                <ns2:creationId id="{34B1C24A-7DC6-4FF3-BE45-7844FBAB42B3}"/>
              </a:ext>
            </a:extLst>
          </p:cNvPr>
          <p:cNvSpPr>
            <a:spLocks noGrp="1"/>
          </p:cNvSpPr>
          <p:nvPr/>
        </p:nvSpPr>
        <p:spPr>
          <a:xfrm>
            <a:off x="8159496" y="2655570"/>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30" name="body-2-1-word-5">
            <a:extLst>
              <a:ext uri="{FF2B5EF4-FFF2-40B4-BE49-F238E27FC236}">
                <ns2:creationId id="{9D104DE7-E0BD-4854-A8E1-D76BF33A65F1}"/>
              </a:ext>
            </a:extLst>
          </p:cNvPr>
          <p:cNvSpPr>
            <a:spLocks noGrp="1"/>
          </p:cNvSpPr>
          <p:nvPr/>
        </p:nvSpPr>
        <p:spPr>
          <a:xfrm>
            <a:off x="7774115" y="2655570"/>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31" name="body-2-1-word-6">
            <a:extLst>
              <a:ext uri="{FF2B5EF4-FFF2-40B4-BE49-F238E27FC236}">
                <ns2:creationId id="{1539DC47-FEEE-4FEF-9CC6-1FED909E1157}"/>
              </a:ext>
            </a:extLst>
          </p:cNvPr>
          <p:cNvSpPr>
            <a:spLocks noGrp="1"/>
          </p:cNvSpPr>
          <p:nvPr/>
        </p:nvSpPr>
        <p:spPr>
          <a:xfrm>
            <a:off x="7288054" y="2655570"/>
            <a:ext cx="4257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‏1.5</a:t>
            </a:r>
          </a:p>
        </p:txBody>
      </p:sp>
      <p:sp>
        <p:nvSpPr>
          <p:cNvPr id="32" name="body-2-1-word-7">
            <a:extLst>
              <a:ext uri="{FF2B5EF4-FFF2-40B4-BE49-F238E27FC236}">
                <ns2:creationId id="{28E2D0CA-95AF-45E0-9906-3FEB6F14BA35}"/>
              </a:ext>
            </a:extLst>
          </p:cNvPr>
          <p:cNvSpPr>
            <a:spLocks noGrp="1"/>
          </p:cNvSpPr>
          <p:nvPr/>
        </p:nvSpPr>
        <p:spPr>
          <a:xfrm>
            <a:off x="6744176" y="2655570"/>
            <a:ext cx="4835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33" name="body-2-1-word-8">
            <a:extLst>
              <a:ext uri="{FF2B5EF4-FFF2-40B4-BE49-F238E27FC236}">
                <ns2:creationId id="{D35655BD-A882-41E9-9848-1614C717A0B2}"/>
              </a:ext>
            </a:extLst>
          </p:cNvPr>
          <p:cNvSpPr>
            <a:spLocks noGrp="1"/>
          </p:cNvSpPr>
          <p:nvPr/>
        </p:nvSpPr>
        <p:spPr>
          <a:xfrm>
            <a:off x="6391370" y="2655570"/>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34" name="body-2-1-word-9">
            <a:extLst>
              <a:ext uri="{FF2B5EF4-FFF2-40B4-BE49-F238E27FC236}">
                <ns2:creationId id="{015D1899-704E-43DB-BAA8-818668E77DD5}"/>
              </a:ext>
            </a:extLst>
          </p:cNvPr>
          <p:cNvSpPr>
            <a:spLocks noGrp="1"/>
          </p:cNvSpPr>
          <p:nvPr/>
        </p:nvSpPr>
        <p:spPr>
          <a:xfrm>
            <a:off x="5707571" y="2655570"/>
            <a:ext cx="6235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35" name="body-2-1-word-10">
            <a:extLst>
              <a:ext uri="{FF2B5EF4-FFF2-40B4-BE49-F238E27FC236}">
                <ns2:creationId id="{13BA34A7-D63A-4EA7-AF8A-34B0A5488940}"/>
              </a:ext>
            </a:extLst>
          </p:cNvPr>
          <p:cNvSpPr>
            <a:spLocks noGrp="1"/>
          </p:cNvSpPr>
          <p:nvPr/>
        </p:nvSpPr>
        <p:spPr>
          <a:xfrm>
            <a:off x="4858607" y="2655570"/>
            <a:ext cx="7886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‏לחיילת</a:t>
            </a:r>
          </a:p>
        </p:txBody>
      </p:sp>
      <p:sp>
        <p:nvSpPr>
          <p:cNvPr id="36" name="body-2-1-word-11">
            <a:extLst>
              <a:ext uri="{FF2B5EF4-FFF2-40B4-BE49-F238E27FC236}">
                <ns2:creationId id="{B5A331C3-C0B6-494F-AD9F-8E41FC8D7774}"/>
              </a:ext>
            </a:extLst>
          </p:cNvPr>
          <p:cNvSpPr>
            <a:spLocks noGrp="1"/>
          </p:cNvSpPr>
          <p:nvPr/>
        </p:nvSpPr>
        <p:spPr>
          <a:xfrm>
            <a:off x="4067270" y="2655570"/>
            <a:ext cx="7310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‏נשואה</a:t>
            </a:r>
          </a:p>
        </p:txBody>
      </p:sp>
      <p:sp>
        <p:nvSpPr>
          <p:cNvPr id="37" name="body-2-1-word-12">
            <a:extLst>
              <a:ext uri="{FF2B5EF4-FFF2-40B4-BE49-F238E27FC236}">
                <ns2:creationId id="{4EA7F6F0-6F32-4D65-A9BC-9EA34C035891}"/>
              </a:ext>
            </a:extLst>
          </p:cNvPr>
          <p:cNvSpPr>
            <a:spLocks noGrp="1"/>
          </p:cNvSpPr>
          <p:nvPr/>
        </p:nvSpPr>
        <p:spPr>
          <a:xfrm>
            <a:off x="3223451" y="2655570"/>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38" name="body-2-1-word-13">
            <a:extLst>
              <a:ext uri="{FF2B5EF4-FFF2-40B4-BE49-F238E27FC236}">
                <ns2:creationId id="{15BCB89B-6812-4204-9E25-6D9D6B787311}"/>
              </a:ext>
            </a:extLst>
          </p:cNvPr>
          <p:cNvSpPr>
            <a:spLocks noGrp="1"/>
          </p:cNvSpPr>
          <p:nvPr/>
        </p:nvSpPr>
        <p:spPr>
          <a:xfrm>
            <a:off x="2849499" y="265557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39" name="body-2-1-word-14">
            <a:extLst>
              <a:ext uri="{FF2B5EF4-FFF2-40B4-BE49-F238E27FC236}">
                <ns2:creationId id="{C5E0D538-55EF-487E-B014-50B2F993C797}"/>
              </a:ext>
            </a:extLst>
          </p:cNvPr>
          <p:cNvSpPr>
            <a:spLocks noGrp="1"/>
          </p:cNvSpPr>
          <p:nvPr/>
        </p:nvSpPr>
        <p:spPr>
          <a:xfrm>
            <a:off x="2102358" y="2655570"/>
            <a:ext cx="6868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‏טבעת</a:t>
            </a:r>
          </a:p>
        </p:txBody>
      </p:sp>
      <p:sp>
        <p:nvSpPr>
          <p:cNvPr id="40" name="body-2-1-word-15">
            <a:extLst>
              <a:ext uri="{FF2B5EF4-FFF2-40B4-BE49-F238E27FC236}">
                <ns2:creationId id="{D9C3B406-BA6B-4299-9D60-7089FA3D0A43}"/>
              </a:ext>
            </a:extLst>
          </p:cNvPr>
          <p:cNvSpPr>
            <a:spLocks noGrp="1"/>
          </p:cNvSpPr>
          <p:nvPr/>
        </p:nvSpPr>
        <p:spPr>
          <a:xfrm>
            <a:off x="1192244" y="2655570"/>
            <a:ext cx="8498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‏נישואין.</a:t>
            </a:r>
          </a:p>
        </p:txBody>
      </p:sp>
      <p:sp>
        <p:nvSpPr>
          <p:cNvPr id="41" name="body-2-2-word-0">
            <a:extLst>
              <a:ext uri="{FF2B5EF4-FFF2-40B4-BE49-F238E27FC236}">
                <ns2:creationId id="{1A4542A8-E3D8-45E5-9D73-37EF566568FD}"/>
              </a:ext>
            </a:extLst>
          </p:cNvPr>
          <p:cNvSpPr>
            <a:spLocks noGrp="1"/>
          </p:cNvSpPr>
          <p:nvPr/>
        </p:nvSpPr>
        <p:spPr>
          <a:xfrm>
            <a:off x="10711244" y="3007043"/>
            <a:ext cx="7378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‏עונדים</a:t>
            </a:r>
          </a:p>
        </p:txBody>
      </p:sp>
      <p:sp>
        <p:nvSpPr>
          <p:cNvPr id="42" name="body-2-2-word-1">
            <a:extLst>
              <a:ext uri="{FF2B5EF4-FFF2-40B4-BE49-F238E27FC236}">
                <ns2:creationId id="{8BACC7B7-ED63-4C56-9081-A7DBDBB05C98}"/>
              </a:ext>
            </a:extLst>
          </p:cNvPr>
          <p:cNvSpPr>
            <a:spLocks noGrp="1"/>
          </p:cNvSpPr>
          <p:nvPr/>
        </p:nvSpPr>
        <p:spPr>
          <a:xfrm>
            <a:off x="10338816" y="3007043"/>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43" name="body-2-2-word-2">
            <a:extLst>
              <a:ext uri="{FF2B5EF4-FFF2-40B4-BE49-F238E27FC236}">
                <ns2:creationId id="{72BFA004-0BBD-46EB-847C-A3C5D64556CC}"/>
              </a:ext>
            </a:extLst>
          </p:cNvPr>
          <p:cNvSpPr>
            <a:spLocks noGrp="1"/>
          </p:cNvSpPr>
          <p:nvPr/>
        </p:nvSpPr>
        <p:spPr>
          <a:xfrm>
            <a:off x="9392126" y="3007043"/>
            <a:ext cx="8863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‏אצבעות</a:t>
            </a:r>
          </a:p>
        </p:txBody>
      </p:sp>
      <p:sp>
        <p:nvSpPr>
          <p:cNvPr id="44" name="body-2-2-word-3">
            <a:extLst>
              <a:ext uri="{FF2B5EF4-FFF2-40B4-BE49-F238E27FC236}">
                <ns2:creationId id="{9E0AE2A7-1424-48EB-82FD-A9A3293CB8BC}"/>
              </a:ext>
            </a:extLst>
          </p:cNvPr>
          <p:cNvSpPr>
            <a:spLocks noGrp="1"/>
          </p:cNvSpPr>
          <p:nvPr/>
        </p:nvSpPr>
        <p:spPr>
          <a:xfrm>
            <a:off x="8603552" y="3007043"/>
            <a:ext cx="7282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‏הידיים</a:t>
            </a:r>
          </a:p>
        </p:txBody>
      </p:sp>
      <p:sp>
        <p:nvSpPr>
          <p:cNvPr id="45" name="body-2-2-word-4">
            <a:extLst>
              <a:ext uri="{FF2B5EF4-FFF2-40B4-BE49-F238E27FC236}">
                <ns2:creationId id="{FDC0288B-3B6A-4F65-A459-5638F0DF5450}"/>
              </a:ext>
            </a:extLst>
          </p:cNvPr>
          <p:cNvSpPr>
            <a:spLocks noGrp="1"/>
          </p:cNvSpPr>
          <p:nvPr/>
        </p:nvSpPr>
        <p:spPr>
          <a:xfrm>
            <a:off x="7848029" y="3007043"/>
            <a:ext cx="6952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‏בלבד.</a:t>
            </a:r>
          </a:p>
        </p:txBody>
      </p:sp>
      <p:sp>
        <p:nvSpPr>
          <p:cNvPr id="46" name="body-3-1-word-0">
            <a:extLst>
              <a:ext uri="{FF2B5EF4-FFF2-40B4-BE49-F238E27FC236}">
                <ns2:creationId id="{36F8B938-F29E-4189-8383-EB7EFD024D1F}"/>
              </a:ext>
            </a:extLst>
          </p:cNvPr>
          <p:cNvSpPr>
            <a:spLocks noGrp="1"/>
          </p:cNvSpPr>
          <p:nvPr/>
        </p:nvSpPr>
        <p:spPr>
          <a:xfrm>
            <a:off x="10816876" y="3549015"/>
            <a:ext cx="6321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‏צמיד:</a:t>
            </a:r>
          </a:p>
        </p:txBody>
      </p:sp>
      <p:sp>
        <p:nvSpPr>
          <p:cNvPr id="47" name="body-3-1-word-1">
            <a:extLst>
              <a:ext uri="{FF2B5EF4-FFF2-40B4-BE49-F238E27FC236}">
                <ns2:creationId id="{B4591CE5-B1FE-426D-AFD0-548701D78A34}"/>
              </a:ext>
            </a:extLst>
          </p:cNvPr>
          <p:cNvSpPr>
            <a:spLocks noGrp="1"/>
          </p:cNvSpPr>
          <p:nvPr/>
        </p:nvSpPr>
        <p:spPr>
          <a:xfrm>
            <a:off x="10203847" y="3549015"/>
            <a:ext cx="5527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‏צמיד</a:t>
            </a:r>
          </a:p>
        </p:txBody>
      </p:sp>
      <p:sp>
        <p:nvSpPr>
          <p:cNvPr id="48" name="body-3-1-word-2">
            <a:extLst>
              <a:ext uri="{FF2B5EF4-FFF2-40B4-BE49-F238E27FC236}">
                <ns2:creationId id="{A973991A-600B-4726-A899-647C4DD6EAC7}"/>
              </a:ext>
            </a:extLst>
          </p:cNvPr>
          <p:cNvSpPr>
            <a:spLocks noGrp="1"/>
          </p:cNvSpPr>
          <p:nvPr/>
        </p:nvSpPr>
        <p:spPr>
          <a:xfrm>
            <a:off x="9444228" y="3549015"/>
            <a:ext cx="699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‏מתכת</a:t>
            </a:r>
          </a:p>
        </p:txBody>
      </p:sp>
      <p:sp>
        <p:nvSpPr>
          <p:cNvPr id="49" name="body-3-1-word-3">
            <a:extLst>
              <a:ext uri="{FF2B5EF4-FFF2-40B4-BE49-F238E27FC236}">
                <ns2:creationId id="{73336C79-C59A-49F8-972D-7E16E35BDAB3}"/>
              </a:ext>
            </a:extLst>
          </p:cNvPr>
          <p:cNvSpPr>
            <a:spLocks noGrp="1"/>
          </p:cNvSpPr>
          <p:nvPr/>
        </p:nvSpPr>
        <p:spPr>
          <a:xfrm>
            <a:off x="8878157" y="3549015"/>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50" name="body-3-1-word-4">
            <a:extLst>
              <a:ext uri="{FF2B5EF4-FFF2-40B4-BE49-F238E27FC236}">
                <ns2:creationId id="{1AEDAD0E-1B88-497D-850E-2ADD46E107DA}"/>
              </a:ext>
            </a:extLst>
          </p:cNvPr>
          <p:cNvSpPr>
            <a:spLocks noGrp="1"/>
          </p:cNvSpPr>
          <p:nvPr/>
        </p:nvSpPr>
        <p:spPr>
          <a:xfrm>
            <a:off x="8122634" y="3549015"/>
            <a:ext cx="6952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‏בלבד,</a:t>
            </a:r>
          </a:p>
        </p:txBody>
      </p:sp>
      <p:sp>
        <p:nvSpPr>
          <p:cNvPr id="51" name="body-3-1-word-5">
            <a:extLst>
              <a:ext uri="{FF2B5EF4-FFF2-40B4-BE49-F238E27FC236}">
                <ns2:creationId id="{200A45EB-AEE0-4AE0-AC6A-E3DFB80A11DD}"/>
              </a:ext>
            </a:extLst>
          </p:cNvPr>
          <p:cNvSpPr>
            <a:spLocks noGrp="1"/>
          </p:cNvSpPr>
          <p:nvPr/>
        </p:nvSpPr>
        <p:spPr>
          <a:xfrm>
            <a:off x="7750207" y="354901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52" name="body-3-1-word-6">
            <a:extLst>
              <a:ext uri="{FF2B5EF4-FFF2-40B4-BE49-F238E27FC236}">
                <ns2:creationId id="{5A527E23-AEEA-4A9B-B531-BDB9E632AB27}"/>
              </a:ext>
            </a:extLst>
          </p:cNvPr>
          <p:cNvSpPr>
            <a:spLocks noGrp="1"/>
          </p:cNvSpPr>
          <p:nvPr/>
        </p:nvSpPr>
        <p:spPr>
          <a:xfrm>
            <a:off x="7145750" y="3549015"/>
            <a:ext cx="544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53" name="body-3-1-word-7">
            <a:extLst>
              <a:ext uri="{FF2B5EF4-FFF2-40B4-BE49-F238E27FC236}">
                <ns2:creationId id="{683ADF45-5A98-41D2-8843-A3A8A17E3DA7}"/>
              </a:ext>
            </a:extLst>
          </p:cNvPr>
          <p:cNvSpPr>
            <a:spLocks noGrp="1"/>
          </p:cNvSpPr>
          <p:nvPr/>
        </p:nvSpPr>
        <p:spPr>
          <a:xfrm>
            <a:off x="6218777" y="3549015"/>
            <a:ext cx="8666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‏האמות,</a:t>
            </a:r>
          </a:p>
        </p:txBody>
      </p:sp>
      <p:sp>
        <p:nvSpPr>
          <p:cNvPr id="54" name="body-3-1-word-8">
            <a:extLst>
              <a:ext uri="{FF2B5EF4-FFF2-40B4-BE49-F238E27FC236}">
                <ns2:creationId id="{9D4A9DD7-1368-49C5-8AAD-10582CF89761}"/>
              </a:ext>
            </a:extLst>
          </p:cNvPr>
          <p:cNvSpPr>
            <a:spLocks noGrp="1"/>
          </p:cNvSpPr>
          <p:nvPr/>
        </p:nvSpPr>
        <p:spPr>
          <a:xfrm>
            <a:off x="5433155" y="3549015"/>
            <a:ext cx="7253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‏ברוחב</a:t>
            </a:r>
          </a:p>
        </p:txBody>
      </p:sp>
      <p:sp>
        <p:nvSpPr>
          <p:cNvPr id="55" name="body-3-1-word-9">
            <a:extLst>
              <a:ext uri="{FF2B5EF4-FFF2-40B4-BE49-F238E27FC236}">
                <ns2:creationId id="{356B1893-22A7-46D0-96CB-DA9D59A597C9}"/>
              </a:ext>
            </a:extLst>
          </p:cNvPr>
          <p:cNvSpPr>
            <a:spLocks noGrp="1"/>
          </p:cNvSpPr>
          <p:nvPr/>
        </p:nvSpPr>
        <p:spPr>
          <a:xfrm>
            <a:off x="5013579" y="354901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56" name="body-3-1-word-10">
            <a:extLst>
              <a:ext uri="{FF2B5EF4-FFF2-40B4-BE49-F238E27FC236}">
                <ns2:creationId id="{B42F2CD2-DC10-4B0F-9213-83F1A9CC1E22}"/>
              </a:ext>
            </a:extLst>
          </p:cNvPr>
          <p:cNvSpPr>
            <a:spLocks noGrp="1"/>
          </p:cNvSpPr>
          <p:nvPr/>
        </p:nvSpPr>
        <p:spPr>
          <a:xfrm>
            <a:off x="4628198" y="3549015"/>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57" name="body-3-1-word-11">
            <a:extLst>
              <a:ext uri="{FF2B5EF4-FFF2-40B4-BE49-F238E27FC236}">
                <ns2:creationId id="{A1A882C3-B742-4C35-9F1A-63B7EDF0AA71}"/>
              </a:ext>
            </a:extLst>
          </p:cNvPr>
          <p:cNvSpPr>
            <a:spLocks noGrp="1"/>
          </p:cNvSpPr>
          <p:nvPr/>
        </p:nvSpPr>
        <p:spPr>
          <a:xfrm>
            <a:off x="4380452" y="3549015"/>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a:t>
            </a:r>
          </a:p>
        </p:txBody>
      </p:sp>
      <p:sp>
        <p:nvSpPr>
          <p:cNvPr id="58" name="body-3-1-word-12">
            <a:extLst>
              <a:ext uri="{FF2B5EF4-FFF2-40B4-BE49-F238E27FC236}">
                <ns2:creationId id="{6B7909E0-B171-4BCE-81F5-956ECDED8D9C}"/>
              </a:ext>
            </a:extLst>
          </p:cNvPr>
          <p:cNvSpPr>
            <a:spLocks noGrp="1"/>
          </p:cNvSpPr>
          <p:nvPr/>
        </p:nvSpPr>
        <p:spPr>
          <a:xfrm>
            <a:off x="3757232" y="3549015"/>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59" name="body-4-1-word-0">
            <a:extLst>
              <a:ext uri="{FF2B5EF4-FFF2-40B4-BE49-F238E27FC236}">
                <ns2:creationId id="{E2B9221A-4D29-44E8-9373-8C263F252F17}"/>
              </a:ext>
            </a:extLst>
          </p:cNvPr>
          <p:cNvSpPr>
            <a:spLocks noGrp="1"/>
          </p:cNvSpPr>
          <p:nvPr/>
        </p:nvSpPr>
        <p:spPr>
          <a:xfrm>
            <a:off x="10469594" y="4090988"/>
            <a:ext cx="9794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‏שרשרת:</a:t>
            </a:r>
          </a:p>
        </p:txBody>
      </p:sp>
      <p:sp>
        <p:nvSpPr>
          <p:cNvPr id="60" name="body-4-1-word-1">
            <a:extLst>
              <a:ext uri="{FF2B5EF4-FFF2-40B4-BE49-F238E27FC236}">
                <ns2:creationId id="{6DF67628-B674-4F4E-8EC5-AC9A448E10DB}"/>
              </a:ext>
            </a:extLst>
          </p:cNvPr>
          <p:cNvSpPr>
            <a:spLocks noGrp="1"/>
          </p:cNvSpPr>
          <p:nvPr/>
        </p:nvSpPr>
        <p:spPr>
          <a:xfrm>
            <a:off x="9865138" y="4090988"/>
            <a:ext cx="544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61" name="body-4-1-word-2">
            <a:extLst>
              <a:ext uri="{FF2B5EF4-FFF2-40B4-BE49-F238E27FC236}">
                <ns2:creationId id="{74CBBCC6-A5A3-42A2-8B69-61F8424D74F2}"/>
              </a:ext>
            </a:extLst>
          </p:cNvPr>
          <p:cNvSpPr>
            <a:spLocks noGrp="1"/>
          </p:cNvSpPr>
          <p:nvPr/>
        </p:nvSpPr>
        <p:spPr>
          <a:xfrm>
            <a:off x="8854440" y="4090988"/>
            <a:ext cx="9504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‏ממתכת,</a:t>
            </a:r>
          </a:p>
        </p:txBody>
      </p:sp>
      <p:sp>
        <p:nvSpPr>
          <p:cNvPr id="62" name="body-4-1-word-3">
            <a:extLst>
              <a:ext uri="{FF2B5EF4-FFF2-40B4-BE49-F238E27FC236}">
                <ns2:creationId id="{8C407E2E-4374-4A25-A82D-9BBACD6A01D9}"/>
              </a:ext>
            </a:extLst>
          </p:cNvPr>
          <p:cNvSpPr>
            <a:spLocks noGrp="1"/>
          </p:cNvSpPr>
          <p:nvPr/>
        </p:nvSpPr>
        <p:spPr>
          <a:xfrm>
            <a:off x="8069009" y="4090988"/>
            <a:ext cx="725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‏בקוטר</a:t>
            </a:r>
          </a:p>
        </p:txBody>
      </p:sp>
      <p:sp>
        <p:nvSpPr>
          <p:cNvPr id="63" name="body-4-1-word-4">
            <a:extLst>
              <a:ext uri="{FF2B5EF4-FFF2-40B4-BE49-F238E27FC236}">
                <ns2:creationId id="{2F08BD35-1E33-42E7-9B70-120280C51231}"/>
              </a:ext>
            </a:extLst>
          </p:cNvPr>
          <p:cNvSpPr>
            <a:spLocks noGrp="1"/>
          </p:cNvSpPr>
          <p:nvPr/>
        </p:nvSpPr>
        <p:spPr>
          <a:xfrm>
            <a:off x="7649432" y="4090988"/>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64" name="body-4-1-word-5">
            <a:extLst>
              <a:ext uri="{FF2B5EF4-FFF2-40B4-BE49-F238E27FC236}">
                <ns2:creationId id="{E7010429-4DA6-4F65-8164-72B95A893FE4}"/>
              </a:ext>
            </a:extLst>
          </p:cNvPr>
          <p:cNvSpPr>
            <a:spLocks noGrp="1"/>
          </p:cNvSpPr>
          <p:nvPr/>
        </p:nvSpPr>
        <p:spPr>
          <a:xfrm>
            <a:off x="7264051" y="409098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65" name="body-4-1-word-6">
            <a:extLst>
              <a:ext uri="{FF2B5EF4-FFF2-40B4-BE49-F238E27FC236}">
                <ns2:creationId id="{B43581F2-0161-447F-BFB1-03A4955660F0}"/>
              </a:ext>
            </a:extLst>
          </p:cNvPr>
          <p:cNvSpPr>
            <a:spLocks noGrp="1"/>
          </p:cNvSpPr>
          <p:nvPr/>
        </p:nvSpPr>
        <p:spPr>
          <a:xfrm>
            <a:off x="7016306" y="4090988"/>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66" name="body-4-1-word-7">
            <a:extLst>
              <a:ext uri="{FF2B5EF4-FFF2-40B4-BE49-F238E27FC236}">
                <ns2:creationId id="{AD64AAF1-B402-4D64-8A7B-AC184B9A3355}"/>
              </a:ext>
            </a:extLst>
          </p:cNvPr>
          <p:cNvSpPr>
            <a:spLocks noGrp="1"/>
          </p:cNvSpPr>
          <p:nvPr/>
        </p:nvSpPr>
        <p:spPr>
          <a:xfrm>
            <a:off x="6385370" y="4090988"/>
            <a:ext cx="5706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a:t>
            </a:r>
          </a:p>
        </p:txBody>
      </p:sp>
      <p:sp>
        <p:nvSpPr>
          <p:cNvPr id="67" name="body-4-1-word-8">
            <a:extLst>
              <a:ext uri="{FF2B5EF4-FFF2-40B4-BE49-F238E27FC236}">
                <ns2:creationId id="{6FDAD48E-96F3-4BF6-B63B-6A6138DA0A09}"/>
              </a:ext>
            </a:extLst>
          </p:cNvPr>
          <p:cNvSpPr>
            <a:spLocks noGrp="1"/>
          </p:cNvSpPr>
          <p:nvPr/>
        </p:nvSpPr>
        <p:spPr>
          <a:xfrm>
            <a:off x="5974175" y="4090988"/>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68" name="body-4-1-word-9">
            <a:extLst>
              <a:ext uri="{FF2B5EF4-FFF2-40B4-BE49-F238E27FC236}">
                <ns2:creationId id="{2EBCACAD-13B8-41CD-A494-49876C2AF76F}"/>
              </a:ext>
            </a:extLst>
          </p:cNvPr>
          <p:cNvSpPr>
            <a:spLocks noGrp="1"/>
          </p:cNvSpPr>
          <p:nvPr/>
        </p:nvSpPr>
        <p:spPr>
          <a:xfrm>
            <a:off x="5358003" y="4090988"/>
            <a:ext cx="5558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‏תליון</a:t>
            </a:r>
          </a:p>
        </p:txBody>
      </p:sp>
      <p:sp>
        <p:nvSpPr>
          <p:cNvPr id="69" name="body-4-1-word-10">
            <a:extLst>
              <a:ext uri="{FF2B5EF4-FFF2-40B4-BE49-F238E27FC236}">
                <ns2:creationId id="{C7320B25-720C-4F14-BB4B-9AE53F8BAE76}"/>
              </a:ext>
            </a:extLst>
          </p:cNvPr>
          <p:cNvSpPr>
            <a:spLocks noGrp="1"/>
          </p:cNvSpPr>
          <p:nvPr/>
        </p:nvSpPr>
        <p:spPr>
          <a:xfrm>
            <a:off x="4791932" y="4090988"/>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70" name="body-4-1-word-11">
            <a:extLst>
              <a:ext uri="{FF2B5EF4-FFF2-40B4-BE49-F238E27FC236}">
                <ns2:creationId id="{82E3E218-7CF1-4932-8D7C-2296B6068242}"/>
              </a:ext>
            </a:extLst>
          </p:cNvPr>
          <p:cNvSpPr>
            <a:spLocks noGrp="1"/>
          </p:cNvSpPr>
          <p:nvPr/>
        </p:nvSpPr>
        <p:spPr>
          <a:xfrm>
            <a:off x="4006501" y="4090988"/>
            <a:ext cx="725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‏בקוטר</a:t>
            </a:r>
          </a:p>
        </p:txBody>
      </p:sp>
      <p:sp>
        <p:nvSpPr>
          <p:cNvPr id="71" name="body-4-1-word-12">
            <a:extLst>
              <a:ext uri="{FF2B5EF4-FFF2-40B4-BE49-F238E27FC236}">
                <ns2:creationId id="{FE71AC2D-3034-4713-8979-7FCEF33630C8}"/>
              </a:ext>
            </a:extLst>
          </p:cNvPr>
          <p:cNvSpPr>
            <a:spLocks noGrp="1"/>
          </p:cNvSpPr>
          <p:nvPr/>
        </p:nvSpPr>
        <p:spPr>
          <a:xfrm>
            <a:off x="3586925" y="4090988"/>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72" name="body-4-1-word-13">
            <a:extLst>
              <a:ext uri="{FF2B5EF4-FFF2-40B4-BE49-F238E27FC236}">
                <ns2:creationId id="{AC2C3952-E9AE-4697-A123-9CA4A6218CB7}"/>
              </a:ext>
            </a:extLst>
          </p:cNvPr>
          <p:cNvSpPr>
            <a:spLocks noGrp="1"/>
          </p:cNvSpPr>
          <p:nvPr/>
        </p:nvSpPr>
        <p:spPr>
          <a:xfrm>
            <a:off x="3201543" y="409098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73" name="body-4-1-word-14">
            <a:extLst>
              <a:ext uri="{FF2B5EF4-FFF2-40B4-BE49-F238E27FC236}">
                <ns2:creationId id="{D8DED55D-EEED-45D4-8CF8-D4A243CC0D72}"/>
              </a:ext>
            </a:extLst>
          </p:cNvPr>
          <p:cNvSpPr>
            <a:spLocks noGrp="1"/>
          </p:cNvSpPr>
          <p:nvPr/>
        </p:nvSpPr>
        <p:spPr>
          <a:xfrm>
            <a:off x="2953798" y="4090988"/>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74" name="body-4-1-word-15">
            <a:extLst>
              <a:ext uri="{FF2B5EF4-FFF2-40B4-BE49-F238E27FC236}">
                <ns2:creationId id="{B198884B-3666-4E3F-9D50-5A31544C7C90}"/>
              </a:ext>
            </a:extLst>
          </p:cNvPr>
          <p:cNvSpPr>
            <a:spLocks noGrp="1"/>
          </p:cNvSpPr>
          <p:nvPr/>
        </p:nvSpPr>
        <p:spPr>
          <a:xfrm>
            <a:off x="2330577" y="4090988"/>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75" name="body-4-1-word-16">
            <a:extLst>
              <a:ext uri="{FF2B5EF4-FFF2-40B4-BE49-F238E27FC236}">
                <ns2:creationId id="{87452D7E-DE79-41E5-8F96-25FEB81E8A95}"/>
              </a:ext>
            </a:extLst>
          </p:cNvPr>
          <p:cNvSpPr>
            <a:spLocks noGrp="1"/>
          </p:cNvSpPr>
          <p:nvPr/>
        </p:nvSpPr>
        <p:spPr>
          <a:xfrm>
            <a:off x="1198150" y="4090988"/>
            <a:ext cx="107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‏השרשרת</a:t>
            </a:r>
          </a:p>
        </p:txBody>
      </p:sp>
      <p:sp>
        <p:nvSpPr>
          <p:cNvPr id="76" name="body-4-2-word-0">
            <a:extLst>
              <a:ext uri="{FF2B5EF4-FFF2-40B4-BE49-F238E27FC236}">
                <ns2:creationId id="{A024F1F7-B218-4009-89B7-B5FDBD052FB2}"/>
              </a:ext>
            </a:extLst>
          </p:cNvPr>
          <p:cNvSpPr>
            <a:spLocks noGrp="1"/>
          </p:cNvSpPr>
          <p:nvPr/>
        </p:nvSpPr>
        <p:spPr>
          <a:xfrm>
            <a:off x="10501408" y="4442460"/>
            <a:ext cx="9476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‏מוסתרת</a:t>
            </a:r>
          </a:p>
        </p:txBody>
      </p:sp>
      <p:sp>
        <p:nvSpPr>
          <p:cNvPr id="77" name="body-4-2-word-1">
            <a:extLst>
              <a:ext uri="{FF2B5EF4-FFF2-40B4-BE49-F238E27FC236}">
                <ns2:creationId id="{2ADC8E95-565E-409F-B8C1-B51CCDB34F52}"/>
              </a:ext>
            </a:extLst>
          </p:cNvPr>
          <p:cNvSpPr>
            <a:spLocks noGrp="1"/>
          </p:cNvSpPr>
          <p:nvPr/>
        </p:nvSpPr>
        <p:spPr>
          <a:xfrm>
            <a:off x="9575102" y="4442460"/>
            <a:ext cx="8660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‏בחולצה</a:t>
            </a:r>
          </a:p>
        </p:txBody>
      </p:sp>
      <p:sp>
        <p:nvSpPr>
          <p:cNvPr id="78" name="body-4-2-word-2">
            <a:extLst>
              <a:ext uri="{FF2B5EF4-FFF2-40B4-BE49-F238E27FC236}">
                <ns2:creationId id="{367C2AFA-20DB-45ED-BD01-90084D80E71E}"/>
              </a:ext>
            </a:extLst>
          </p:cNvPr>
          <p:cNvSpPr>
            <a:spLocks noGrp="1"/>
          </p:cNvSpPr>
          <p:nvPr/>
        </p:nvSpPr>
        <p:spPr>
          <a:xfrm>
            <a:off x="8911685" y="4442460"/>
            <a:ext cx="6031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‏ואינה</a:t>
            </a:r>
          </a:p>
        </p:txBody>
      </p:sp>
      <p:sp>
        <p:nvSpPr>
          <p:cNvPr id="79" name="body-4-2-word-3">
            <a:extLst>
              <a:ext uri="{FF2B5EF4-FFF2-40B4-BE49-F238E27FC236}">
                <ns2:creationId id="{45DDD7D6-2770-4513-935C-8E4B37B5E746}"/>
              </a:ext>
            </a:extLst>
          </p:cNvPr>
          <p:cNvSpPr>
            <a:spLocks noGrp="1"/>
          </p:cNvSpPr>
          <p:nvPr/>
        </p:nvSpPr>
        <p:spPr>
          <a:xfrm>
            <a:off x="8238077" y="4442460"/>
            <a:ext cx="6133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‏קולר.</a:t>
            </a:r>
          </a:p>
        </p:txBody>
      </p:sp>
      <p:sp>
        <p:nvSpPr>
          <p:cNvPr id="80" name="sources-word-0">
            <a:extLst>
              <a:ext uri="{FF2B5EF4-FFF2-40B4-BE49-F238E27FC236}">
                <ns2:creationId id="{0A7B11DD-3229-402A-ACE2-94A625D96936}"/>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1" name="sources-word-1">
            <a:extLst>
              <a:ext uri="{FF2B5EF4-FFF2-40B4-BE49-F238E27FC236}">
                <ns2:creationId id="{918B8280-55FB-4C7C-885F-27853DA87886}"/>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2" name="sources-word-2">
            <a:extLst>
              <a:ext uri="{FF2B5EF4-FFF2-40B4-BE49-F238E27FC236}">
                <ns2:creationId id="{4114782B-592E-4E47-88CC-12F5F021C7AC}"/>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3" name="page">
            <a:extLst>
              <a:ext uri="{FF2B5EF4-FFF2-40B4-BE49-F238E27FC236}">
                <ns2:creationId id="{11D8F827-3DA5-4172-8A4D-4A0103A61FAE}"/>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15 / 35</a:t>
            </a:r>
          </a:p>
        </p:txBody>
      </p:sp>
      <p:sp>
        <p:nvSpPr>
          <p:cNvPr id="84" name="timing-word-0">
            <a:extLst>
              <a:ext uri="{FF2B5EF4-FFF2-40B4-BE49-F238E27FC236}">
                <ns2:creationId id="{BCB84B17-13DF-4BCC-8BB0-7CA534F8A904}"/>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‏12:15</a:t>
            </a:r>
          </a:p>
        </p:txBody>
      </p:sp>
      <p:sp>
        <p:nvSpPr>
          <p:cNvPr id="85" name="timing-word-1">
            <a:extLst>
              <a:ext uri="{FF2B5EF4-FFF2-40B4-BE49-F238E27FC236}">
                <ns2:creationId id="{8A9587B4-48DF-44EB-B9E2-726EBEEFC9C0}"/>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6" name="timing-word-2">
            <a:extLst>
              <a:ext uri="{FF2B5EF4-FFF2-40B4-BE49-F238E27FC236}">
                <ns2:creationId id="{A6AD18DA-2AA4-4B4A-BADC-78FDA2E7E9FC}"/>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‏13:15</a:t>
            </a:r>
          </a:p>
        </p:txBody>
      </p:sp>
      <p:sp>
        <p:nvSpPr>
          <p:cNvPr id="87" name="timing-word-3">
            <a:extLst>
              <a:ext uri="{FF2B5EF4-FFF2-40B4-BE49-F238E27FC236}">
                <ns2:creationId id="{214A9563-A501-4577-B773-6160D3EFD846}"/>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88" name="timing-word-4">
            <a:extLst>
              <a:ext uri="{FF2B5EF4-FFF2-40B4-BE49-F238E27FC236}">
                <ns2:creationId id="{62571F75-50D3-4528-A4A8-E06250762627}"/>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257503689"/>
      </p:ext>
    </p:extLst>
  </p:cSld>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8" name="title-word-0">
            <a:extLst>
              <a:ext uri="{FF2B5EF4-FFF2-40B4-BE49-F238E27FC236}">
                <ns2:creationId id="{BE3F76BF-2A78-46D1-AC8B-9D1560D57365}"/>
              </a:ext>
            </a:extLst>
          </p:cNvPr>
          <p:cNvSpPr>
            <a:spLocks noGrp="1"/>
          </p:cNvSpPr>
          <p:nvPr/>
        </p:nvSpPr>
        <p:spPr>
          <a:xfrm>
            <a:off x="9885712" y="571500"/>
            <a:ext cx="156333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‏תכשיטים</a:t>
            </a:r>
          </a:p>
        </p:txBody>
      </p:sp>
      <p:sp>
        <p:nvSpPr>
          <p:cNvPr id="2" name="title-word-1">
            <a:extLst>
              <a:ext uri="{FF2B5EF4-FFF2-40B4-BE49-F238E27FC236}">
                <ns2:creationId id="{393F09CF-F7B1-4267-9088-C5B8515420F5}"/>
              </a:ext>
            </a:extLst>
          </p:cNvPr>
          <p:cNvSpPr>
            <a:spLocks noGrp="1"/>
          </p:cNvSpPr>
          <p:nvPr/>
        </p:nvSpPr>
        <p:spPr>
          <a:xfrm>
            <a:off x="9252299" y="571500"/>
            <a:ext cx="5360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‏של</a:t>
            </a:r>
          </a:p>
        </p:txBody>
      </p:sp>
      <p:sp>
        <p:nvSpPr>
          <p:cNvPr id="3" name="title-word-2">
            <a:extLst>
              <a:ext uri="{FF2B5EF4-FFF2-40B4-BE49-F238E27FC236}">
                <ns2:creationId id="{F75E0A60-5F48-4B97-97B1-1C2E797F0F15}"/>
              </a:ext>
            </a:extLst>
          </p:cNvPr>
          <p:cNvSpPr>
            <a:spLocks noGrp="1"/>
          </p:cNvSpPr>
          <p:nvPr/>
        </p:nvSpPr>
        <p:spPr>
          <a:xfrm>
            <a:off x="8104822" y="571500"/>
            <a:ext cx="10501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‏גברים</a:t>
            </a:r>
          </a:p>
        </p:txBody>
      </p:sp>
      <p:sp>
        <p:nvSpPr>
          <p:cNvPr id="4" name="title-word-3">
            <a:extLst>
              <a:ext uri="{FF2B5EF4-FFF2-40B4-BE49-F238E27FC236}">
                <ns2:creationId id="{1CFD08C3-FDDF-489D-A4B4-DA6F4D4CD6CE}"/>
              </a:ext>
            </a:extLst>
          </p:cNvPr>
          <p:cNvSpPr>
            <a:spLocks noGrp="1"/>
          </p:cNvSpPr>
          <p:nvPr/>
        </p:nvSpPr>
        <p:spPr>
          <a:xfrm>
            <a:off x="6561201" y="571500"/>
            <a:ext cx="144627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‏ופירסינג</a:t>
            </a:r>
          </a:p>
        </p:txBody>
      </p:sp>
      <p:sp>
        <p:nvSpPr>
          <p:cNvPr id="5" name="body-1-1-word-0">
            <a:extLst>
              <a:ext uri="{FF2B5EF4-FFF2-40B4-BE49-F238E27FC236}">
                <ns2:creationId id="{AA4FC2AC-9A53-4E87-AB47-059F6D926079}"/>
              </a:ext>
            </a:extLst>
          </p:cNvPr>
          <p:cNvSpPr>
            <a:spLocks noGrp="1"/>
          </p:cNvSpPr>
          <p:nvPr/>
        </p:nvSpPr>
        <p:spPr>
          <a:xfrm>
            <a:off x="11006042" y="1762125"/>
            <a:ext cx="4430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‏גבר</a:t>
            </a:r>
          </a:p>
        </p:txBody>
      </p:sp>
      <p:sp>
        <p:nvSpPr>
          <p:cNvPr id="6" name="body-1-1-word-1">
            <a:extLst>
              <a:ext uri="{FF2B5EF4-FFF2-40B4-BE49-F238E27FC236}">
                <ns2:creationId id="{A0187BB0-05E1-4DE4-B66C-33BD0A5783B7}"/>
              </a:ext>
            </a:extLst>
          </p:cNvPr>
          <p:cNvSpPr>
            <a:spLocks noGrp="1"/>
          </p:cNvSpPr>
          <p:nvPr/>
        </p:nvSpPr>
        <p:spPr>
          <a:xfrm>
            <a:off x="10193845" y="1762125"/>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7" name="body-1-1-word-2">
            <a:extLst>
              <a:ext uri="{FF2B5EF4-FFF2-40B4-BE49-F238E27FC236}">
                <ns2:creationId id="{FF7B6EFD-B9E3-46C5-B33B-4B283031E95E}"/>
              </a:ext>
            </a:extLst>
          </p:cNvPr>
          <p:cNvSpPr>
            <a:spLocks noGrp="1"/>
          </p:cNvSpPr>
          <p:nvPr/>
        </p:nvSpPr>
        <p:spPr>
          <a:xfrm>
            <a:off x="9529667" y="1762125"/>
            <a:ext cx="6038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‏רשאי</a:t>
            </a:r>
          </a:p>
        </p:txBody>
      </p:sp>
      <p:sp>
        <p:nvSpPr>
          <p:cNvPr id="8" name="body-1-1-word-3">
            <a:extLst>
              <a:ext uri="{FF2B5EF4-FFF2-40B4-BE49-F238E27FC236}">
                <ns2:creationId id="{0D64659C-A3B9-4FED-BFAB-DB4D22D8C8BA}"/>
              </a:ext>
            </a:extLst>
          </p:cNvPr>
          <p:cNvSpPr>
            <a:spLocks noGrp="1"/>
          </p:cNvSpPr>
          <p:nvPr/>
        </p:nvSpPr>
        <p:spPr>
          <a:xfrm>
            <a:off x="8840819" y="1762125"/>
            <a:ext cx="6285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‏לענוד</a:t>
            </a:r>
          </a:p>
        </p:txBody>
      </p:sp>
      <p:sp>
        <p:nvSpPr>
          <p:cNvPr id="9" name="body-1-1-word-4">
            <a:extLst>
              <a:ext uri="{FF2B5EF4-FFF2-40B4-BE49-F238E27FC236}">
                <ns2:creationId id="{FA2D6805-37FE-4A33-B0CB-0A21274888C1}"/>
              </a:ext>
            </a:extLst>
          </p:cNvPr>
          <p:cNvSpPr>
            <a:spLocks noGrp="1"/>
          </p:cNvSpPr>
          <p:nvPr/>
        </p:nvSpPr>
        <p:spPr>
          <a:xfrm>
            <a:off x="8093678" y="1762125"/>
            <a:ext cx="6868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‏טבעת</a:t>
            </a:r>
          </a:p>
        </p:txBody>
      </p:sp>
      <p:sp>
        <p:nvSpPr>
          <p:cNvPr id="10" name="body-1-1-word-5">
            <a:extLst>
              <a:ext uri="{FF2B5EF4-FFF2-40B4-BE49-F238E27FC236}">
                <ns2:creationId id="{EFC3CB2F-21FA-491C-AEDE-606C34EF26F2}"/>
              </a:ext>
            </a:extLst>
          </p:cNvPr>
          <p:cNvSpPr>
            <a:spLocks noGrp="1"/>
          </p:cNvSpPr>
          <p:nvPr/>
        </p:nvSpPr>
        <p:spPr>
          <a:xfrm>
            <a:off x="7183564" y="1762125"/>
            <a:ext cx="8498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‏נישואין.</a:t>
            </a:r>
          </a:p>
        </p:txBody>
      </p:sp>
      <p:sp>
        <p:nvSpPr>
          <p:cNvPr id="11" name="body-1-1-word-6">
            <a:extLst>
              <a:ext uri="{FF2B5EF4-FFF2-40B4-BE49-F238E27FC236}">
                <ns2:creationId id="{C7F2FEA0-10F5-4EFE-ACA9-17474A171C57}"/>
              </a:ext>
            </a:extLst>
          </p:cNvPr>
          <p:cNvSpPr>
            <a:spLocks noGrp="1"/>
          </p:cNvSpPr>
          <p:nvPr/>
        </p:nvSpPr>
        <p:spPr>
          <a:xfrm>
            <a:off x="6680263" y="1762125"/>
            <a:ext cx="4430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‏גבר</a:t>
            </a:r>
          </a:p>
        </p:txBody>
      </p:sp>
      <p:sp>
        <p:nvSpPr>
          <p:cNvPr id="12" name="body-1-1-word-7">
            <a:extLst>
              <a:ext uri="{FF2B5EF4-FFF2-40B4-BE49-F238E27FC236}">
                <ns2:creationId id="{3629BDBD-E052-40EA-823B-EAED6AA0B518}"/>
              </a:ext>
            </a:extLst>
          </p:cNvPr>
          <p:cNvSpPr>
            <a:spLocks noGrp="1"/>
          </p:cNvSpPr>
          <p:nvPr/>
        </p:nvSpPr>
        <p:spPr>
          <a:xfrm>
            <a:off x="5973318" y="1762125"/>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13" name="body-1-1-word-8">
            <a:extLst>
              <a:ext uri="{FF2B5EF4-FFF2-40B4-BE49-F238E27FC236}">
                <ns2:creationId id="{082EC7F4-7FAD-4ACE-85CF-291EEADA5471}"/>
              </a:ext>
            </a:extLst>
          </p:cNvPr>
          <p:cNvSpPr>
            <a:spLocks noGrp="1"/>
          </p:cNvSpPr>
          <p:nvPr/>
        </p:nvSpPr>
        <p:spPr>
          <a:xfrm>
            <a:off x="5309140" y="1762125"/>
            <a:ext cx="6038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‏רשאי</a:t>
            </a:r>
          </a:p>
        </p:txBody>
      </p:sp>
      <p:sp>
        <p:nvSpPr>
          <p:cNvPr id="14" name="body-1-1-word-9">
            <a:extLst>
              <a:ext uri="{FF2B5EF4-FFF2-40B4-BE49-F238E27FC236}">
                <ns2:creationId id="{75BACCB3-8201-4905-8259-9D0D0FA237C8}"/>
              </a:ext>
            </a:extLst>
          </p:cNvPr>
          <p:cNvSpPr>
            <a:spLocks noGrp="1"/>
          </p:cNvSpPr>
          <p:nvPr/>
        </p:nvSpPr>
        <p:spPr>
          <a:xfrm>
            <a:off x="4620292" y="1762125"/>
            <a:ext cx="6285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‏לענוד</a:t>
            </a:r>
          </a:p>
        </p:txBody>
      </p:sp>
      <p:sp>
        <p:nvSpPr>
          <p:cNvPr id="15" name="body-1-1-word-10">
            <a:extLst>
              <a:ext uri="{FF2B5EF4-FFF2-40B4-BE49-F238E27FC236}">
                <ns2:creationId id="{787859BA-5364-43E8-B587-2185BD1A6B45}"/>
              </a:ext>
            </a:extLst>
          </p:cNvPr>
          <p:cNvSpPr>
            <a:spLocks noGrp="1"/>
          </p:cNvSpPr>
          <p:nvPr/>
        </p:nvSpPr>
        <p:spPr>
          <a:xfrm>
            <a:off x="3873151" y="1762125"/>
            <a:ext cx="6868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‏טבעת</a:t>
            </a:r>
          </a:p>
        </p:txBody>
      </p:sp>
      <p:sp>
        <p:nvSpPr>
          <p:cNvPr id="16" name="body-1-1-word-11">
            <a:extLst>
              <a:ext uri="{FF2B5EF4-FFF2-40B4-BE49-F238E27FC236}">
                <ns2:creationId id="{02A50B4E-03B9-4705-8C61-CA61E71E721C}"/>
              </a:ext>
            </a:extLst>
          </p:cNvPr>
          <p:cNvSpPr>
            <a:spLocks noGrp="1"/>
          </p:cNvSpPr>
          <p:nvPr/>
        </p:nvSpPr>
        <p:spPr>
          <a:xfrm>
            <a:off x="3268694" y="1762125"/>
            <a:ext cx="544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17" name="body-1-1-word-12">
            <a:extLst>
              <a:ext uri="{FF2B5EF4-FFF2-40B4-BE49-F238E27FC236}">
                <ns2:creationId id="{36E55AE5-9239-4555-8B50-1F45F10E34CC}"/>
              </a:ext>
            </a:extLst>
          </p:cNvPr>
          <p:cNvSpPr>
            <a:spLocks noGrp="1"/>
          </p:cNvSpPr>
          <p:nvPr/>
        </p:nvSpPr>
        <p:spPr>
          <a:xfrm>
            <a:off x="2894743" y="176212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18" name="body-1-1-word-13">
            <a:extLst>
              <a:ext uri="{FF2B5EF4-FFF2-40B4-BE49-F238E27FC236}">
                <ns2:creationId id="{BAE927A7-310B-408F-8A3F-F7BFE6C2167C}"/>
              </a:ext>
            </a:extLst>
          </p:cNvPr>
          <p:cNvSpPr>
            <a:spLocks noGrp="1"/>
          </p:cNvSpPr>
          <p:nvPr/>
        </p:nvSpPr>
        <p:spPr>
          <a:xfrm>
            <a:off x="2473928" y="1762125"/>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19" name="body-1-1-word-14">
            <a:extLst>
              <a:ext uri="{FF2B5EF4-FFF2-40B4-BE49-F238E27FC236}">
                <ns2:creationId id="{B1D65207-5A49-43A6-BA52-301D44B4E79E}"/>
              </a:ext>
            </a:extLst>
          </p:cNvPr>
          <p:cNvSpPr>
            <a:spLocks noGrp="1"/>
          </p:cNvSpPr>
          <p:nvPr/>
        </p:nvSpPr>
        <p:spPr>
          <a:xfrm>
            <a:off x="1982533" y="1762125"/>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20" name="body-1-1-word-15">
            <a:extLst>
              <a:ext uri="{FF2B5EF4-FFF2-40B4-BE49-F238E27FC236}">
                <ns2:creationId id="{93066C4D-E18E-4D63-818D-4E865792B55C}"/>
              </a:ext>
            </a:extLst>
          </p:cNvPr>
          <p:cNvSpPr>
            <a:spLocks noGrp="1"/>
          </p:cNvSpPr>
          <p:nvPr/>
        </p:nvSpPr>
        <p:spPr>
          <a:xfrm>
            <a:off x="1374172" y="1762125"/>
            <a:ext cx="5480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‏נשוי,</a:t>
            </a:r>
          </a:p>
        </p:txBody>
      </p:sp>
      <p:sp>
        <p:nvSpPr>
          <p:cNvPr id="21" name="body-1-2-word-0">
            <a:extLst>
              <a:ext uri="{FF2B5EF4-FFF2-40B4-BE49-F238E27FC236}">
                <ns2:creationId id="{143C3988-A70E-41AC-AD0A-332601AC21C9}"/>
              </a:ext>
            </a:extLst>
          </p:cNvPr>
          <p:cNvSpPr>
            <a:spLocks noGrp="1"/>
          </p:cNvSpPr>
          <p:nvPr/>
        </p:nvSpPr>
        <p:spPr>
          <a:xfrm>
            <a:off x="10577989" y="2113598"/>
            <a:ext cx="871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‏בהתאם</a:t>
            </a:r>
          </a:p>
        </p:txBody>
      </p:sp>
      <p:sp>
        <p:nvSpPr>
          <p:cNvPr id="22" name="body-1-2-word-1">
            <a:extLst>
              <a:ext uri="{FF2B5EF4-FFF2-40B4-BE49-F238E27FC236}">
                <ns2:creationId id="{2DACCBCA-9EE8-46BE-AB02-7DDC9375C4C2}"/>
              </a:ext>
            </a:extLst>
          </p:cNvPr>
          <p:cNvSpPr>
            <a:spLocks noGrp="1"/>
          </p:cNvSpPr>
          <p:nvPr/>
        </p:nvSpPr>
        <p:spPr>
          <a:xfrm>
            <a:off x="9787700" y="2113598"/>
            <a:ext cx="7299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‏לעדכון</a:t>
            </a:r>
          </a:p>
        </p:txBody>
      </p:sp>
      <p:sp>
        <p:nvSpPr>
          <p:cNvPr id="23" name="body-1-2-word-2">
            <a:extLst>
              <a:ext uri="{FF2B5EF4-FFF2-40B4-BE49-F238E27FC236}">
                <ns2:creationId id="{C49B4FFF-AF75-42AF-A9B3-8CAFF5F7D18E}"/>
              </a:ext>
            </a:extLst>
          </p:cNvPr>
          <p:cNvSpPr>
            <a:spLocks noGrp="1"/>
          </p:cNvSpPr>
          <p:nvPr/>
        </p:nvSpPr>
        <p:spPr>
          <a:xfrm>
            <a:off x="8983790" y="2113598"/>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24" name="body-2-1-word-0">
            <a:extLst>
              <a:ext uri="{FF2B5EF4-FFF2-40B4-BE49-F238E27FC236}">
                <ns2:creationId id="{7500CA23-8EAC-4683-A58A-16C2F120FD80}"/>
              </a:ext>
            </a:extLst>
          </p:cNvPr>
          <p:cNvSpPr>
            <a:spLocks noGrp="1"/>
          </p:cNvSpPr>
          <p:nvPr/>
        </p:nvSpPr>
        <p:spPr>
          <a:xfrm>
            <a:off x="10665523" y="2655570"/>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25" name="body-2-1-word-1">
            <a:extLst>
              <a:ext uri="{FF2B5EF4-FFF2-40B4-BE49-F238E27FC236}">
                <ns2:creationId id="{8BC2401E-1239-49F9-9069-5B893D85D4B2}"/>
              </a:ext>
            </a:extLst>
          </p:cNvPr>
          <p:cNvSpPr>
            <a:spLocks noGrp="1"/>
          </p:cNvSpPr>
          <p:nvPr/>
        </p:nvSpPr>
        <p:spPr>
          <a:xfrm>
            <a:off x="10030015" y="2655570"/>
            <a:ext cx="5752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‏לגבר</a:t>
            </a:r>
          </a:p>
        </p:txBody>
      </p:sp>
      <p:sp>
        <p:nvSpPr>
          <p:cNvPr id="26" name="body-2-1-word-2">
            <a:extLst>
              <a:ext uri="{FF2B5EF4-FFF2-40B4-BE49-F238E27FC236}">
                <ns2:creationId id="{F12631E1-FCEA-4A1B-9AC5-29F4FB993A89}"/>
              </a:ext>
            </a:extLst>
          </p:cNvPr>
          <p:cNvSpPr>
            <a:spLocks noGrp="1"/>
          </p:cNvSpPr>
          <p:nvPr/>
        </p:nvSpPr>
        <p:spPr>
          <a:xfrm>
            <a:off x="9069705" y="2655570"/>
            <a:ext cx="9000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‏שרשרת</a:t>
            </a:r>
          </a:p>
        </p:txBody>
      </p:sp>
      <p:sp>
        <p:nvSpPr>
          <p:cNvPr id="27" name="body-2-1-word-3">
            <a:extLst>
              <a:ext uri="{FF2B5EF4-FFF2-40B4-BE49-F238E27FC236}">
                <ns2:creationId id="{F80056CE-0D67-4761-A4A7-0408AAEA2ABB}"/>
              </a:ext>
            </a:extLst>
          </p:cNvPr>
          <p:cNvSpPr>
            <a:spLocks noGrp="1"/>
          </p:cNvSpPr>
          <p:nvPr/>
        </p:nvSpPr>
        <p:spPr>
          <a:xfrm>
            <a:off x="8310086" y="2655570"/>
            <a:ext cx="699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‏מתכת</a:t>
            </a:r>
          </a:p>
        </p:txBody>
      </p:sp>
      <p:sp>
        <p:nvSpPr>
          <p:cNvPr id="28" name="body-2-1-word-4">
            <a:extLst>
              <a:ext uri="{FF2B5EF4-FFF2-40B4-BE49-F238E27FC236}">
                <ns2:creationId id="{F4457B91-61C4-4D7C-BC22-D7350028B69D}"/>
              </a:ext>
            </a:extLst>
          </p:cNvPr>
          <p:cNvSpPr>
            <a:spLocks noGrp="1"/>
          </p:cNvSpPr>
          <p:nvPr/>
        </p:nvSpPr>
        <p:spPr>
          <a:xfrm>
            <a:off x="7705630" y="2655570"/>
            <a:ext cx="544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29" name="body-2-1-word-5">
            <a:extLst>
              <a:ext uri="{FF2B5EF4-FFF2-40B4-BE49-F238E27FC236}">
                <ns2:creationId id="{3ADF853B-5C4F-4E17-A2D2-8D75C4B1D1FC}"/>
              </a:ext>
            </a:extLst>
          </p:cNvPr>
          <p:cNvSpPr>
            <a:spLocks noGrp="1"/>
          </p:cNvSpPr>
          <p:nvPr/>
        </p:nvSpPr>
        <p:spPr>
          <a:xfrm>
            <a:off x="6920198" y="2655570"/>
            <a:ext cx="725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‏בקוטר</a:t>
            </a:r>
          </a:p>
        </p:txBody>
      </p:sp>
      <p:sp>
        <p:nvSpPr>
          <p:cNvPr id="30" name="body-2-1-word-6">
            <a:extLst>
              <a:ext uri="{FF2B5EF4-FFF2-40B4-BE49-F238E27FC236}">
                <ns2:creationId id="{DE31E11A-3091-4647-A641-0AE112BF8D13}"/>
              </a:ext>
            </a:extLst>
          </p:cNvPr>
          <p:cNvSpPr>
            <a:spLocks noGrp="1"/>
          </p:cNvSpPr>
          <p:nvPr/>
        </p:nvSpPr>
        <p:spPr>
          <a:xfrm>
            <a:off x="6534817" y="2655570"/>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31" name="body-2-1-word-7">
            <a:extLst>
              <a:ext uri="{FF2B5EF4-FFF2-40B4-BE49-F238E27FC236}">
                <ns2:creationId id="{DAB95C61-C5CA-4C58-88C2-B2E501EA8114}"/>
              </a:ext>
            </a:extLst>
          </p:cNvPr>
          <p:cNvSpPr>
            <a:spLocks noGrp="1"/>
          </p:cNvSpPr>
          <p:nvPr/>
        </p:nvSpPr>
        <p:spPr>
          <a:xfrm>
            <a:off x="6287072" y="2655570"/>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32" name="body-2-1-word-8">
            <a:extLst>
              <a:ext uri="{FF2B5EF4-FFF2-40B4-BE49-F238E27FC236}">
                <ns2:creationId id="{61BF4688-CA30-4FF9-977E-1C398E792C16}"/>
              </a:ext>
            </a:extLst>
          </p:cNvPr>
          <p:cNvSpPr>
            <a:spLocks noGrp="1"/>
          </p:cNvSpPr>
          <p:nvPr/>
        </p:nvSpPr>
        <p:spPr>
          <a:xfrm>
            <a:off x="5735574" y="2655570"/>
            <a:ext cx="4912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a:t>
            </a:r>
          </a:p>
        </p:txBody>
      </p:sp>
      <p:sp>
        <p:nvSpPr>
          <p:cNvPr id="33" name="body-2-1-word-9">
            <a:extLst>
              <a:ext uri="{FF2B5EF4-FFF2-40B4-BE49-F238E27FC236}">
                <ns2:creationId id="{F578D74B-AC60-4735-B1A2-1D5C770CB8A9}"/>
              </a:ext>
            </a:extLst>
          </p:cNvPr>
          <p:cNvSpPr>
            <a:spLocks noGrp="1"/>
          </p:cNvSpPr>
          <p:nvPr/>
        </p:nvSpPr>
        <p:spPr>
          <a:xfrm>
            <a:off x="5049012" y="2655570"/>
            <a:ext cx="6262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‏ותליון</a:t>
            </a:r>
          </a:p>
        </p:txBody>
      </p:sp>
      <p:sp>
        <p:nvSpPr>
          <p:cNvPr id="34" name="body-2-1-word-10">
            <a:extLst>
              <a:ext uri="{FF2B5EF4-FFF2-40B4-BE49-F238E27FC236}">
                <ns2:creationId id="{F3E2022A-9E0A-4579-B16F-9E5B738A8A55}"/>
              </a:ext>
            </a:extLst>
          </p:cNvPr>
          <p:cNvSpPr>
            <a:spLocks noGrp="1"/>
          </p:cNvSpPr>
          <p:nvPr/>
        </p:nvSpPr>
        <p:spPr>
          <a:xfrm>
            <a:off x="4482941" y="2655570"/>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35" name="body-2-1-word-11">
            <a:extLst>
              <a:ext uri="{FF2B5EF4-FFF2-40B4-BE49-F238E27FC236}">
                <ns2:creationId id="{3CEE0E3E-D8F0-44CF-BBBE-3A1C5872D6E0}"/>
              </a:ext>
            </a:extLst>
          </p:cNvPr>
          <p:cNvSpPr>
            <a:spLocks noGrp="1"/>
          </p:cNvSpPr>
          <p:nvPr/>
        </p:nvSpPr>
        <p:spPr>
          <a:xfrm>
            <a:off x="4097560" y="2655570"/>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36" name="body-2-1-word-12">
            <a:extLst>
              <a:ext uri="{FF2B5EF4-FFF2-40B4-BE49-F238E27FC236}">
                <ns2:creationId id="{FDE64B7B-0ED8-433E-8DD4-ACBFA6117B94}"/>
              </a:ext>
            </a:extLst>
          </p:cNvPr>
          <p:cNvSpPr>
            <a:spLocks noGrp="1"/>
          </p:cNvSpPr>
          <p:nvPr/>
        </p:nvSpPr>
        <p:spPr>
          <a:xfrm>
            <a:off x="3849815" y="2655570"/>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37" name="body-2-1-word-13">
            <a:extLst>
              <a:ext uri="{FF2B5EF4-FFF2-40B4-BE49-F238E27FC236}">
                <ns2:creationId id="{0D11DFDF-B863-4176-994F-C28AF8D57B72}"/>
              </a:ext>
            </a:extLst>
          </p:cNvPr>
          <p:cNvSpPr>
            <a:spLocks noGrp="1"/>
          </p:cNvSpPr>
          <p:nvPr/>
        </p:nvSpPr>
        <p:spPr>
          <a:xfrm>
            <a:off x="3226594" y="2655570"/>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38" name="body-2-1-word-14">
            <a:extLst>
              <a:ext uri="{FF2B5EF4-FFF2-40B4-BE49-F238E27FC236}">
                <ns2:creationId id="{6F794210-726E-4324-85CD-C63C39601892}"/>
              </a:ext>
            </a:extLst>
          </p:cNvPr>
          <p:cNvSpPr>
            <a:spLocks noGrp="1"/>
          </p:cNvSpPr>
          <p:nvPr/>
        </p:nvSpPr>
        <p:spPr>
          <a:xfrm>
            <a:off x="2094167" y="2655570"/>
            <a:ext cx="107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‏השרשרת</a:t>
            </a:r>
          </a:p>
        </p:txBody>
      </p:sp>
      <p:sp>
        <p:nvSpPr>
          <p:cNvPr id="39" name="body-2-1-word-15">
            <a:extLst>
              <a:ext uri="{FF2B5EF4-FFF2-40B4-BE49-F238E27FC236}">
                <ns2:creationId id="{82ADE707-49CB-4894-A05A-A38166690B8A}"/>
              </a:ext>
            </a:extLst>
          </p:cNvPr>
          <p:cNvSpPr>
            <a:spLocks noGrp="1"/>
          </p:cNvSpPr>
          <p:nvPr/>
        </p:nvSpPr>
        <p:spPr>
          <a:xfrm>
            <a:off x="1086231" y="2655570"/>
            <a:ext cx="9476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‏מוסתרת</a:t>
            </a:r>
          </a:p>
        </p:txBody>
      </p:sp>
      <p:sp>
        <p:nvSpPr>
          <p:cNvPr id="40" name="body-2-2-word-0">
            <a:extLst>
              <a:ext uri="{FF2B5EF4-FFF2-40B4-BE49-F238E27FC236}">
                <ns2:creationId id="{4A91C716-CF32-4580-8BEE-25D1EC4CA312}"/>
              </a:ext>
            </a:extLst>
          </p:cNvPr>
          <p:cNvSpPr>
            <a:spLocks noGrp="1"/>
          </p:cNvSpPr>
          <p:nvPr/>
        </p:nvSpPr>
        <p:spPr>
          <a:xfrm>
            <a:off x="10710386" y="3007043"/>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41" name="body-2-2-word-1">
            <a:extLst>
              <a:ext uri="{FF2B5EF4-FFF2-40B4-BE49-F238E27FC236}">
                <ns2:creationId id="{1AFC6A0F-0BC3-4EE2-8261-0F537EBA1BE0}"/>
              </a:ext>
            </a:extLst>
          </p:cNvPr>
          <p:cNvSpPr>
            <a:spLocks noGrp="1"/>
          </p:cNvSpPr>
          <p:nvPr/>
        </p:nvSpPr>
        <p:spPr>
          <a:xfrm>
            <a:off x="9727311" y="3007043"/>
            <a:ext cx="9227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‏לחולצה.</a:t>
            </a:r>
          </a:p>
        </p:txBody>
      </p:sp>
      <p:sp>
        <p:nvSpPr>
          <p:cNvPr id="42" name="body-3-1-word-0">
            <a:extLst>
              <a:ext uri="{FF2B5EF4-FFF2-40B4-BE49-F238E27FC236}">
                <ns2:creationId id="{3D9F9174-E777-4629-8FC0-700612CB4F67}"/>
              </a:ext>
            </a:extLst>
          </p:cNvPr>
          <p:cNvSpPr>
            <a:spLocks noGrp="1"/>
          </p:cNvSpPr>
          <p:nvPr/>
        </p:nvSpPr>
        <p:spPr>
          <a:xfrm>
            <a:off x="10764583" y="3549015"/>
            <a:ext cx="6844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‏גברים</a:t>
            </a:r>
          </a:p>
        </p:txBody>
      </p:sp>
      <p:sp>
        <p:nvSpPr>
          <p:cNvPr id="43" name="body-3-1-word-1">
            <a:extLst>
              <a:ext uri="{FF2B5EF4-FFF2-40B4-BE49-F238E27FC236}">
                <ns2:creationId id="{DB6FEE20-125F-436B-8C6B-33B0D0852490}"/>
              </a:ext>
            </a:extLst>
          </p:cNvPr>
          <p:cNvSpPr>
            <a:spLocks noGrp="1"/>
          </p:cNvSpPr>
          <p:nvPr/>
        </p:nvSpPr>
        <p:spPr>
          <a:xfrm>
            <a:off x="10172605" y="3549015"/>
            <a:ext cx="5316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‏אינם</a:t>
            </a:r>
          </a:p>
        </p:txBody>
      </p:sp>
      <p:sp>
        <p:nvSpPr>
          <p:cNvPr id="44" name="body-3-1-word-2">
            <a:extLst>
              <a:ext uri="{FF2B5EF4-FFF2-40B4-BE49-F238E27FC236}">
                <ns2:creationId id="{D4EEA1BF-B428-457A-944A-3208561BBA20}"/>
              </a:ext>
            </a:extLst>
          </p:cNvPr>
          <p:cNvSpPr>
            <a:spLocks noGrp="1"/>
          </p:cNvSpPr>
          <p:nvPr/>
        </p:nvSpPr>
        <p:spPr>
          <a:xfrm>
            <a:off x="9337453" y="3549015"/>
            <a:ext cx="7748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‏רשאים</a:t>
            </a:r>
          </a:p>
        </p:txBody>
      </p:sp>
      <p:sp>
        <p:nvSpPr>
          <p:cNvPr id="45" name="body-3-1-word-3">
            <a:extLst>
              <a:ext uri="{FF2B5EF4-FFF2-40B4-BE49-F238E27FC236}">
                <ns2:creationId id="{18926BAB-9B6B-4D83-ACAA-3421D6CBBCBA}"/>
              </a:ext>
            </a:extLst>
          </p:cNvPr>
          <p:cNvSpPr>
            <a:spLocks noGrp="1"/>
          </p:cNvSpPr>
          <p:nvPr/>
        </p:nvSpPr>
        <p:spPr>
          <a:xfrm>
            <a:off x="8648605" y="3549015"/>
            <a:ext cx="62855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‏לענוד</a:t>
            </a:r>
          </a:p>
        </p:txBody>
      </p:sp>
      <p:sp>
        <p:nvSpPr>
          <p:cNvPr id="46" name="body-3-1-word-4">
            <a:extLst>
              <a:ext uri="{FF2B5EF4-FFF2-40B4-BE49-F238E27FC236}">
                <ns2:creationId id="{FBE6EFE6-AE6A-4DB4-9034-FA5313BFF002}"/>
              </a:ext>
            </a:extLst>
          </p:cNvPr>
          <p:cNvSpPr>
            <a:spLocks noGrp="1"/>
          </p:cNvSpPr>
          <p:nvPr/>
        </p:nvSpPr>
        <p:spPr>
          <a:xfrm>
            <a:off x="7850219" y="3549015"/>
            <a:ext cx="7380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‏עגילים</a:t>
            </a:r>
          </a:p>
        </p:txBody>
      </p:sp>
      <p:sp>
        <p:nvSpPr>
          <p:cNvPr id="47" name="body-3-1-word-5">
            <a:extLst>
              <a:ext uri="{FF2B5EF4-FFF2-40B4-BE49-F238E27FC236}">
                <ns2:creationId id="{7BD829F2-6545-44E3-A2B2-7F4C40DB2226}"/>
              </a:ext>
            </a:extLst>
          </p:cNvPr>
          <p:cNvSpPr>
            <a:spLocks noGrp="1"/>
          </p:cNvSpPr>
          <p:nvPr/>
        </p:nvSpPr>
        <p:spPr>
          <a:xfrm>
            <a:off x="6968585" y="3549015"/>
            <a:ext cx="8213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‏במדים.</a:t>
            </a:r>
          </a:p>
        </p:txBody>
      </p:sp>
      <p:sp>
        <p:nvSpPr>
          <p:cNvPr id="48" name="body-3-1-word-6">
            <a:extLst>
              <a:ext uri="{FF2B5EF4-FFF2-40B4-BE49-F238E27FC236}">
                <ns2:creationId id="{8A045326-2DC3-4089-A8C1-E3CEBABC2700}"/>
              </a:ext>
            </a:extLst>
          </p:cNvPr>
          <p:cNvSpPr>
            <a:spLocks noGrp="1"/>
          </p:cNvSpPr>
          <p:nvPr/>
        </p:nvSpPr>
        <p:spPr>
          <a:xfrm>
            <a:off x="6058281" y="3549015"/>
            <a:ext cx="8500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‏פירסינג</a:t>
            </a:r>
          </a:p>
        </p:txBody>
      </p:sp>
      <p:sp>
        <p:nvSpPr>
          <p:cNvPr id="49" name="body-3-1-word-7">
            <a:extLst>
              <a:ext uri="{FF2B5EF4-FFF2-40B4-BE49-F238E27FC236}">
                <ns2:creationId id="{A72DCD84-394F-46BD-BB29-A012765A72F9}"/>
              </a:ext>
            </a:extLst>
          </p:cNvPr>
          <p:cNvSpPr>
            <a:spLocks noGrp="1"/>
          </p:cNvSpPr>
          <p:nvPr/>
        </p:nvSpPr>
        <p:spPr>
          <a:xfrm>
            <a:off x="5582221" y="3549015"/>
            <a:ext cx="415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‏גלוי</a:t>
            </a:r>
          </a:p>
        </p:txBody>
      </p:sp>
      <p:sp>
        <p:nvSpPr>
          <p:cNvPr id="50" name="body-3-1-word-8">
            <a:extLst>
              <a:ext uri="{FF2B5EF4-FFF2-40B4-BE49-F238E27FC236}">
                <ns2:creationId id="{CF12F909-48B1-4837-B73D-6098A76FAF1C}"/>
              </a:ext>
            </a:extLst>
          </p:cNvPr>
          <p:cNvSpPr>
            <a:spLocks noGrp="1"/>
          </p:cNvSpPr>
          <p:nvPr/>
        </p:nvSpPr>
        <p:spPr>
          <a:xfrm>
            <a:off x="4992148" y="3549015"/>
            <a:ext cx="5297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‏בגוף</a:t>
            </a:r>
          </a:p>
        </p:txBody>
      </p:sp>
      <p:sp>
        <p:nvSpPr>
          <p:cNvPr id="51" name="body-3-1-word-9">
            <a:extLst>
              <a:ext uri="{FF2B5EF4-FFF2-40B4-BE49-F238E27FC236}">
                <ns2:creationId id="{2478C61A-6E46-46C8-9614-1B6D05BE1306}"/>
              </a:ext>
            </a:extLst>
          </p:cNvPr>
          <p:cNvSpPr>
            <a:spLocks noGrp="1"/>
          </p:cNvSpPr>
          <p:nvPr/>
        </p:nvSpPr>
        <p:spPr>
          <a:xfrm>
            <a:off x="4362355" y="3549015"/>
            <a:ext cx="5695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‏אסור</a:t>
            </a:r>
          </a:p>
        </p:txBody>
      </p:sp>
      <p:sp>
        <p:nvSpPr>
          <p:cNvPr id="52" name="body-3-1-word-10">
            <a:extLst>
              <a:ext uri="{FF2B5EF4-FFF2-40B4-BE49-F238E27FC236}">
                <ns2:creationId id="{3F01DA12-8B73-4194-B6B7-2D9DD4D6FAAC}"/>
              </a:ext>
            </a:extLst>
          </p:cNvPr>
          <p:cNvSpPr>
            <a:spLocks noGrp="1"/>
          </p:cNvSpPr>
          <p:nvPr/>
        </p:nvSpPr>
        <p:spPr>
          <a:xfrm>
            <a:off x="3600545" y="3549015"/>
            <a:ext cx="7015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‏לנשים</a:t>
            </a:r>
          </a:p>
        </p:txBody>
      </p:sp>
      <p:sp>
        <p:nvSpPr>
          <p:cNvPr id="53" name="body-3-1-word-11">
            <a:extLst>
              <a:ext uri="{FF2B5EF4-FFF2-40B4-BE49-F238E27FC236}">
                <ns2:creationId id="{2BCFE0DD-2AB1-4BB5-AA63-56F295BE39FD}"/>
              </a:ext>
            </a:extLst>
          </p:cNvPr>
          <p:cNvSpPr>
            <a:spLocks noGrp="1"/>
          </p:cNvSpPr>
          <p:nvPr/>
        </p:nvSpPr>
        <p:spPr>
          <a:xfrm>
            <a:off x="2573655" y="3549015"/>
            <a:ext cx="9665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‏ולגברים,</a:t>
            </a:r>
          </a:p>
        </p:txBody>
      </p:sp>
      <p:sp>
        <p:nvSpPr>
          <p:cNvPr id="54" name="body-3-1-word-12">
            <a:extLst>
              <a:ext uri="{FF2B5EF4-FFF2-40B4-BE49-F238E27FC236}">
                <ns2:creationId id="{1DB184C6-4252-429D-BFC1-586433BD8C37}"/>
              </a:ext>
            </a:extLst>
          </p:cNvPr>
          <p:cNvSpPr>
            <a:spLocks noGrp="1"/>
          </p:cNvSpPr>
          <p:nvPr/>
        </p:nvSpPr>
        <p:spPr>
          <a:xfrm>
            <a:off x="1880616" y="3549015"/>
            <a:ext cx="6327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‏מלבד</a:t>
            </a:r>
          </a:p>
        </p:txBody>
      </p:sp>
      <p:sp>
        <p:nvSpPr>
          <p:cNvPr id="55" name="body-3-1-word-13">
            <a:extLst>
              <a:ext uri="{FF2B5EF4-FFF2-40B4-BE49-F238E27FC236}">
                <ns2:creationId id="{EAC6B277-B927-41C7-8916-E1DEBE42632A}"/>
              </a:ext>
            </a:extLst>
          </p:cNvPr>
          <p:cNvSpPr>
            <a:spLocks noGrp="1"/>
          </p:cNvSpPr>
          <p:nvPr/>
        </p:nvSpPr>
        <p:spPr>
          <a:xfrm>
            <a:off x="910209" y="3549015"/>
            <a:ext cx="9101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‏העגילים</a:t>
            </a:r>
          </a:p>
        </p:txBody>
      </p:sp>
      <p:sp>
        <p:nvSpPr>
          <p:cNvPr id="56" name="body-3-2-word-0">
            <a:extLst>
              <a:ext uri="{FF2B5EF4-FFF2-40B4-BE49-F238E27FC236}">
                <ns2:creationId id="{710E66E8-C6B2-4446-BC71-9C76B46628E1}"/>
              </a:ext>
            </a:extLst>
          </p:cNvPr>
          <p:cNvSpPr>
            <a:spLocks noGrp="1"/>
          </p:cNvSpPr>
          <p:nvPr/>
        </p:nvSpPr>
        <p:spPr>
          <a:xfrm>
            <a:off x="10579989" y="3900488"/>
            <a:ext cx="869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‏שהותרו</a:t>
            </a:r>
          </a:p>
        </p:txBody>
      </p:sp>
      <p:sp>
        <p:nvSpPr>
          <p:cNvPr id="57" name="body-3-2-word-1">
            <a:extLst>
              <a:ext uri="{FF2B5EF4-FFF2-40B4-BE49-F238E27FC236}">
                <ns2:creationId id="{EEAE8B46-4C3D-442E-AA50-FE4D3B1E4FFF}"/>
              </a:ext>
            </a:extLst>
          </p:cNvPr>
          <p:cNvSpPr>
            <a:spLocks noGrp="1"/>
          </p:cNvSpPr>
          <p:nvPr/>
        </p:nvSpPr>
        <p:spPr>
          <a:xfrm>
            <a:off x="9593961" y="3900488"/>
            <a:ext cx="9257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‏במפורש</a:t>
            </a:r>
          </a:p>
        </p:txBody>
      </p:sp>
      <p:sp>
        <p:nvSpPr>
          <p:cNvPr id="58" name="body-3-2-word-2">
            <a:extLst>
              <a:ext uri="{FF2B5EF4-FFF2-40B4-BE49-F238E27FC236}">
                <ns2:creationId id="{F7EA6DDA-6D7C-4B5E-A40C-AE53030EDFFD}"/>
              </a:ext>
            </a:extLst>
          </p:cNvPr>
          <p:cNvSpPr>
            <a:spLocks noGrp="1"/>
          </p:cNvSpPr>
          <p:nvPr/>
        </p:nvSpPr>
        <p:spPr>
          <a:xfrm>
            <a:off x="8752808" y="3900488"/>
            <a:ext cx="7808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‏לנשים.</a:t>
            </a:r>
          </a:p>
        </p:txBody>
      </p:sp>
      <p:sp>
        <p:nvSpPr>
          <p:cNvPr id="59" name="body-4-1-word-0">
            <a:extLst>
              <a:ext uri="{FF2B5EF4-FFF2-40B4-BE49-F238E27FC236}">
                <ns2:creationId id="{89CA3A76-A032-4076-AC8D-F02FD64986C9}"/>
              </a:ext>
            </a:extLst>
          </p:cNvPr>
          <p:cNvSpPr>
            <a:spLocks noGrp="1"/>
          </p:cNvSpPr>
          <p:nvPr/>
        </p:nvSpPr>
        <p:spPr>
          <a:xfrm>
            <a:off x="10913269" y="4442460"/>
            <a:ext cx="5357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‏כיסוי</a:t>
            </a:r>
          </a:p>
        </p:txBody>
      </p:sp>
      <p:sp>
        <p:nvSpPr>
          <p:cNvPr id="60" name="body-4-1-word-1">
            <a:extLst>
              <a:ext uri="{FF2B5EF4-FFF2-40B4-BE49-F238E27FC236}">
                <ns2:creationId id="{E413952C-3C52-4670-AA0C-A8693E7D1D43}"/>
              </a:ext>
            </a:extLst>
          </p:cNvPr>
          <p:cNvSpPr>
            <a:spLocks noGrp="1"/>
          </p:cNvSpPr>
          <p:nvPr/>
        </p:nvSpPr>
        <p:spPr>
          <a:xfrm>
            <a:off x="10002965" y="4442460"/>
            <a:ext cx="8500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‏פירסינג</a:t>
            </a:r>
          </a:p>
        </p:txBody>
      </p:sp>
      <p:sp>
        <p:nvSpPr>
          <p:cNvPr id="61" name="body-4-1-word-2">
            <a:extLst>
              <a:ext uri="{FF2B5EF4-FFF2-40B4-BE49-F238E27FC236}">
                <ns2:creationId id="{0D5CEB08-6748-416B-B865-6C30FA23A0B3}"/>
              </a:ext>
            </a:extLst>
          </p:cNvPr>
          <p:cNvSpPr>
            <a:spLocks noGrp="1"/>
          </p:cNvSpPr>
          <p:nvPr/>
        </p:nvSpPr>
        <p:spPr>
          <a:xfrm>
            <a:off x="8992648" y="4442460"/>
            <a:ext cx="9500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‏בפלסטר</a:t>
            </a:r>
          </a:p>
        </p:txBody>
      </p:sp>
      <p:sp>
        <p:nvSpPr>
          <p:cNvPr id="62" name="body-4-1-word-3">
            <a:extLst>
              <a:ext uri="{FF2B5EF4-FFF2-40B4-BE49-F238E27FC236}">
                <ns2:creationId id="{E17DDB1B-63BF-4060-AEE0-D3618886BB4E}"/>
              </a:ext>
            </a:extLst>
          </p:cNvPr>
          <p:cNvSpPr>
            <a:spLocks noGrp="1"/>
          </p:cNvSpPr>
          <p:nvPr/>
        </p:nvSpPr>
        <p:spPr>
          <a:xfrm>
            <a:off x="8501253" y="4442460"/>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63" name="body-4-1-word-4">
            <a:extLst>
              <a:ext uri="{FF2B5EF4-FFF2-40B4-BE49-F238E27FC236}">
                <ns2:creationId id="{8DED8C82-D8A6-4A12-9C42-1B823DEF495F}"/>
              </a:ext>
            </a:extLst>
          </p:cNvPr>
          <p:cNvSpPr>
            <a:spLocks noGrp="1"/>
          </p:cNvSpPr>
          <p:nvPr/>
        </p:nvSpPr>
        <p:spPr>
          <a:xfrm>
            <a:off x="7868222" y="4442460"/>
            <a:ext cx="5727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‏הופך</a:t>
            </a:r>
          </a:p>
        </p:txBody>
      </p:sp>
      <p:sp>
        <p:nvSpPr>
          <p:cNvPr id="64" name="body-4-1-word-5">
            <a:extLst>
              <a:ext uri="{FF2B5EF4-FFF2-40B4-BE49-F238E27FC236}">
                <ns2:creationId id="{F20DF3EB-C23D-4287-8D70-532F306F1233}"/>
              </a:ext>
            </a:extLst>
          </p:cNvPr>
          <p:cNvSpPr>
            <a:spLocks noGrp="1"/>
          </p:cNvSpPr>
          <p:nvPr/>
        </p:nvSpPr>
        <p:spPr>
          <a:xfrm>
            <a:off x="7434834" y="444246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65" name="body-4-1-word-6">
            <a:extLst>
              <a:ext uri="{FF2B5EF4-FFF2-40B4-BE49-F238E27FC236}">
                <ns2:creationId id="{348E35AD-933B-40D1-A3B1-EAE53927D6E7}"/>
              </a:ext>
            </a:extLst>
          </p:cNvPr>
          <p:cNvSpPr>
            <a:spLocks noGrp="1"/>
          </p:cNvSpPr>
          <p:nvPr/>
        </p:nvSpPr>
        <p:spPr>
          <a:xfrm>
            <a:off x="6624161" y="4442460"/>
            <a:ext cx="750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‏ענידתו</a:t>
            </a:r>
          </a:p>
        </p:txBody>
      </p:sp>
      <p:sp>
        <p:nvSpPr>
          <p:cNvPr id="66" name="body-4-1-word-7">
            <a:extLst>
              <a:ext uri="{FF2B5EF4-FFF2-40B4-BE49-F238E27FC236}">
                <ns2:creationId id="{A892E8DB-C969-4401-8D00-3A4D79538990}"/>
              </a:ext>
            </a:extLst>
          </p:cNvPr>
          <p:cNvSpPr>
            <a:spLocks noGrp="1"/>
          </p:cNvSpPr>
          <p:nvPr/>
        </p:nvSpPr>
        <p:spPr>
          <a:xfrm>
            <a:off x="5639657" y="4442460"/>
            <a:ext cx="9242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‏לתקינה.</a:t>
            </a:r>
          </a:p>
        </p:txBody>
      </p:sp>
      <p:sp>
        <p:nvSpPr>
          <p:cNvPr id="67" name="body-4-1-word-8">
            <a:extLst>
              <a:ext uri="{FF2B5EF4-FFF2-40B4-BE49-F238E27FC236}">
                <ns2:creationId id="{8E535B4E-EA36-4C4C-903C-1136C6A35E0C}"/>
              </a:ext>
            </a:extLst>
          </p:cNvPr>
          <p:cNvSpPr>
            <a:spLocks noGrp="1"/>
          </p:cNvSpPr>
          <p:nvPr/>
        </p:nvSpPr>
        <p:spPr>
          <a:xfrm>
            <a:off x="4830318" y="4442460"/>
            <a:ext cx="7490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‏דסקית</a:t>
            </a:r>
          </a:p>
        </p:txBody>
      </p:sp>
      <p:sp>
        <p:nvSpPr>
          <p:cNvPr id="68" name="body-4-1-word-9">
            <a:extLst>
              <a:ext uri="{FF2B5EF4-FFF2-40B4-BE49-F238E27FC236}">
                <ns2:creationId id="{F062E2A4-DDDE-4052-AC2F-C18E4516D27C}"/>
              </a:ext>
            </a:extLst>
          </p:cNvPr>
          <p:cNvSpPr>
            <a:spLocks noGrp="1"/>
          </p:cNvSpPr>
          <p:nvPr/>
        </p:nvSpPr>
        <p:spPr>
          <a:xfrm>
            <a:off x="4076700" y="4442460"/>
            <a:ext cx="693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‏הזיהוי</a:t>
            </a:r>
          </a:p>
        </p:txBody>
      </p:sp>
      <p:sp>
        <p:nvSpPr>
          <p:cNvPr id="69" name="body-4-1-word-10">
            <a:extLst>
              <a:ext uri="{FF2B5EF4-FFF2-40B4-BE49-F238E27FC236}">
                <ns2:creationId id="{F18D174B-330A-48BD-8DF8-2C6188DCF67C}"/>
              </a:ext>
            </a:extLst>
          </p:cNvPr>
          <p:cNvSpPr>
            <a:spLocks noGrp="1"/>
          </p:cNvSpPr>
          <p:nvPr/>
        </p:nvSpPr>
        <p:spPr>
          <a:xfrm>
            <a:off x="3068765" y="4442460"/>
            <a:ext cx="9476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‏מוסתרת</a:t>
            </a:r>
          </a:p>
        </p:txBody>
      </p:sp>
      <p:sp>
        <p:nvSpPr>
          <p:cNvPr id="70" name="body-4-1-word-11">
            <a:extLst>
              <a:ext uri="{FF2B5EF4-FFF2-40B4-BE49-F238E27FC236}">
                <ns2:creationId id="{99543D51-E2AE-4D87-9A58-568AB1A735D7}"/>
              </a:ext>
            </a:extLst>
          </p:cNvPr>
          <p:cNvSpPr>
            <a:spLocks noGrp="1"/>
          </p:cNvSpPr>
          <p:nvPr/>
        </p:nvSpPr>
        <p:spPr>
          <a:xfrm>
            <a:off x="2063115" y="4442460"/>
            <a:ext cx="9453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‏בחולצה,</a:t>
            </a:r>
          </a:p>
        </p:txBody>
      </p:sp>
      <p:sp>
        <p:nvSpPr>
          <p:cNvPr id="71" name="body-4-1-word-12">
            <a:extLst>
              <a:ext uri="{FF2B5EF4-FFF2-40B4-BE49-F238E27FC236}">
                <ns2:creationId id="{C2160543-C9D9-44FB-8636-DB44D5A3C592}"/>
              </a:ext>
            </a:extLst>
          </p:cNvPr>
          <p:cNvSpPr>
            <a:spLocks noGrp="1"/>
          </p:cNvSpPr>
          <p:nvPr/>
        </p:nvSpPr>
        <p:spPr>
          <a:xfrm>
            <a:off x="1602010" y="4442460"/>
            <a:ext cx="4008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‏ואין</a:t>
            </a:r>
          </a:p>
        </p:txBody>
      </p:sp>
      <p:sp>
        <p:nvSpPr>
          <p:cNvPr id="72" name="body-4-1-word-13">
            <a:extLst>
              <a:ext uri="{FF2B5EF4-FFF2-40B4-BE49-F238E27FC236}">
                <ns2:creationId id="{8A979E2D-F770-4DDD-8E63-BACA6C9CB8AF}"/>
              </a:ext>
            </a:extLst>
          </p:cNvPr>
          <p:cNvSpPr>
            <a:spLocks noGrp="1"/>
          </p:cNvSpPr>
          <p:nvPr/>
        </p:nvSpPr>
        <p:spPr>
          <a:xfrm>
            <a:off x="887635" y="4442460"/>
            <a:ext cx="6540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‏להציג</a:t>
            </a:r>
          </a:p>
        </p:txBody>
      </p:sp>
      <p:sp>
        <p:nvSpPr>
          <p:cNvPr id="73" name="body-4-2-word-0">
            <a:extLst>
              <a:ext uri="{FF2B5EF4-FFF2-40B4-BE49-F238E27FC236}">
                <ns2:creationId id="{86FDB58C-CFAC-4B02-9CBD-42B77D6ADB78}"/>
              </a:ext>
            </a:extLst>
          </p:cNvPr>
          <p:cNvSpPr>
            <a:spLocks noGrp="1"/>
          </p:cNvSpPr>
          <p:nvPr/>
        </p:nvSpPr>
        <p:spPr>
          <a:xfrm>
            <a:off x="10833449" y="4793933"/>
            <a:ext cx="6156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‏אותה</a:t>
            </a:r>
          </a:p>
        </p:txBody>
      </p:sp>
      <p:sp>
        <p:nvSpPr>
          <p:cNvPr id="74" name="body-4-2-word-1">
            <a:extLst>
              <a:ext uri="{FF2B5EF4-FFF2-40B4-BE49-F238E27FC236}">
                <ns2:creationId id="{CB8EB4F5-2556-4CE4-BE61-18137B569347}"/>
              </a:ext>
            </a:extLst>
          </p:cNvPr>
          <p:cNvSpPr>
            <a:spLocks noGrp="1"/>
          </p:cNvSpPr>
          <p:nvPr/>
        </p:nvSpPr>
        <p:spPr>
          <a:xfrm>
            <a:off x="9780746" y="4793933"/>
            <a:ext cx="9924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‏כתכשיט.</a:t>
            </a:r>
          </a:p>
        </p:txBody>
      </p:sp>
      <p:sp>
        <p:nvSpPr>
          <p:cNvPr id="75" name="sources-word-0">
            <a:extLst>
              <a:ext uri="{FF2B5EF4-FFF2-40B4-BE49-F238E27FC236}">
                <ns2:creationId id="{B31EFF41-612B-47ED-A1BA-F29E78CD26ED}"/>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6" name="sources-word-1">
            <a:extLst>
              <a:ext uri="{FF2B5EF4-FFF2-40B4-BE49-F238E27FC236}">
                <ns2:creationId id="{23AC525E-8AF3-41BC-878B-00EEBF3DC81D}"/>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7" name="sources-word-2">
            <a:extLst>
              <a:ext uri="{FF2B5EF4-FFF2-40B4-BE49-F238E27FC236}">
                <ns2:creationId id="{282A903B-B900-41DE-B96C-CC3F20018AF4}"/>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8" name="sources-word-3">
            <a:extLst>
              <a:ext uri="{FF2B5EF4-FFF2-40B4-BE49-F238E27FC236}">
                <ns2:creationId id="{D5D6B666-93A1-43A6-8503-BA4E5448D700}"/>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9" name="sources-word-4">
            <a:extLst>
              <a:ext uri="{FF2B5EF4-FFF2-40B4-BE49-F238E27FC236}">
                <ns2:creationId id="{14914C53-678F-4D35-972F-C04498889187}"/>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0" name="sources-word-5">
            <a:extLst>
              <a:ext uri="{FF2B5EF4-FFF2-40B4-BE49-F238E27FC236}">
                <ns2:creationId id="{F89A5596-9E9D-48AE-B0DB-28477E38C5D8}"/>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1" name="sources-word-6">
            <a:extLst>
              <a:ext uri="{FF2B5EF4-FFF2-40B4-BE49-F238E27FC236}">
                <ns2:creationId id="{9E156276-0C9E-4B8D-B57C-4374BFDA000F}"/>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2" name="page">
            <a:extLst>
              <a:ext uri="{FF2B5EF4-FFF2-40B4-BE49-F238E27FC236}">
                <ns2:creationId id="{44D74F89-FD6D-47A3-9996-4A901342D848}"/>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16 / 35</a:t>
            </a:r>
          </a:p>
        </p:txBody>
      </p:sp>
      <p:sp>
        <p:nvSpPr>
          <p:cNvPr id="83" name="timing-word-0">
            <a:extLst>
              <a:ext uri="{FF2B5EF4-FFF2-40B4-BE49-F238E27FC236}">
                <ns2:creationId id="{D67189AF-B608-47E1-A467-36FDEFDCA1C7}"/>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‏13:15</a:t>
            </a:r>
          </a:p>
        </p:txBody>
      </p:sp>
      <p:sp>
        <p:nvSpPr>
          <p:cNvPr id="84" name="timing-word-1">
            <a:extLst>
              <a:ext uri="{FF2B5EF4-FFF2-40B4-BE49-F238E27FC236}">
                <ns2:creationId id="{23EBE004-798C-48BC-A738-06F63D7B53C8}"/>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5" name="timing-word-2">
            <a:extLst>
              <a:ext uri="{FF2B5EF4-FFF2-40B4-BE49-F238E27FC236}">
                <ns2:creationId id="{9DCC58C9-3656-4758-BC6C-21C7310C7A92}"/>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‏14:00</a:t>
            </a:r>
          </a:p>
        </p:txBody>
      </p:sp>
      <p:sp>
        <p:nvSpPr>
          <p:cNvPr id="86" name="timing-word-3">
            <a:extLst>
              <a:ext uri="{FF2B5EF4-FFF2-40B4-BE49-F238E27FC236}">
                <ns2:creationId id="{B453F77B-9297-45C9-B44F-175993DD3B0F}"/>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87" name="timing-word-4">
            <a:extLst>
              <a:ext uri="{FF2B5EF4-FFF2-40B4-BE49-F238E27FC236}">
                <ns2:creationId id="{219D7888-D61A-40A9-9946-926D6FD6E9F7}"/>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728810539"/>
      </p:ext>
    </p:extLst>
  </p:cSld>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74" name="title-word-0">
            <a:extLst>
              <a:ext uri="{FF2B5EF4-FFF2-40B4-BE49-F238E27FC236}">
                <ns2:creationId id="{CB1B58CB-6F78-4F93-9B9E-DD50F6CBF4F5}"/>
              </a:ext>
            </a:extLst>
          </p:cNvPr>
          <p:cNvSpPr>
            <a:spLocks noGrp="1"/>
          </p:cNvSpPr>
          <p:nvPr/>
        </p:nvSpPr>
        <p:spPr>
          <a:xfrm>
            <a:off x="10549319" y="571500"/>
            <a:ext cx="8997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‏חובה</a:t>
            </a:r>
          </a:p>
        </p:txBody>
      </p:sp>
      <p:sp>
        <p:nvSpPr>
          <p:cNvPr id="2" name="title-word-1">
            <a:extLst>
              <a:ext uri="{FF2B5EF4-FFF2-40B4-BE49-F238E27FC236}">
                <ns2:creationId id="{2CA90148-0DB2-467A-B7FF-5B0634BC6533}"/>
              </a:ext>
            </a:extLst>
          </p:cNvPr>
          <p:cNvSpPr>
            <a:spLocks noGrp="1"/>
          </p:cNvSpPr>
          <p:nvPr/>
        </p:nvSpPr>
        <p:spPr>
          <a:xfrm>
            <a:off x="9460325" y="571500"/>
            <a:ext cx="99164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‏וקבע:</a:t>
            </a:r>
          </a:p>
        </p:txBody>
      </p:sp>
      <p:sp>
        <p:nvSpPr>
          <p:cNvPr id="3" name="title-word-2">
            <a:extLst>
              <a:ext uri="{FF2B5EF4-FFF2-40B4-BE49-F238E27FC236}">
                <ns2:creationId id="{082E2ABC-BFFC-48FD-9A61-86E575D9E230}"/>
              </a:ext>
            </a:extLst>
          </p:cNvPr>
          <p:cNvSpPr>
            <a:spLocks noGrp="1"/>
          </p:cNvSpPr>
          <p:nvPr/>
        </p:nvSpPr>
        <p:spPr>
          <a:xfrm>
            <a:off x="7769543" y="571500"/>
            <a:ext cx="159343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‏ההבדלים</a:t>
            </a:r>
          </a:p>
        </p:txBody>
      </p:sp>
      <p:sp>
        <p:nvSpPr>
          <p:cNvPr id="4" name="title-word-3">
            <a:extLst>
              <a:ext uri="{FF2B5EF4-FFF2-40B4-BE49-F238E27FC236}">
                <ns2:creationId id="{F20C1C9E-DA6E-4F37-A55D-888FA2EAF418}"/>
              </a:ext>
            </a:extLst>
          </p:cNvPr>
          <p:cNvSpPr>
            <a:spLocks noGrp="1"/>
          </p:cNvSpPr>
          <p:nvPr/>
        </p:nvSpPr>
        <p:spPr>
          <a:xfrm>
            <a:off x="6604064" y="571500"/>
            <a:ext cx="106813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‏לנשים</a:t>
            </a:r>
          </a:p>
        </p:txBody>
      </p:sp>
      <p:sp>
        <p:nvSpPr>
          <p:cNvPr id="5" name="compare-0-0-word-0">
            <a:extLst>
              <a:ext uri="{FF2B5EF4-FFF2-40B4-BE49-F238E27FC236}">
                <ns2:creationId id="{CA1F2D89-E443-4EC5-8309-54962109F5B2}"/>
              </a:ext>
            </a:extLst>
          </p:cNvPr>
          <p:cNvSpPr>
            <a:spLocks noGrp="1"/>
          </p:cNvSpPr>
          <p:nvPr/>
        </p:nvSpPr>
        <p:spPr>
          <a:xfrm>
            <a:off x="10792777" y="1762125"/>
            <a:ext cx="65627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‏איסוף</a:t>
            </a:r>
          </a:p>
        </p:txBody>
      </p:sp>
      <p:sp>
        <p:nvSpPr>
          <p:cNvPr id="6" name="compare-0-0-word-1">
            <a:extLst>
              <a:ext uri="{FF2B5EF4-FFF2-40B4-BE49-F238E27FC236}">
                <ns2:creationId id="{6908D9B0-2972-471E-AF33-6BC234F52F5C}"/>
              </a:ext>
            </a:extLst>
          </p:cNvPr>
          <p:cNvSpPr>
            <a:spLocks noGrp="1"/>
          </p:cNvSpPr>
          <p:nvPr/>
        </p:nvSpPr>
        <p:spPr>
          <a:xfrm>
            <a:off x="10058876" y="1762125"/>
            <a:ext cx="67360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‏שיער:</a:t>
            </a:r>
          </a:p>
        </p:txBody>
      </p:sp>
      <p:sp>
        <p:nvSpPr>
          <p:cNvPr id="7" name="compare-0-0-word-2">
            <a:extLst>
              <a:ext uri="{FF2B5EF4-FFF2-40B4-BE49-F238E27FC236}">
                <ns2:creationId id="{D6800F9B-0B63-4A90-8859-AE0C994A53B7}"/>
              </a:ext>
            </a:extLst>
          </p:cNvPr>
          <p:cNvSpPr>
            <a:spLocks noGrp="1"/>
          </p:cNvSpPr>
          <p:nvPr/>
        </p:nvSpPr>
        <p:spPr>
          <a:xfrm>
            <a:off x="9246679" y="1762125"/>
            <a:ext cx="751904"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8" name="compare-0-0-word-3">
            <a:extLst>
              <a:ext uri="{FF2B5EF4-FFF2-40B4-BE49-F238E27FC236}">
                <ns2:creationId id="{0DBFD702-91CF-46D2-B285-355E8D3690D8}"/>
              </a:ext>
            </a:extLst>
          </p:cNvPr>
          <p:cNvSpPr>
            <a:spLocks noGrp="1"/>
          </p:cNvSpPr>
          <p:nvPr/>
        </p:nvSpPr>
        <p:spPr>
          <a:xfrm>
            <a:off x="8758523" y="1762125"/>
            <a:ext cx="42786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‏מקו</a:t>
            </a:r>
          </a:p>
        </p:txBody>
      </p:sp>
      <p:sp>
        <p:nvSpPr>
          <p:cNvPr id="9" name="compare-0-0-word-4">
            <a:extLst>
              <a:ext uri="{FF2B5EF4-FFF2-40B4-BE49-F238E27FC236}">
                <ns2:creationId id="{6DE488F7-FC4A-4344-B257-BDFA5743DCB4}"/>
              </a:ext>
            </a:extLst>
          </p:cNvPr>
          <p:cNvSpPr>
            <a:spLocks noGrp="1"/>
          </p:cNvSpPr>
          <p:nvPr/>
        </p:nvSpPr>
        <p:spPr>
          <a:xfrm>
            <a:off x="7693247" y="1762125"/>
            <a:ext cx="100498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‏הצווארון.</a:t>
            </a:r>
          </a:p>
        </p:txBody>
      </p:sp>
      <p:sp>
        <p:nvSpPr>
          <p:cNvPr id="10" name="compare-0-0-word-5">
            <a:extLst>
              <a:ext uri="{FF2B5EF4-FFF2-40B4-BE49-F238E27FC236}">
                <ns2:creationId id="{2828179F-8A7D-40C5-A4ED-8BA6C2440E0F}"/>
              </a:ext>
            </a:extLst>
          </p:cNvPr>
          <p:cNvSpPr>
            <a:spLocks noGrp="1"/>
          </p:cNvSpPr>
          <p:nvPr/>
        </p:nvSpPr>
        <p:spPr>
          <a:xfrm>
            <a:off x="6986302" y="1762125"/>
            <a:ext cx="646652"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11" name="compare-0-0-word-6">
            <a:extLst>
              <a:ext uri="{FF2B5EF4-FFF2-40B4-BE49-F238E27FC236}">
                <ns2:creationId id="{91E5BE14-CF83-4E89-8D47-454E365FFFB7}"/>
              </a:ext>
            </a:extLst>
          </p:cNvPr>
          <p:cNvSpPr>
            <a:spLocks noGrp="1"/>
          </p:cNvSpPr>
          <p:nvPr/>
        </p:nvSpPr>
        <p:spPr>
          <a:xfrm>
            <a:off x="6498145" y="1762125"/>
            <a:ext cx="42786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‏מקו</a:t>
            </a:r>
          </a:p>
        </p:txBody>
      </p:sp>
      <p:sp>
        <p:nvSpPr>
          <p:cNvPr id="12" name="compare-0-0-word-7">
            <a:extLst>
              <a:ext uri="{FF2B5EF4-FFF2-40B4-BE49-F238E27FC236}">
                <ns2:creationId id="{DFADF9DF-04FF-48BF-B478-A4CE3FCDBB51}"/>
              </a:ext>
            </a:extLst>
          </p:cNvPr>
          <p:cNvSpPr>
            <a:spLocks noGrp="1"/>
          </p:cNvSpPr>
          <p:nvPr/>
        </p:nvSpPr>
        <p:spPr>
          <a:xfrm>
            <a:off x="5441252" y="1762125"/>
            <a:ext cx="996601"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‏הכותפות</a:t>
            </a:r>
          </a:p>
        </p:txBody>
      </p:sp>
      <p:sp>
        <p:nvSpPr>
          <p:cNvPr id="13" name="compare-0-0-word-8">
            <a:extLst>
              <a:ext uri="{FF2B5EF4-FFF2-40B4-BE49-F238E27FC236}">
                <ns2:creationId id="{470DD0C2-61E8-47DB-B3D6-54A0B63971D1}"/>
              </a:ext>
            </a:extLst>
          </p:cNvPr>
          <p:cNvSpPr>
            <a:spLocks noGrp="1"/>
          </p:cNvSpPr>
          <p:nvPr/>
        </p:nvSpPr>
        <p:spPr>
          <a:xfrm>
            <a:off x="5121021" y="1762125"/>
            <a:ext cx="25993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4" name="compare-0-0-word-9">
            <a:extLst>
              <a:ext uri="{FF2B5EF4-FFF2-40B4-BE49-F238E27FC236}">
                <ns2:creationId id="{CA9561AB-35DD-445A-A001-D5BED2251F16}"/>
              </a:ext>
            </a:extLst>
          </p:cNvPr>
          <p:cNvSpPr>
            <a:spLocks noGrp="1"/>
          </p:cNvSpPr>
          <p:nvPr/>
        </p:nvSpPr>
        <p:spPr>
          <a:xfrm>
            <a:off x="3964400" y="1762125"/>
            <a:ext cx="109632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‏כשהשיער</a:t>
            </a:r>
          </a:p>
        </p:txBody>
      </p:sp>
      <p:sp>
        <p:nvSpPr>
          <p:cNvPr id="15" name="compare-0-0-word-10">
            <a:extLst>
              <a:ext uri="{FF2B5EF4-FFF2-40B4-BE49-F238E27FC236}">
                <ns2:creationId id="{DBA602CD-E219-41CC-9CD9-91203EB7FD6A}"/>
              </a:ext>
            </a:extLst>
          </p:cNvPr>
          <p:cNvSpPr>
            <a:spLocks noGrp="1"/>
          </p:cNvSpPr>
          <p:nvPr/>
        </p:nvSpPr>
        <p:spPr>
          <a:xfrm>
            <a:off x="3354705" y="1762125"/>
            <a:ext cx="549402"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‏נשען</a:t>
            </a:r>
          </a:p>
        </p:txBody>
      </p:sp>
      <p:sp>
        <p:nvSpPr>
          <p:cNvPr id="16" name="compare-0-0-word-11">
            <a:extLst>
              <a:ext uri="{FF2B5EF4-FFF2-40B4-BE49-F238E27FC236}">
                <ns2:creationId id="{7900745C-B2AB-47EE-8FF9-5A4DBA60C5EB}"/>
              </a:ext>
            </a:extLst>
          </p:cNvPr>
          <p:cNvSpPr>
            <a:spLocks noGrp="1"/>
          </p:cNvSpPr>
          <p:nvPr/>
        </p:nvSpPr>
        <p:spPr>
          <a:xfrm>
            <a:off x="2761964" y="1762125"/>
            <a:ext cx="53244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‏עליו.</a:t>
            </a:r>
          </a:p>
        </p:txBody>
      </p:sp>
      <p:sp>
        <p:nvSpPr>
          <p:cNvPr id="17" name="compare-1-0-word-0">
            <a:extLst>
              <a:ext uri="{FF2B5EF4-FFF2-40B4-BE49-F238E27FC236}">
                <ns2:creationId id="{236853B0-2CBD-4491-AE36-8DD7085A47F6}"/>
              </a:ext>
            </a:extLst>
          </p:cNvPr>
          <p:cNvSpPr>
            <a:spLocks noGrp="1"/>
          </p:cNvSpPr>
          <p:nvPr/>
        </p:nvSpPr>
        <p:spPr>
          <a:xfrm>
            <a:off x="10631615" y="2352675"/>
            <a:ext cx="817435"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‏עגילים:</a:t>
            </a:r>
          </a:p>
        </p:txBody>
      </p:sp>
      <p:sp>
        <p:nvSpPr>
          <p:cNvPr id="18" name="compare-1-0-word-1">
            <a:extLst>
              <a:ext uri="{FF2B5EF4-FFF2-40B4-BE49-F238E27FC236}">
                <ns2:creationId id="{ED2A430B-67A4-4048-869F-8B2712CB4E2A}"/>
              </a:ext>
            </a:extLst>
          </p:cNvPr>
          <p:cNvSpPr>
            <a:spLocks noGrp="1"/>
          </p:cNvSpPr>
          <p:nvPr/>
        </p:nvSpPr>
        <p:spPr>
          <a:xfrm>
            <a:off x="9819418" y="2352675"/>
            <a:ext cx="751904"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19" name="compare-1-0-word-2">
            <a:extLst>
              <a:ext uri="{FF2B5EF4-FFF2-40B4-BE49-F238E27FC236}">
                <ns2:creationId id="{910FF93A-B256-44F3-8F01-5797C30A17DA}"/>
              </a:ext>
            </a:extLst>
          </p:cNvPr>
          <p:cNvSpPr>
            <a:spLocks noGrp="1"/>
          </p:cNvSpPr>
          <p:nvPr/>
        </p:nvSpPr>
        <p:spPr>
          <a:xfrm>
            <a:off x="9436894" y="2352675"/>
            <a:ext cx="322231"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a:t>
            </a:r>
          </a:p>
        </p:txBody>
      </p:sp>
      <p:sp>
        <p:nvSpPr>
          <p:cNvPr id="20" name="compare-1-0-word-3">
            <a:extLst>
              <a:ext uri="{FF2B5EF4-FFF2-40B4-BE49-F238E27FC236}">
                <ns2:creationId id="{9015658A-3D5B-4C97-BCEA-95FB4AD81CAA}"/>
              </a:ext>
            </a:extLst>
          </p:cNvPr>
          <p:cNvSpPr>
            <a:spLocks noGrp="1"/>
          </p:cNvSpPr>
          <p:nvPr/>
        </p:nvSpPr>
        <p:spPr>
          <a:xfrm>
            <a:off x="8823865" y="2352675"/>
            <a:ext cx="552736"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a:t>
            </a:r>
          </a:p>
        </p:txBody>
      </p:sp>
      <p:sp>
        <p:nvSpPr>
          <p:cNvPr id="21" name="compare-1-0-word-4">
            <a:extLst>
              <a:ext uri="{FF2B5EF4-FFF2-40B4-BE49-F238E27FC236}">
                <ns2:creationId id="{F6F6E4B9-B841-4572-AFEC-9B124FBBE76D}"/>
              </a:ext>
            </a:extLst>
          </p:cNvPr>
          <p:cNvSpPr>
            <a:spLocks noGrp="1"/>
          </p:cNvSpPr>
          <p:nvPr/>
        </p:nvSpPr>
        <p:spPr>
          <a:xfrm>
            <a:off x="8178451" y="2352675"/>
            <a:ext cx="585121"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22" name="compare-1-0-word-5">
            <a:extLst>
              <a:ext uri="{FF2B5EF4-FFF2-40B4-BE49-F238E27FC236}">
                <ns2:creationId id="{C9D4F562-82B0-44FE-877D-4308179789EF}"/>
              </a:ext>
            </a:extLst>
          </p:cNvPr>
          <p:cNvSpPr>
            <a:spLocks noGrp="1"/>
          </p:cNvSpPr>
          <p:nvPr/>
        </p:nvSpPr>
        <p:spPr>
          <a:xfrm>
            <a:off x="7471505" y="2352675"/>
            <a:ext cx="646652"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23" name="compare-1-0-word-6">
            <a:extLst>
              <a:ext uri="{FF2B5EF4-FFF2-40B4-BE49-F238E27FC236}">
                <ns2:creationId id="{0B65E756-96CC-4F34-AE75-7358D8BA8FEB}"/>
              </a:ext>
            </a:extLst>
          </p:cNvPr>
          <p:cNvSpPr>
            <a:spLocks noGrp="1"/>
          </p:cNvSpPr>
          <p:nvPr/>
        </p:nvSpPr>
        <p:spPr>
          <a:xfrm>
            <a:off x="7086124" y="2352675"/>
            <a:ext cx="32508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24" name="compare-1-0-word-7">
            <a:extLst>
              <a:ext uri="{FF2B5EF4-FFF2-40B4-BE49-F238E27FC236}">
                <ns2:creationId id="{E3497CE2-69A3-41B8-9EF6-CFED29BB69C9}"/>
              </a:ext>
            </a:extLst>
          </p:cNvPr>
          <p:cNvSpPr>
            <a:spLocks noGrp="1"/>
          </p:cNvSpPr>
          <p:nvPr/>
        </p:nvSpPr>
        <p:spPr>
          <a:xfrm>
            <a:off x="6627686" y="2352675"/>
            <a:ext cx="398145"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a:t>
            </a:r>
          </a:p>
        </p:txBody>
      </p:sp>
      <p:sp>
        <p:nvSpPr>
          <p:cNvPr id="25" name="compare-1-0-word-8">
            <a:extLst>
              <a:ext uri="{FF2B5EF4-FFF2-40B4-BE49-F238E27FC236}">
                <ns2:creationId id="{E3FBD735-4122-4151-9FF6-25CA890DEDE9}"/>
              </a:ext>
            </a:extLst>
          </p:cNvPr>
          <p:cNvSpPr>
            <a:spLocks noGrp="1"/>
          </p:cNvSpPr>
          <p:nvPr/>
        </p:nvSpPr>
        <p:spPr>
          <a:xfrm>
            <a:off x="5991035" y="2352675"/>
            <a:ext cx="57635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‏זוגות</a:t>
            </a:r>
          </a:p>
        </p:txBody>
      </p:sp>
      <p:sp>
        <p:nvSpPr>
          <p:cNvPr id="26" name="compare-1-0-word-9">
            <a:extLst>
              <a:ext uri="{FF2B5EF4-FFF2-40B4-BE49-F238E27FC236}">
                <ns2:creationId id="{195CB7BC-7D46-448F-8AAD-938C2A7E26A3}"/>
              </a:ext>
            </a:extLst>
          </p:cNvPr>
          <p:cNvSpPr>
            <a:spLocks noGrp="1"/>
          </p:cNvSpPr>
          <p:nvPr/>
        </p:nvSpPr>
        <p:spPr>
          <a:xfrm>
            <a:off x="5136452" y="2352675"/>
            <a:ext cx="794290"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‏צמודים</a:t>
            </a:r>
          </a:p>
        </p:txBody>
      </p:sp>
      <p:sp>
        <p:nvSpPr>
          <p:cNvPr id="27" name="compare-1-0-word-10">
            <a:extLst>
              <a:ext uri="{FF2B5EF4-FFF2-40B4-BE49-F238E27FC236}">
                <ns2:creationId id="{46B68C87-CAAD-41C9-825A-B44C254C2B30}"/>
              </a:ext>
            </a:extLst>
          </p:cNvPr>
          <p:cNvSpPr>
            <a:spLocks noGrp="1"/>
          </p:cNvSpPr>
          <p:nvPr/>
        </p:nvSpPr>
        <p:spPr>
          <a:xfrm>
            <a:off x="4688681" y="2352675"/>
            <a:ext cx="38747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28" name="compare-1-0-word-11">
            <a:extLst>
              <a:ext uri="{FF2B5EF4-FFF2-40B4-BE49-F238E27FC236}">
                <ns2:creationId id="{43A26A1E-961F-4768-9EC2-F4916E14C9C1}"/>
              </a:ext>
            </a:extLst>
          </p:cNvPr>
          <p:cNvSpPr>
            <a:spLocks noGrp="1"/>
          </p:cNvSpPr>
          <p:nvPr/>
        </p:nvSpPr>
        <p:spPr>
          <a:xfrm>
            <a:off x="4030694" y="2352675"/>
            <a:ext cx="597694"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29" name="compare-1-0-word-12">
            <a:extLst>
              <a:ext uri="{FF2B5EF4-FFF2-40B4-BE49-F238E27FC236}">
                <ns2:creationId id="{55961604-A479-447B-BA23-7CAF6AE907B2}"/>
              </a:ext>
            </a:extLst>
          </p:cNvPr>
          <p:cNvSpPr>
            <a:spLocks noGrp="1"/>
          </p:cNvSpPr>
          <p:nvPr/>
        </p:nvSpPr>
        <p:spPr>
          <a:xfrm>
            <a:off x="3226784" y="2352675"/>
            <a:ext cx="74361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30" name="compare-2-0-word-0">
            <a:extLst>
              <a:ext uri="{FF2B5EF4-FFF2-40B4-BE49-F238E27FC236}">
                <ns2:creationId id="{74DCFEDF-4B13-431C-AC04-2B9D1F04F591}"/>
              </a:ext>
            </a:extLst>
          </p:cNvPr>
          <p:cNvSpPr>
            <a:spLocks noGrp="1"/>
          </p:cNvSpPr>
          <p:nvPr/>
        </p:nvSpPr>
        <p:spPr>
          <a:xfrm>
            <a:off x="11051667" y="2943225"/>
            <a:ext cx="39738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a:t>
            </a:r>
          </a:p>
        </p:txBody>
      </p:sp>
      <p:sp>
        <p:nvSpPr>
          <p:cNvPr id="31" name="compare-2-0-word-1">
            <a:extLst>
              <a:ext uri="{FF2B5EF4-FFF2-40B4-BE49-F238E27FC236}">
                <ns2:creationId id="{CDF19512-F071-4F4D-9905-64B0BCF75F05}"/>
              </a:ext>
            </a:extLst>
          </p:cNvPr>
          <p:cNvSpPr>
            <a:spLocks noGrp="1"/>
          </p:cNvSpPr>
          <p:nvPr/>
        </p:nvSpPr>
        <p:spPr>
          <a:xfrm>
            <a:off x="10239470" y="2943225"/>
            <a:ext cx="751904"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32" name="compare-2-0-word-2">
            <a:extLst>
              <a:ext uri="{FF2B5EF4-FFF2-40B4-BE49-F238E27FC236}">
                <ns2:creationId id="{E3D96454-5F0B-451D-9149-0D60C360963B}"/>
              </a:ext>
            </a:extLst>
          </p:cNvPr>
          <p:cNvSpPr>
            <a:spLocks noGrp="1"/>
          </p:cNvSpPr>
          <p:nvPr/>
        </p:nvSpPr>
        <p:spPr>
          <a:xfrm>
            <a:off x="9483376" y="2943225"/>
            <a:ext cx="695801"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‏שקוף,</a:t>
            </a:r>
          </a:p>
        </p:txBody>
      </p:sp>
      <p:sp>
        <p:nvSpPr>
          <p:cNvPr id="33" name="compare-2-0-word-3">
            <a:extLst>
              <a:ext uri="{FF2B5EF4-FFF2-40B4-BE49-F238E27FC236}">
                <ns2:creationId id="{257921C6-2ED4-4835-9464-D71D03E3AA85}"/>
              </a:ext>
            </a:extLst>
          </p:cNvPr>
          <p:cNvSpPr>
            <a:spLocks noGrp="1"/>
          </p:cNvSpPr>
          <p:nvPr/>
        </p:nvSpPr>
        <p:spPr>
          <a:xfrm>
            <a:off x="8962834" y="2943225"/>
            <a:ext cx="46024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‏ורוד</a:t>
            </a:r>
          </a:p>
        </p:txBody>
      </p:sp>
      <p:sp>
        <p:nvSpPr>
          <p:cNvPr id="34" name="compare-2-0-word-4">
            <a:extLst>
              <a:ext uri="{FF2B5EF4-FFF2-40B4-BE49-F238E27FC236}">
                <ns2:creationId id="{DF88BF4F-C584-479E-9393-B4A6617B06E4}"/>
              </a:ext>
            </a:extLst>
          </p:cNvPr>
          <p:cNvSpPr>
            <a:spLocks noGrp="1"/>
          </p:cNvSpPr>
          <p:nvPr/>
        </p:nvSpPr>
        <p:spPr>
          <a:xfrm>
            <a:off x="8331041" y="2943225"/>
            <a:ext cx="571500"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‏בהיר</a:t>
            </a:r>
          </a:p>
        </p:txBody>
      </p:sp>
      <p:sp>
        <p:nvSpPr>
          <p:cNvPr id="35" name="compare-2-0-word-5">
            <a:extLst>
              <a:ext uri="{FF2B5EF4-FFF2-40B4-BE49-F238E27FC236}">
                <ns2:creationId id="{85AB66CF-A768-4C38-A780-79E37F0DD085}"/>
              </a:ext>
            </a:extLst>
          </p:cNvPr>
          <p:cNvSpPr>
            <a:spLocks noGrp="1"/>
          </p:cNvSpPr>
          <p:nvPr/>
        </p:nvSpPr>
        <p:spPr>
          <a:xfrm>
            <a:off x="8010811" y="2943225"/>
            <a:ext cx="25993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6" name="compare-2-0-word-6">
            <a:extLst>
              <a:ext uri="{FF2B5EF4-FFF2-40B4-BE49-F238E27FC236}">
                <ns2:creationId id="{21DA5179-B5A2-4B90-AAA2-F335E2BF440F}"/>
              </a:ext>
            </a:extLst>
          </p:cNvPr>
          <p:cNvSpPr>
            <a:spLocks noGrp="1"/>
          </p:cNvSpPr>
          <p:nvPr/>
        </p:nvSpPr>
        <p:spPr>
          <a:xfrm>
            <a:off x="7564374" y="2943225"/>
            <a:ext cx="386144"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37" name="compare-2-0-word-7">
            <a:extLst>
              <a:ext uri="{FF2B5EF4-FFF2-40B4-BE49-F238E27FC236}">
                <ns2:creationId id="{019804AD-B962-4EB9-8D0F-A0999FFCFA04}"/>
              </a:ext>
            </a:extLst>
          </p:cNvPr>
          <p:cNvSpPr>
            <a:spLocks noGrp="1"/>
          </p:cNvSpPr>
          <p:nvPr/>
        </p:nvSpPr>
        <p:spPr>
          <a:xfrm>
            <a:off x="6795992" y="2943225"/>
            <a:ext cx="70808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‏פנינה.</a:t>
            </a:r>
          </a:p>
        </p:txBody>
      </p:sp>
      <p:sp>
        <p:nvSpPr>
          <p:cNvPr id="38" name="compare-2-0-word-8">
            <a:extLst>
              <a:ext uri="{FF2B5EF4-FFF2-40B4-BE49-F238E27FC236}">
                <ns2:creationId id="{DA5FD27E-C71E-4069-80A8-9BADF641E995}"/>
              </a:ext>
            </a:extLst>
          </p:cNvPr>
          <p:cNvSpPr>
            <a:spLocks noGrp="1"/>
          </p:cNvSpPr>
          <p:nvPr/>
        </p:nvSpPr>
        <p:spPr>
          <a:xfrm>
            <a:off x="6089047" y="2943225"/>
            <a:ext cx="646652"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39" name="compare-2-0-word-9">
            <a:extLst>
              <a:ext uri="{FF2B5EF4-FFF2-40B4-BE49-F238E27FC236}">
                <ns2:creationId id="{8A719C5D-BE15-4AC3-B5FB-65C70B8C55B4}"/>
              </a:ext>
            </a:extLst>
          </p:cNvPr>
          <p:cNvSpPr>
            <a:spLocks noGrp="1"/>
          </p:cNvSpPr>
          <p:nvPr/>
        </p:nvSpPr>
        <p:spPr>
          <a:xfrm>
            <a:off x="5736241" y="2943225"/>
            <a:ext cx="29251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40" name="compare-2-0-word-10">
            <a:extLst>
              <a:ext uri="{FF2B5EF4-FFF2-40B4-BE49-F238E27FC236}">
                <ns2:creationId id="{A5C0941D-018A-4A12-A168-E700E2CB602B}"/>
              </a:ext>
            </a:extLst>
          </p:cNvPr>
          <p:cNvSpPr>
            <a:spLocks noGrp="1"/>
          </p:cNvSpPr>
          <p:nvPr/>
        </p:nvSpPr>
        <p:spPr>
          <a:xfrm>
            <a:off x="4798790" y="2943225"/>
            <a:ext cx="87715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‏הגוונים,</a:t>
            </a:r>
          </a:p>
        </p:txBody>
      </p:sp>
      <p:sp>
        <p:nvSpPr>
          <p:cNvPr id="41" name="compare-2-0-word-11">
            <a:extLst>
              <a:ext uri="{FF2B5EF4-FFF2-40B4-BE49-F238E27FC236}">
                <ns2:creationId id="{F7992ED9-805B-4FA6-BA3C-375E00605212}"/>
              </a:ext>
            </a:extLst>
          </p:cNvPr>
          <p:cNvSpPr>
            <a:spLocks noGrp="1"/>
          </p:cNvSpPr>
          <p:nvPr/>
        </p:nvSpPr>
        <p:spPr>
          <a:xfrm>
            <a:off x="4284536" y="2943225"/>
            <a:ext cx="453961"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42" name="compare-2-0-word-12">
            <a:extLst>
              <a:ext uri="{FF2B5EF4-FFF2-40B4-BE49-F238E27FC236}">
                <ns2:creationId id="{1E50E920-CE32-4A69-AAB5-FC6C601FB827}"/>
              </a:ext>
            </a:extLst>
          </p:cNvPr>
          <p:cNvSpPr>
            <a:spLocks noGrp="1"/>
          </p:cNvSpPr>
          <p:nvPr/>
        </p:nvSpPr>
        <p:spPr>
          <a:xfrm>
            <a:off x="3228023" y="2943225"/>
            <a:ext cx="996220"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‏מנצנצים.</a:t>
            </a:r>
          </a:p>
        </p:txBody>
      </p:sp>
      <p:sp>
        <p:nvSpPr>
          <p:cNvPr id="43" name="compare-3-0-word-0">
            <a:extLst>
              <a:ext uri="{FF2B5EF4-FFF2-40B4-BE49-F238E27FC236}">
                <ns2:creationId id="{2E66BE8D-7FC6-4907-BFF2-DDB1CE4CEB9C}"/>
              </a:ext>
            </a:extLst>
          </p:cNvPr>
          <p:cNvSpPr>
            <a:spLocks noGrp="1"/>
          </p:cNvSpPr>
          <p:nvPr/>
        </p:nvSpPr>
        <p:spPr>
          <a:xfrm>
            <a:off x="10612374" y="3533775"/>
            <a:ext cx="836676"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‏טבעות:</a:t>
            </a:r>
          </a:p>
        </p:txBody>
      </p:sp>
      <p:sp>
        <p:nvSpPr>
          <p:cNvPr id="44" name="compare-3-0-word-1">
            <a:extLst>
              <a:ext uri="{FF2B5EF4-FFF2-40B4-BE49-F238E27FC236}">
                <ns2:creationId id="{58AB90D2-1CB5-47A3-9E5F-EA382370A53F}"/>
              </a:ext>
            </a:extLst>
          </p:cNvPr>
          <p:cNvSpPr>
            <a:spLocks noGrp="1"/>
          </p:cNvSpPr>
          <p:nvPr/>
        </p:nvSpPr>
        <p:spPr>
          <a:xfrm>
            <a:off x="9800177" y="3533775"/>
            <a:ext cx="751904"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45" name="compare-3-0-word-2">
            <a:extLst>
              <a:ext uri="{FF2B5EF4-FFF2-40B4-BE49-F238E27FC236}">
                <ns2:creationId id="{04976593-DF6C-4A5B-8159-AC116122F410}"/>
              </a:ext>
            </a:extLst>
          </p:cNvPr>
          <p:cNvSpPr>
            <a:spLocks noGrp="1"/>
          </p:cNvSpPr>
          <p:nvPr/>
        </p:nvSpPr>
        <p:spPr>
          <a:xfrm>
            <a:off x="9414796" y="3533775"/>
            <a:ext cx="32508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46" name="compare-3-0-word-3">
            <a:extLst>
              <a:ext uri="{FF2B5EF4-FFF2-40B4-BE49-F238E27FC236}">
                <ns2:creationId id="{6FD07B69-DC74-476A-8C9D-5215D31324A6}"/>
              </a:ext>
            </a:extLst>
          </p:cNvPr>
          <p:cNvSpPr>
            <a:spLocks noGrp="1"/>
          </p:cNvSpPr>
          <p:nvPr/>
        </p:nvSpPr>
        <p:spPr>
          <a:xfrm>
            <a:off x="8631936" y="3533775"/>
            <a:ext cx="722567"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‏שתיים</a:t>
            </a:r>
          </a:p>
        </p:txBody>
      </p:sp>
      <p:sp>
        <p:nvSpPr>
          <p:cNvPr id="47" name="compare-3-0-word-4">
            <a:extLst>
              <a:ext uri="{FF2B5EF4-FFF2-40B4-BE49-F238E27FC236}">
                <ns2:creationId id="{40341C4D-7A53-4212-B57C-51B963E7F68C}"/>
              </a:ext>
            </a:extLst>
          </p:cNvPr>
          <p:cNvSpPr>
            <a:spLocks noGrp="1"/>
          </p:cNvSpPr>
          <p:nvPr/>
        </p:nvSpPr>
        <p:spPr>
          <a:xfrm>
            <a:off x="8105680" y="3533775"/>
            <a:ext cx="465963"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‏ועוד</a:t>
            </a:r>
          </a:p>
        </p:txBody>
      </p:sp>
      <p:sp>
        <p:nvSpPr>
          <p:cNvPr id="48" name="compare-3-0-word-5">
            <a:extLst>
              <a:ext uri="{FF2B5EF4-FFF2-40B4-BE49-F238E27FC236}">
                <ns2:creationId id="{5F28A332-AC2A-4031-875E-168018AE8004}"/>
              </a:ext>
            </a:extLst>
          </p:cNvPr>
          <p:cNvSpPr>
            <a:spLocks noGrp="1"/>
          </p:cNvSpPr>
          <p:nvPr/>
        </p:nvSpPr>
        <p:spPr>
          <a:xfrm>
            <a:off x="7358539" y="3533775"/>
            <a:ext cx="68684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‏טבעת</a:t>
            </a:r>
          </a:p>
        </p:txBody>
      </p:sp>
      <p:sp>
        <p:nvSpPr>
          <p:cNvPr id="49" name="compare-3-0-word-6">
            <a:extLst>
              <a:ext uri="{FF2B5EF4-FFF2-40B4-BE49-F238E27FC236}">
                <ns2:creationId id="{9C34F76F-34BF-4770-9324-DA31EBB50CC6}"/>
              </a:ext>
            </a:extLst>
          </p:cNvPr>
          <p:cNvSpPr>
            <a:spLocks noGrp="1"/>
          </p:cNvSpPr>
          <p:nvPr/>
        </p:nvSpPr>
        <p:spPr>
          <a:xfrm>
            <a:off x="6448425" y="3533775"/>
            <a:ext cx="849821"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‏נישואין.</a:t>
            </a:r>
          </a:p>
        </p:txBody>
      </p:sp>
      <p:sp>
        <p:nvSpPr>
          <p:cNvPr id="50" name="compare-3-0-word-7">
            <a:extLst>
              <a:ext uri="{FF2B5EF4-FFF2-40B4-BE49-F238E27FC236}">
                <ns2:creationId id="{76A5FF72-0153-441D-8388-B678B2F5A218}"/>
              </a:ext>
            </a:extLst>
          </p:cNvPr>
          <p:cNvSpPr>
            <a:spLocks noGrp="1"/>
          </p:cNvSpPr>
          <p:nvPr/>
        </p:nvSpPr>
        <p:spPr>
          <a:xfrm>
            <a:off x="5741480" y="3533775"/>
            <a:ext cx="646652"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51" name="compare-3-0-word-8">
            <a:extLst>
              <a:ext uri="{FF2B5EF4-FFF2-40B4-BE49-F238E27FC236}">
                <ns2:creationId id="{C7317CAB-CBAD-4486-9303-1C5F3FF8C34F}"/>
              </a:ext>
            </a:extLst>
          </p:cNvPr>
          <p:cNvSpPr>
            <a:spLocks noGrp="1"/>
          </p:cNvSpPr>
          <p:nvPr/>
        </p:nvSpPr>
        <p:spPr>
          <a:xfrm>
            <a:off x="5356098" y="3533775"/>
            <a:ext cx="32508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52" name="compare-3-0-word-9">
            <a:extLst>
              <a:ext uri="{FF2B5EF4-FFF2-40B4-BE49-F238E27FC236}">
                <ns2:creationId id="{DCE3211C-DE5B-4CF2-8F10-E7F53FDE9505}"/>
              </a:ext>
            </a:extLst>
          </p:cNvPr>
          <p:cNvSpPr>
            <a:spLocks noGrp="1"/>
          </p:cNvSpPr>
          <p:nvPr/>
        </p:nvSpPr>
        <p:spPr>
          <a:xfrm>
            <a:off x="4654677" y="3533775"/>
            <a:ext cx="641128"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‏ארבע</a:t>
            </a:r>
          </a:p>
        </p:txBody>
      </p:sp>
      <p:sp>
        <p:nvSpPr>
          <p:cNvPr id="53" name="compare-3-0-word-10">
            <a:extLst>
              <a:ext uri="{FF2B5EF4-FFF2-40B4-BE49-F238E27FC236}">
                <ns2:creationId id="{66735D3B-9D1F-49CB-A2EF-BC3DF1DDA8BF}"/>
              </a:ext>
            </a:extLst>
          </p:cNvPr>
          <p:cNvSpPr>
            <a:spLocks noGrp="1"/>
          </p:cNvSpPr>
          <p:nvPr/>
        </p:nvSpPr>
        <p:spPr>
          <a:xfrm>
            <a:off x="3757708" y="3533775"/>
            <a:ext cx="836676" cy="390525"/>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‏טבעות.</a:t>
            </a:r>
          </a:p>
        </p:txBody>
      </p:sp>
      <p:sp>
        <p:nvSpPr>
          <p:cNvPr id="54" name="comparison-note-word-0">
            <a:extLst>
              <a:ext uri="{FF2B5EF4-FFF2-40B4-BE49-F238E27FC236}">
                <ns2:creationId id="{757400D8-5320-499F-A01E-BC2A27D5DED5}"/>
              </a:ext>
            </a:extLst>
          </p:cNvPr>
          <p:cNvSpPr>
            <a:spLocks noGrp="1"/>
          </p:cNvSpPr>
          <p:nvPr/>
        </p:nvSpPr>
        <p:spPr>
          <a:xfrm>
            <a:off x="10885837" y="5429250"/>
            <a:ext cx="563213"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‏מידות</a:t>
            </a:r>
          </a:p>
        </p:txBody>
      </p:sp>
      <p:sp>
        <p:nvSpPr>
          <p:cNvPr id="55" name="comparison-note-word-1">
            <a:extLst>
              <a:ext uri="{FF2B5EF4-FFF2-40B4-BE49-F238E27FC236}">
                <ns2:creationId id="{1C963972-136A-492F-BD4C-5BD99B915815}"/>
              </a:ext>
            </a:extLst>
          </p:cNvPr>
          <p:cNvSpPr>
            <a:spLocks noGrp="1"/>
          </p:cNvSpPr>
          <p:nvPr/>
        </p:nvSpPr>
        <p:spPr>
          <a:xfrm>
            <a:off x="9838182" y="5429250"/>
            <a:ext cx="1000506"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‏התכשיטים</a:t>
            </a:r>
          </a:p>
        </p:txBody>
      </p:sp>
      <p:sp>
        <p:nvSpPr>
          <p:cNvPr id="56" name="comparison-note-word-2">
            <a:extLst>
              <a:ext uri="{FF2B5EF4-FFF2-40B4-BE49-F238E27FC236}">
                <ns2:creationId id="{CFD052D0-1AC4-44D5-BA5C-36241DE903A2}"/>
              </a:ext>
            </a:extLst>
          </p:cNvPr>
          <p:cNvSpPr>
            <a:spLocks noGrp="1"/>
          </p:cNvSpPr>
          <p:nvPr/>
        </p:nvSpPr>
        <p:spPr>
          <a:xfrm>
            <a:off x="9253156" y="5429250"/>
            <a:ext cx="537877"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‏ופרטי</a:t>
            </a:r>
          </a:p>
        </p:txBody>
      </p:sp>
      <p:sp>
        <p:nvSpPr>
          <p:cNvPr id="57" name="comparison-note-word-3">
            <a:extLst>
              <a:ext uri="{FF2B5EF4-FFF2-40B4-BE49-F238E27FC236}">
                <ns2:creationId id="{85A82537-31A9-42BD-9F0F-D2C21D4F1AE0}"/>
              </a:ext>
            </a:extLst>
          </p:cNvPr>
          <p:cNvSpPr>
            <a:spLocks noGrp="1"/>
          </p:cNvSpPr>
          <p:nvPr/>
        </p:nvSpPr>
        <p:spPr>
          <a:xfrm>
            <a:off x="8356473" y="5429250"/>
            <a:ext cx="849535"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‏ההיתרים</a:t>
            </a:r>
          </a:p>
        </p:txBody>
      </p:sp>
      <p:sp>
        <p:nvSpPr>
          <p:cNvPr id="58" name="comparison-note-word-4">
            <a:extLst>
              <a:ext uri="{FF2B5EF4-FFF2-40B4-BE49-F238E27FC236}">
                <ns2:creationId id="{DFCAF5E2-D269-4F02-9380-A69CFC01A1F8}"/>
              </a:ext>
            </a:extLst>
          </p:cNvPr>
          <p:cNvSpPr>
            <a:spLocks noGrp="1"/>
          </p:cNvSpPr>
          <p:nvPr/>
        </p:nvSpPr>
        <p:spPr>
          <a:xfrm>
            <a:off x="7562755" y="5429250"/>
            <a:ext cx="746569"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‏מופיעים</a:t>
            </a:r>
          </a:p>
        </p:txBody>
      </p:sp>
      <p:sp>
        <p:nvSpPr>
          <p:cNvPr id="59" name="comparison-note-word-5">
            <a:extLst>
              <a:ext uri="{FF2B5EF4-FFF2-40B4-BE49-F238E27FC236}">
                <ns2:creationId id="{779B7BB5-0A3B-48DD-8571-8C511B72B5C7}"/>
              </a:ext>
            </a:extLst>
          </p:cNvPr>
          <p:cNvSpPr>
            <a:spLocks noGrp="1"/>
          </p:cNvSpPr>
          <p:nvPr/>
        </p:nvSpPr>
        <p:spPr>
          <a:xfrm>
            <a:off x="7249477" y="5429250"/>
            <a:ext cx="266129"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‏גם</a:t>
            </a:r>
          </a:p>
        </p:txBody>
      </p:sp>
      <p:sp>
        <p:nvSpPr>
          <p:cNvPr id="60" name="comparison-note-word-6">
            <a:extLst>
              <a:ext uri="{FF2B5EF4-FFF2-40B4-BE49-F238E27FC236}">
                <ns2:creationId id="{C5BE182C-400B-41DA-BE56-FC6AA048616C}"/>
              </a:ext>
            </a:extLst>
          </p:cNvPr>
          <p:cNvSpPr>
            <a:spLocks noGrp="1"/>
          </p:cNvSpPr>
          <p:nvPr/>
        </p:nvSpPr>
        <p:spPr>
          <a:xfrm>
            <a:off x="6485191" y="5429250"/>
            <a:ext cx="717137" cy="361950"/>
          </a:xfrm>
          <a:prstGeom prst="rect">
            <a:avLst/>
          </a:prstGeom>
          <a:noFill/>
          <a:ln w="0">
            <a:noFill/>
          </a:ln>
        </p:spPr>
        <p:txBody>
          <a:bodyPr wrap="none" lIns="0" tIns="0" rIns="0" bIns="0" anchor="t">
            <a:noAutofit/>
          </a:bodyPr>
          <a:lstStyle>
            <a:defPPr algn="r">
              <a:defRPr sz="1875" b="0">
                <a:solidFill>
                  <a:srgbClr val="627166"/>
                </a:solidFill>
                <a:latin typeface="Arial"/>
                <a:ea typeface="Arial"/>
                <a:cs typeface="Arial"/>
              </a:defRPr>
            </a:defPPr>
            <a:lvl1pPr algn="r">
              <a:defRPr sz="1875" b="0">
                <a:solidFill>
                  <a:srgbClr val="627166"/>
                </a:solidFill>
                <a:latin typeface="Arial"/>
                <a:ea typeface="Arial"/>
                <a:cs typeface="Arial"/>
              </a:defRPr>
            </a:lvl1pPr>
            <a:lvl2pPr algn="r">
              <a:defRPr sz="1875" b="0">
                <a:solidFill>
                  <a:srgbClr val="627166"/>
                </a:solidFill>
                <a:latin typeface="Arial"/>
                <a:ea typeface="Arial"/>
                <a:cs typeface="Arial"/>
              </a:defRPr>
            </a:lvl2pPr>
            <a:lvl3pPr algn="r">
              <a:defRPr sz="1875" b="0">
                <a:solidFill>
                  <a:srgbClr val="627166"/>
                </a:solidFill>
                <a:latin typeface="Arial"/>
                <a:ea typeface="Arial"/>
                <a:cs typeface="Arial"/>
              </a:defRPr>
            </a:lvl3pPr>
            <a:lvl4pPr algn="r">
              <a:defRPr sz="1875" b="0">
                <a:solidFill>
                  <a:srgbClr val="627166"/>
                </a:solidFill>
                <a:latin typeface="Arial"/>
                <a:ea typeface="Arial"/>
                <a:cs typeface="Arial"/>
              </a:defRPr>
            </a:lvl4pPr>
            <a:lvl5pPr algn="r">
              <a:defRPr sz="1875" b="0">
                <a:solidFill>
                  <a:srgbClr val="627166"/>
                </a:solidFill>
                <a:latin typeface="Arial"/>
                <a:ea typeface="Arial"/>
                <a:cs typeface="Arial"/>
              </a:defRPr>
            </a:lvl5pPr>
            <a:lvl6pPr algn="r">
              <a:defRPr sz="1875" b="0">
                <a:solidFill>
                  <a:srgbClr val="627166"/>
                </a:solidFill>
                <a:latin typeface="Arial"/>
                <a:ea typeface="Arial"/>
                <a:cs typeface="Arial"/>
              </a:defRPr>
            </a:lvl6pPr>
            <a:lvl7pPr algn="r">
              <a:defRPr sz="1875" b="0">
                <a:solidFill>
                  <a:srgbClr val="627166"/>
                </a:solidFill>
                <a:latin typeface="Arial"/>
                <a:ea typeface="Arial"/>
                <a:cs typeface="Arial"/>
              </a:defRPr>
            </a:lvl7pPr>
            <a:lvl8pPr algn="r">
              <a:defRPr sz="1875" b="0">
                <a:solidFill>
                  <a:srgbClr val="627166"/>
                </a:solidFill>
                <a:latin typeface="Arial"/>
                <a:ea typeface="Arial"/>
                <a:cs typeface="Arial"/>
              </a:defRPr>
            </a:lvl8pPr>
            <a:lvl9pPr algn="r">
              <a:defRPr sz="1875" b="0">
                <a:solidFill>
                  <a:srgbClr val="627166"/>
                </a:solidFill>
                <a:latin typeface="Arial"/>
                <a:ea typeface="Arial"/>
                <a:cs typeface="Arial"/>
              </a:defRPr>
            </a:lvl9pPr>
          </a:lstStyle>
          <a:p>
            <a:pPr algn="r" rtl="1">
              <a:lnSpc>
                <a:spcPct val="100000"/>
              </a:lnSpc>
              <a:buNone/>
              <a:defRPr sz="1875" b="0">
                <a:solidFill>
                  <a:srgbClr val="627166"/>
                </a:solidFill>
                <a:latin typeface="Arial"/>
                <a:ea typeface="Arial"/>
                <a:cs typeface="Arial"/>
              </a:defRPr>
            </a:pPr>
            <a:r>
              <a:rPr sz="1875" b="0" lang="he-IL" altLang="en-US">
                <a:solidFill>
                  <a:srgbClr val="627166"/>
                </a:solidFill>
                <a:latin typeface="Arial"/>
                <a:ea typeface="Arial"/>
                <a:cs typeface="Arial"/>
              </a:rPr>
              <a:t>‏בנספח.</a:t>
            </a:r>
          </a:p>
        </p:txBody>
      </p:sp>
      <p:sp>
        <p:nvSpPr>
          <p:cNvPr id="61" name="sources-word-0">
            <a:extLst>
              <a:ext uri="{FF2B5EF4-FFF2-40B4-BE49-F238E27FC236}">
                <ns2:creationId id="{96CB5B63-DB57-42A1-AE81-758BC2065334}"/>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62" name="sources-word-1">
            <a:extLst>
              <a:ext uri="{FF2B5EF4-FFF2-40B4-BE49-F238E27FC236}">
                <ns2:creationId id="{E843170B-1E1A-45E6-A58C-E301E7B6636D}"/>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63" name="sources-word-2">
            <a:extLst>
              <a:ext uri="{FF2B5EF4-FFF2-40B4-BE49-F238E27FC236}">
                <ns2:creationId id="{BE174D4D-7FA6-46F3-9C71-FF84B9609189}"/>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64" name="sources-word-3">
            <a:extLst>
              <a:ext uri="{FF2B5EF4-FFF2-40B4-BE49-F238E27FC236}">
                <ns2:creationId id="{43540E9D-374A-4DCC-8E92-7FB7001F8AFD}"/>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5" name="sources-word-4">
            <a:extLst>
              <a:ext uri="{FF2B5EF4-FFF2-40B4-BE49-F238E27FC236}">
                <ns2:creationId id="{4C221F71-AE25-44AC-9035-2A1E52F08A60}"/>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66" name="sources-word-5">
            <a:extLst>
              <a:ext uri="{FF2B5EF4-FFF2-40B4-BE49-F238E27FC236}">
                <ns2:creationId id="{3F9AC8B4-EC89-4449-97D2-3B36C4E37E8E}"/>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67" name="sources-word-6">
            <a:extLst>
              <a:ext uri="{FF2B5EF4-FFF2-40B4-BE49-F238E27FC236}">
                <ns2:creationId id="{EDCC378C-A5F5-420D-AB73-5B0B5D4F36EA}"/>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68" name="page">
            <a:extLst>
              <a:ext uri="{FF2B5EF4-FFF2-40B4-BE49-F238E27FC236}">
                <ns2:creationId id="{EF800223-B903-4D03-BEA7-B6D7943B1FAA}"/>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17 / 35</a:t>
            </a:r>
          </a:p>
        </p:txBody>
      </p:sp>
      <p:sp>
        <p:nvSpPr>
          <p:cNvPr id="69" name="timing-word-0">
            <a:extLst>
              <a:ext uri="{FF2B5EF4-FFF2-40B4-BE49-F238E27FC236}">
                <ns2:creationId id="{E21B92BE-F160-42E8-85B4-A7B7F0C2C4C5}"/>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‏14:00</a:t>
            </a:r>
          </a:p>
        </p:txBody>
      </p:sp>
      <p:sp>
        <p:nvSpPr>
          <p:cNvPr id="70" name="timing-word-1">
            <a:extLst>
              <a:ext uri="{FF2B5EF4-FFF2-40B4-BE49-F238E27FC236}">
                <ns2:creationId id="{CABA633C-09B0-46EC-96FA-EC377BC298C2}"/>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71" name="timing-word-2">
            <a:extLst>
              <a:ext uri="{FF2B5EF4-FFF2-40B4-BE49-F238E27FC236}">
                <ns2:creationId id="{B9188FBD-2090-408F-88EF-E72CB71E8F24}"/>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‏15:00</a:t>
            </a:r>
          </a:p>
        </p:txBody>
      </p:sp>
      <p:sp>
        <p:nvSpPr>
          <p:cNvPr id="72" name="timing-word-3">
            <a:extLst>
              <a:ext uri="{FF2B5EF4-FFF2-40B4-BE49-F238E27FC236}">
                <ns2:creationId id="{B5AAEF49-C2A3-492C-8334-EF408F4C7A23}"/>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73" name="timing-word-4">
            <a:extLst>
              <a:ext uri="{FF2B5EF4-FFF2-40B4-BE49-F238E27FC236}">
                <ns2:creationId id="{43A5BBCD-9585-4E18-9E3E-D98F96F2EE58}"/>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42310284"/>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3" name="title-word-0">
            <a:extLst>
              <a:ext uri="{FF2B5EF4-FFF2-40B4-BE49-F238E27FC236}">
                <ns2:creationId id="{3E1CB436-DCC8-49A8-9706-F8C5F437626E}"/>
              </a:ext>
            </a:extLst>
          </p:cNvPr>
          <p:cNvSpPr>
            <a:spLocks noGrp="1"/>
          </p:cNvSpPr>
          <p:nvPr/>
        </p:nvSpPr>
        <p:spPr>
          <a:xfrm>
            <a:off x="9976104" y="571500"/>
            <a:ext cx="147294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‏התאמות</a:t>
            </a:r>
          </a:p>
        </p:txBody>
      </p:sp>
      <p:sp>
        <p:nvSpPr>
          <p:cNvPr id="2" name="title-word-1">
            <a:extLst>
              <a:ext uri="{FF2B5EF4-FFF2-40B4-BE49-F238E27FC236}">
                <ns2:creationId id="{FE1AD4DE-3103-4C7F-8BB6-F1E5BDE03444}"/>
              </a:ext>
            </a:extLst>
          </p:cNvPr>
          <p:cNvSpPr>
            <a:spLocks noGrp="1"/>
          </p:cNvSpPr>
          <p:nvPr/>
        </p:nvSpPr>
        <p:spPr>
          <a:xfrm>
            <a:off x="9221152" y="571500"/>
            <a:ext cx="65760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‏דת,</a:t>
            </a:r>
          </a:p>
        </p:txBody>
      </p:sp>
      <p:sp>
        <p:nvSpPr>
          <p:cNvPr id="3" name="title-word-2">
            <a:extLst>
              <a:ext uri="{FF2B5EF4-FFF2-40B4-BE49-F238E27FC236}">
                <ns2:creationId id="{A21385ED-2ED3-48B9-AC68-0ABCA1F551AE}"/>
              </a:ext>
            </a:extLst>
          </p:cNvPr>
          <p:cNvSpPr>
            <a:spLocks noGrp="1"/>
          </p:cNvSpPr>
          <p:nvPr/>
        </p:nvSpPr>
        <p:spPr>
          <a:xfrm>
            <a:off x="7981950" y="571500"/>
            <a:ext cx="114185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‏חצאית</a:t>
            </a:r>
          </a:p>
        </p:txBody>
      </p:sp>
      <p:sp>
        <p:nvSpPr>
          <p:cNvPr id="4" name="title-word-3">
            <a:extLst>
              <a:ext uri="{FF2B5EF4-FFF2-40B4-BE49-F238E27FC236}">
                <ns2:creationId id="{31CED5A2-1DE7-4F50-A0BC-88236C838581}"/>
              </a:ext>
            </a:extLst>
          </p:cNvPr>
          <p:cNvSpPr>
            <a:spLocks noGrp="1"/>
          </p:cNvSpPr>
          <p:nvPr/>
        </p:nvSpPr>
        <p:spPr>
          <a:xfrm>
            <a:off x="6337363" y="571500"/>
            <a:ext cx="154724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‏וטבעונות</a:t>
            </a:r>
          </a:p>
        </p:txBody>
      </p:sp>
      <p:sp>
        <p:nvSpPr>
          <p:cNvPr id="5" name="body-1-1-word-0">
            <a:extLst>
              <a:ext uri="{FF2B5EF4-FFF2-40B4-BE49-F238E27FC236}">
                <ns2:creationId id="{0ED59B16-A781-4601-A8FB-3CCC07CCABE5}"/>
              </a:ext>
            </a:extLst>
          </p:cNvPr>
          <p:cNvSpPr>
            <a:spLocks noGrp="1"/>
          </p:cNvSpPr>
          <p:nvPr/>
        </p:nvSpPr>
        <p:spPr>
          <a:xfrm>
            <a:off x="10890123" y="1762125"/>
            <a:ext cx="558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‏כיפה</a:t>
            </a:r>
          </a:p>
        </p:txBody>
      </p:sp>
      <p:sp>
        <p:nvSpPr>
          <p:cNvPr id="6" name="body-1-1-word-1">
            <a:extLst>
              <a:ext uri="{FF2B5EF4-FFF2-40B4-BE49-F238E27FC236}">
                <ns2:creationId id="{C2B73F78-34A4-433F-9423-681ED16EFEEC}"/>
              </a:ext>
            </a:extLst>
          </p:cNvPr>
          <p:cNvSpPr>
            <a:spLocks noGrp="1"/>
          </p:cNvSpPr>
          <p:nvPr/>
        </p:nvSpPr>
        <p:spPr>
          <a:xfrm>
            <a:off x="10046303" y="1762125"/>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7" name="body-1-1-word-2">
            <a:extLst>
              <a:ext uri="{FF2B5EF4-FFF2-40B4-BE49-F238E27FC236}">
                <ns2:creationId id="{8FB4B0CF-D6D4-4BC6-9238-82FE49282002}"/>
              </a:ext>
            </a:extLst>
          </p:cNvPr>
          <p:cNvSpPr>
            <a:spLocks noGrp="1"/>
          </p:cNvSpPr>
          <p:nvPr/>
        </p:nvSpPr>
        <p:spPr>
          <a:xfrm>
            <a:off x="9538621" y="1762125"/>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8" name="body-1-1-word-3">
            <a:extLst>
              <a:ext uri="{FF2B5EF4-FFF2-40B4-BE49-F238E27FC236}">
                <ns2:creationId id="{ED60A30B-C0A7-465A-8229-BFB527023C33}"/>
              </a:ext>
            </a:extLst>
          </p:cNvPr>
          <p:cNvSpPr>
            <a:spLocks noGrp="1"/>
          </p:cNvSpPr>
          <p:nvPr/>
        </p:nvSpPr>
        <p:spPr>
          <a:xfrm>
            <a:off x="8987790" y="1762125"/>
            <a:ext cx="4905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‏גודל</a:t>
            </a:r>
          </a:p>
        </p:txBody>
      </p:sp>
      <p:sp>
        <p:nvSpPr>
          <p:cNvPr id="9" name="body-1-1-word-4">
            <a:extLst>
              <a:ext uri="{FF2B5EF4-FFF2-40B4-BE49-F238E27FC236}">
                <ns2:creationId id="{4AF4D9C1-CD5D-4626-8CB5-AC2F84C1CB58}"/>
              </a:ext>
            </a:extLst>
          </p:cNvPr>
          <p:cNvSpPr>
            <a:spLocks noGrp="1"/>
          </p:cNvSpPr>
          <p:nvPr/>
        </p:nvSpPr>
        <p:spPr>
          <a:xfrm>
            <a:off x="8306181" y="1762125"/>
            <a:ext cx="6213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‏וצבע,</a:t>
            </a:r>
          </a:p>
        </p:txBody>
      </p:sp>
      <p:sp>
        <p:nvSpPr>
          <p:cNvPr id="10" name="body-1-1-word-5">
            <a:extLst>
              <a:ext uri="{FF2B5EF4-FFF2-40B4-BE49-F238E27FC236}">
                <ns2:creationId id="{40947877-BA4F-4C3F-9615-BA3AD79655D3}"/>
              </a:ext>
            </a:extLst>
          </p:cNvPr>
          <p:cNvSpPr>
            <a:spLocks noGrp="1"/>
          </p:cNvSpPr>
          <p:nvPr/>
        </p:nvSpPr>
        <p:spPr>
          <a:xfrm>
            <a:off x="7791926" y="1762125"/>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11" name="body-1-1-word-6">
            <a:extLst>
              <a:ext uri="{FF2B5EF4-FFF2-40B4-BE49-F238E27FC236}">
                <ns2:creationId id="{B54E9B66-7AA7-4B39-BDDD-2A477D7C466E}"/>
              </a:ext>
            </a:extLst>
          </p:cNvPr>
          <p:cNvSpPr>
            <a:spLocks noGrp="1"/>
          </p:cNvSpPr>
          <p:nvPr/>
        </p:nvSpPr>
        <p:spPr>
          <a:xfrm>
            <a:off x="7091934" y="1762125"/>
            <a:ext cx="6396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‏כיתוב</a:t>
            </a:r>
          </a:p>
        </p:txBody>
      </p:sp>
      <p:sp>
        <p:nvSpPr>
          <p:cNvPr id="12" name="body-1-1-word-7">
            <a:extLst>
              <a:ext uri="{FF2B5EF4-FFF2-40B4-BE49-F238E27FC236}">
                <ns2:creationId id="{A41A52FD-5663-4761-B488-A9306BA9DC6D}"/>
              </a:ext>
            </a:extLst>
          </p:cNvPr>
          <p:cNvSpPr>
            <a:spLocks noGrp="1"/>
          </p:cNvSpPr>
          <p:nvPr/>
        </p:nvSpPr>
        <p:spPr>
          <a:xfrm>
            <a:off x="6024848" y="1762125"/>
            <a:ext cx="10067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‏ותוספות.</a:t>
            </a:r>
          </a:p>
        </p:txBody>
      </p:sp>
      <p:sp>
        <p:nvSpPr>
          <p:cNvPr id="13" name="body-1-1-word-8">
            <a:extLst>
              <a:ext uri="{FF2B5EF4-FFF2-40B4-BE49-F238E27FC236}">
                <ns2:creationId id="{B258F52A-8B9F-4F0F-BE95-96D188C09B9A}"/>
              </a:ext>
            </a:extLst>
          </p:cNvPr>
          <p:cNvSpPr>
            <a:spLocks noGrp="1"/>
          </p:cNvSpPr>
          <p:nvPr/>
        </p:nvSpPr>
        <p:spPr>
          <a:xfrm>
            <a:off x="5428107" y="1762125"/>
            <a:ext cx="5364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‏עדיין</a:t>
            </a:r>
          </a:p>
        </p:txBody>
      </p:sp>
      <p:sp>
        <p:nvSpPr>
          <p:cNvPr id="14" name="body-1-1-word-9">
            <a:extLst>
              <a:ext uri="{FF2B5EF4-FFF2-40B4-BE49-F238E27FC236}">
                <ns2:creationId id="{9FF46A5D-5DFE-433E-B5CD-DDFEBE765DEF}"/>
              </a:ext>
            </a:extLst>
          </p:cNvPr>
          <p:cNvSpPr>
            <a:spLocks noGrp="1"/>
          </p:cNvSpPr>
          <p:nvPr/>
        </p:nvSpPr>
        <p:spPr>
          <a:xfrm>
            <a:off x="4567237" y="1762125"/>
            <a:ext cx="8005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‏נושאים</a:t>
            </a:r>
          </a:p>
        </p:txBody>
      </p:sp>
      <p:sp>
        <p:nvSpPr>
          <p:cNvPr id="15" name="body-1-1-word-10">
            <a:extLst>
              <a:ext uri="{FF2B5EF4-FFF2-40B4-BE49-F238E27FC236}">
                <ns2:creationId id="{F993944D-F3D3-4669-8EAA-4F844C325B62}"/>
              </a:ext>
            </a:extLst>
          </p:cNvPr>
          <p:cNvSpPr>
            <a:spLocks noGrp="1"/>
          </p:cNvSpPr>
          <p:nvPr/>
        </p:nvSpPr>
        <p:spPr>
          <a:xfrm>
            <a:off x="3748754" y="1762125"/>
            <a:ext cx="7581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‏כומתה</a:t>
            </a:r>
          </a:p>
        </p:txBody>
      </p:sp>
      <p:sp>
        <p:nvSpPr>
          <p:cNvPr id="16" name="body-1-1-word-11">
            <a:extLst>
              <a:ext uri="{FF2B5EF4-FFF2-40B4-BE49-F238E27FC236}">
                <ns2:creationId id="{DDF2597D-1AFD-4389-AD4E-8087E7F8D3B1}"/>
              </a:ext>
            </a:extLst>
          </p:cNvPr>
          <p:cNvSpPr>
            <a:spLocks noGrp="1"/>
          </p:cNvSpPr>
          <p:nvPr/>
        </p:nvSpPr>
        <p:spPr>
          <a:xfrm>
            <a:off x="2779490" y="1762125"/>
            <a:ext cx="9089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‏בכותפת</a:t>
            </a:r>
          </a:p>
        </p:txBody>
      </p:sp>
      <p:sp>
        <p:nvSpPr>
          <p:cNvPr id="17" name="body-1-1-word-12">
            <a:extLst>
              <a:ext uri="{FF2B5EF4-FFF2-40B4-BE49-F238E27FC236}">
                <ns2:creationId id="{B25D6B75-9A6B-4116-A588-77BC827B2AFA}"/>
              </a:ext>
            </a:extLst>
          </p:cNvPr>
          <p:cNvSpPr>
            <a:spLocks noGrp="1"/>
          </p:cNvSpPr>
          <p:nvPr/>
        </p:nvSpPr>
        <p:spPr>
          <a:xfrm>
            <a:off x="1947958" y="1762125"/>
            <a:ext cx="77123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‏שמאל.</a:t>
            </a:r>
          </a:p>
        </p:txBody>
      </p:sp>
      <p:sp>
        <p:nvSpPr>
          <p:cNvPr id="18" name="body-1-1-word-13">
            <a:extLst>
              <a:ext uri="{FF2B5EF4-FFF2-40B4-BE49-F238E27FC236}">
                <ns2:creationId id="{7B893CF9-E79D-49A0-9AB8-4AF608D73E31}"/>
              </a:ext>
            </a:extLst>
          </p:cNvPr>
          <p:cNvSpPr>
            <a:spLocks noGrp="1"/>
          </p:cNvSpPr>
          <p:nvPr/>
        </p:nvSpPr>
        <p:spPr>
          <a:xfrm>
            <a:off x="1198150" y="1762125"/>
            <a:ext cx="6895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‏אפשר</a:t>
            </a:r>
          </a:p>
        </p:txBody>
      </p:sp>
      <p:sp>
        <p:nvSpPr>
          <p:cNvPr id="19" name="body-1-2-word-0">
            <a:extLst>
              <a:ext uri="{FF2B5EF4-FFF2-40B4-BE49-F238E27FC236}">
                <ns2:creationId id="{D4323152-396B-4ACD-886C-BF05F18A60CC}"/>
              </a:ext>
            </a:extLst>
          </p:cNvPr>
          <p:cNvSpPr>
            <a:spLocks noGrp="1"/>
          </p:cNvSpPr>
          <p:nvPr/>
        </p:nvSpPr>
        <p:spPr>
          <a:xfrm>
            <a:off x="10677620" y="2113598"/>
            <a:ext cx="7714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‏להוציא</a:t>
            </a:r>
          </a:p>
        </p:txBody>
      </p:sp>
      <p:sp>
        <p:nvSpPr>
          <p:cNvPr id="20" name="body-1-2-word-1">
            <a:extLst>
              <a:ext uri="{FF2B5EF4-FFF2-40B4-BE49-F238E27FC236}">
                <ns2:creationId id="{384FCF61-54C4-4254-8A9F-849C93701E56}"/>
              </a:ext>
            </a:extLst>
          </p:cNvPr>
          <p:cNvSpPr>
            <a:spLocks noGrp="1"/>
          </p:cNvSpPr>
          <p:nvPr/>
        </p:nvSpPr>
        <p:spPr>
          <a:xfrm>
            <a:off x="10244233" y="2113598"/>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21" name="body-1-2-word-2">
            <a:extLst>
              <a:ext uri="{FF2B5EF4-FFF2-40B4-BE49-F238E27FC236}">
                <ns2:creationId id="{3FD00ADA-E7DC-447A-AA86-734BCC15CE61}"/>
              </a:ext>
            </a:extLst>
          </p:cNvPr>
          <p:cNvSpPr>
            <a:spLocks noGrp="1"/>
          </p:cNvSpPr>
          <p:nvPr/>
        </p:nvSpPr>
        <p:spPr>
          <a:xfrm>
            <a:off x="9622917" y="2113598"/>
            <a:ext cx="5610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‏גדילי</a:t>
            </a:r>
          </a:p>
        </p:txBody>
      </p:sp>
      <p:sp>
        <p:nvSpPr>
          <p:cNvPr id="22" name="body-1-2-word-3">
            <a:extLst>
              <a:ext uri="{FF2B5EF4-FFF2-40B4-BE49-F238E27FC236}">
                <ns2:creationId id="{0806B9B1-E290-4D22-8599-59A52DCCBBF1}"/>
              </a:ext>
            </a:extLst>
          </p:cNvPr>
          <p:cNvSpPr>
            <a:spLocks noGrp="1"/>
          </p:cNvSpPr>
          <p:nvPr/>
        </p:nvSpPr>
        <p:spPr>
          <a:xfrm>
            <a:off x="8764048" y="2113598"/>
            <a:ext cx="7985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‏הציצית</a:t>
            </a:r>
          </a:p>
        </p:txBody>
      </p:sp>
      <p:sp>
        <p:nvSpPr>
          <p:cNvPr id="23" name="body-1-2-word-4">
            <a:extLst>
              <a:ext uri="{FF2B5EF4-FFF2-40B4-BE49-F238E27FC236}">
                <ns2:creationId id="{28A6527A-4FDD-4359-803C-3DBFB4342AAA}"/>
              </a:ext>
            </a:extLst>
          </p:cNvPr>
          <p:cNvSpPr>
            <a:spLocks noGrp="1"/>
          </p:cNvSpPr>
          <p:nvPr/>
        </p:nvSpPr>
        <p:spPr>
          <a:xfrm>
            <a:off x="7965091" y="2113598"/>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24" name="body-1-2-word-5">
            <a:extLst>
              <a:ext uri="{FF2B5EF4-FFF2-40B4-BE49-F238E27FC236}">
                <ns2:creationId id="{6EBBF578-4432-4D07-82C3-DA6EF511BAF4}"/>
              </a:ext>
            </a:extLst>
          </p:cNvPr>
          <p:cNvSpPr>
            <a:spLocks noGrp="1"/>
          </p:cNvSpPr>
          <p:nvPr/>
        </p:nvSpPr>
        <p:spPr>
          <a:xfrm>
            <a:off x="6982016" y="2113598"/>
            <a:ext cx="9227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‏לחולצה.</a:t>
            </a:r>
          </a:p>
        </p:txBody>
      </p:sp>
      <p:sp>
        <p:nvSpPr>
          <p:cNvPr id="25" name="body-2-1-word-0">
            <a:extLst>
              <a:ext uri="{FF2B5EF4-FFF2-40B4-BE49-F238E27FC236}">
                <ns2:creationId id="{D749D38D-CFF8-4E32-9667-30CC5D9729FB}"/>
              </a:ext>
            </a:extLst>
          </p:cNvPr>
          <p:cNvSpPr>
            <a:spLocks noGrp="1"/>
          </p:cNvSpPr>
          <p:nvPr/>
        </p:nvSpPr>
        <p:spPr>
          <a:xfrm>
            <a:off x="10697718" y="2655570"/>
            <a:ext cx="7513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‏חצאית</a:t>
            </a:r>
          </a:p>
        </p:txBody>
      </p:sp>
      <p:sp>
        <p:nvSpPr>
          <p:cNvPr id="26" name="body-2-1-word-1">
            <a:extLst>
              <a:ext uri="{FF2B5EF4-FFF2-40B4-BE49-F238E27FC236}">
                <ns2:creationId id="{BF07E3ED-C607-4697-BD76-7D3CB53B0909}"/>
              </a:ext>
            </a:extLst>
          </p:cNvPr>
          <p:cNvSpPr>
            <a:spLocks noGrp="1"/>
          </p:cNvSpPr>
          <p:nvPr/>
        </p:nvSpPr>
        <p:spPr>
          <a:xfrm>
            <a:off x="9885521" y="2655570"/>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27" name="body-2-1-word-2">
            <a:extLst>
              <a:ext uri="{FF2B5EF4-FFF2-40B4-BE49-F238E27FC236}">
                <ns2:creationId id="{1D9BF0C4-CBF9-499C-9D02-2C3977DD5DA9}"/>
              </a:ext>
            </a:extLst>
          </p:cNvPr>
          <p:cNvSpPr>
            <a:spLocks noGrp="1"/>
          </p:cNvSpPr>
          <p:nvPr/>
        </p:nvSpPr>
        <p:spPr>
          <a:xfrm>
            <a:off x="9003887" y="2655570"/>
            <a:ext cx="8213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‏מיועדת</a:t>
            </a:r>
          </a:p>
        </p:txBody>
      </p:sp>
      <p:sp>
        <p:nvSpPr>
          <p:cNvPr id="28" name="body-2-1-word-3">
            <a:extLst>
              <a:ext uri="{FF2B5EF4-FFF2-40B4-BE49-F238E27FC236}">
                <ns2:creationId id="{88656A54-A6D8-475E-99BD-C64FC56385B3}"/>
              </a:ext>
            </a:extLst>
          </p:cNvPr>
          <p:cNvSpPr>
            <a:spLocks noGrp="1"/>
          </p:cNvSpPr>
          <p:nvPr/>
        </p:nvSpPr>
        <p:spPr>
          <a:xfrm>
            <a:off x="7976997" y="2655570"/>
            <a:ext cx="9665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‏לזכאיות,</a:t>
            </a:r>
          </a:p>
        </p:txBody>
      </p:sp>
      <p:sp>
        <p:nvSpPr>
          <p:cNvPr id="29" name="body-2-1-word-4">
            <a:extLst>
              <a:ext uri="{FF2B5EF4-FFF2-40B4-BE49-F238E27FC236}">
                <ns2:creationId id="{9D43DA2C-52D2-4016-A9D3-FBDB47E58DCF}"/>
              </a:ext>
            </a:extLst>
          </p:cNvPr>
          <p:cNvSpPr>
            <a:spLocks noGrp="1"/>
          </p:cNvSpPr>
          <p:nvPr/>
        </p:nvSpPr>
        <p:spPr>
          <a:xfrm>
            <a:off x="7201376" y="2655570"/>
            <a:ext cx="715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‏לרבות</a:t>
            </a:r>
          </a:p>
        </p:txBody>
      </p:sp>
      <p:sp>
        <p:nvSpPr>
          <p:cNvPr id="30" name="body-2-1-word-5">
            <a:extLst>
              <a:ext uri="{FF2B5EF4-FFF2-40B4-BE49-F238E27FC236}">
                <ns2:creationId id="{BB589348-ECF6-4A2D-ACD6-D3C47C95B4F5}"/>
              </a:ext>
            </a:extLst>
          </p:cNvPr>
          <p:cNvSpPr>
            <a:spLocks noGrp="1"/>
          </p:cNvSpPr>
          <p:nvPr/>
        </p:nvSpPr>
        <p:spPr>
          <a:xfrm>
            <a:off x="6414135" y="2655570"/>
            <a:ext cx="7269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‏חיילות</a:t>
            </a:r>
          </a:p>
        </p:txBody>
      </p:sp>
      <p:sp>
        <p:nvSpPr>
          <p:cNvPr id="31" name="body-2-1-word-6">
            <a:extLst>
              <a:ext uri="{FF2B5EF4-FFF2-40B4-BE49-F238E27FC236}">
                <ns2:creationId id="{3717C719-BF67-4BE3-BD3C-B50050604FE3}"/>
              </a:ext>
            </a:extLst>
          </p:cNvPr>
          <p:cNvSpPr>
            <a:spLocks noGrp="1"/>
          </p:cNvSpPr>
          <p:nvPr/>
        </p:nvSpPr>
        <p:spPr>
          <a:xfrm>
            <a:off x="5671852" y="2655570"/>
            <a:ext cx="6819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‏דתיות</a:t>
            </a:r>
          </a:p>
        </p:txBody>
      </p:sp>
      <p:sp>
        <p:nvSpPr>
          <p:cNvPr id="32" name="body-2-1-word-7">
            <a:extLst>
              <a:ext uri="{FF2B5EF4-FFF2-40B4-BE49-F238E27FC236}">
                <ns2:creationId id="{24FD3185-BAE5-4CE4-814B-F054EB87A761}"/>
              </a:ext>
            </a:extLst>
          </p:cNvPr>
          <p:cNvSpPr>
            <a:spLocks noGrp="1"/>
          </p:cNvSpPr>
          <p:nvPr/>
        </p:nvSpPr>
        <p:spPr>
          <a:xfrm>
            <a:off x="4556093" y="2655570"/>
            <a:ext cx="10554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‏שהונפקה</a:t>
            </a:r>
          </a:p>
        </p:txBody>
      </p:sp>
      <p:sp>
        <p:nvSpPr>
          <p:cNvPr id="33" name="body-2-1-word-8">
            <a:extLst>
              <a:ext uri="{FF2B5EF4-FFF2-40B4-BE49-F238E27FC236}">
                <ns2:creationId id="{76681BE0-9143-4774-B875-C623E7809AF2}"/>
              </a:ext>
            </a:extLst>
          </p:cNvPr>
          <p:cNvSpPr>
            <a:spLocks noGrp="1"/>
          </p:cNvSpPr>
          <p:nvPr/>
        </p:nvSpPr>
        <p:spPr>
          <a:xfrm>
            <a:off x="4092416" y="2655570"/>
            <a:ext cx="4033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‏להן</a:t>
            </a:r>
          </a:p>
        </p:txBody>
      </p:sp>
      <p:sp>
        <p:nvSpPr>
          <p:cNvPr id="34" name="body-2-1-word-9">
            <a:extLst>
              <a:ext uri="{FF2B5EF4-FFF2-40B4-BE49-F238E27FC236}">
                <ns2:creationId id="{A76BD74A-C523-49B4-885E-89380E0B171D}"/>
              </a:ext>
            </a:extLst>
          </p:cNvPr>
          <p:cNvSpPr>
            <a:spLocks noGrp="1"/>
          </p:cNvSpPr>
          <p:nvPr/>
        </p:nvSpPr>
        <p:spPr>
          <a:xfrm>
            <a:off x="3280791" y="2655570"/>
            <a:ext cx="7513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‏חצאית</a:t>
            </a:r>
          </a:p>
        </p:txBody>
      </p:sp>
      <p:sp>
        <p:nvSpPr>
          <p:cNvPr id="35" name="body-2-1-word-10">
            <a:extLst>
              <a:ext uri="{FF2B5EF4-FFF2-40B4-BE49-F238E27FC236}">
                <ns2:creationId id="{7DC80466-AB62-4BFD-ACB4-3F3E1CA20BC0}"/>
              </a:ext>
            </a:extLst>
          </p:cNvPr>
          <p:cNvSpPr>
            <a:spLocks noGrp="1"/>
          </p:cNvSpPr>
          <p:nvPr/>
        </p:nvSpPr>
        <p:spPr>
          <a:xfrm>
            <a:off x="2833021" y="265557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36" name="body-2-1-word-11">
            <a:extLst>
              <a:ext uri="{FF2B5EF4-FFF2-40B4-BE49-F238E27FC236}">
                <ns2:creationId id="{CABD2AAE-7FBA-4308-81AF-8692F1A76D7E}"/>
              </a:ext>
            </a:extLst>
          </p:cNvPr>
          <p:cNvSpPr>
            <a:spLocks noGrp="1"/>
          </p:cNvSpPr>
          <p:nvPr/>
        </p:nvSpPr>
        <p:spPr>
          <a:xfrm>
            <a:off x="2017205" y="2655570"/>
            <a:ext cx="7555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‏הנוהל.</a:t>
            </a:r>
          </a:p>
        </p:txBody>
      </p:sp>
      <p:sp>
        <p:nvSpPr>
          <p:cNvPr id="37" name="body-2-1-word-12">
            <a:extLst>
              <a:ext uri="{FF2B5EF4-FFF2-40B4-BE49-F238E27FC236}">
                <ns2:creationId id="{94BD5AD7-5C43-4253-8A14-83BF2A85BDA9}"/>
              </a:ext>
            </a:extLst>
          </p:cNvPr>
          <p:cNvSpPr>
            <a:spLocks noGrp="1"/>
          </p:cNvSpPr>
          <p:nvPr/>
        </p:nvSpPr>
        <p:spPr>
          <a:xfrm>
            <a:off x="1310259" y="2655570"/>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38" name="body-2-2-word-0">
            <a:extLst>
              <a:ext uri="{FF2B5EF4-FFF2-40B4-BE49-F238E27FC236}">
                <ns2:creationId id="{CEF2EBD8-4F3A-48BF-8750-ADE7BE3B7846}"/>
              </a:ext>
            </a:extLst>
          </p:cNvPr>
          <p:cNvSpPr>
            <a:spLocks noGrp="1"/>
          </p:cNvSpPr>
          <p:nvPr/>
        </p:nvSpPr>
        <p:spPr>
          <a:xfrm>
            <a:off x="10665523" y="3007043"/>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39" name="body-2-2-word-1">
            <a:extLst>
              <a:ext uri="{FF2B5EF4-FFF2-40B4-BE49-F238E27FC236}">
                <ns2:creationId id="{26424B28-B771-4EE9-8BB7-AC3F59422389}"/>
              </a:ext>
            </a:extLst>
          </p:cNvPr>
          <p:cNvSpPr>
            <a:spLocks noGrp="1"/>
          </p:cNvSpPr>
          <p:nvPr/>
        </p:nvSpPr>
        <p:spPr>
          <a:xfrm>
            <a:off x="9853898" y="3007043"/>
            <a:ext cx="7513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‏חצאית</a:t>
            </a:r>
          </a:p>
        </p:txBody>
      </p:sp>
      <p:sp>
        <p:nvSpPr>
          <p:cNvPr id="40" name="body-2-2-word-2">
            <a:extLst>
              <a:ext uri="{FF2B5EF4-FFF2-40B4-BE49-F238E27FC236}">
                <ns2:creationId id="{E4326BFB-6E7D-40E0-91A3-0E8CE1059AB1}"/>
              </a:ext>
            </a:extLst>
          </p:cNvPr>
          <p:cNvSpPr>
            <a:spLocks noGrp="1"/>
          </p:cNvSpPr>
          <p:nvPr/>
        </p:nvSpPr>
        <p:spPr>
          <a:xfrm>
            <a:off x="9057799" y="3007043"/>
            <a:ext cx="7358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‏חילית.</a:t>
            </a:r>
          </a:p>
        </p:txBody>
      </p:sp>
      <p:sp>
        <p:nvSpPr>
          <p:cNvPr id="41" name="body-2-2-word-3">
            <a:extLst>
              <a:ext uri="{FF2B5EF4-FFF2-40B4-BE49-F238E27FC236}">
                <ns2:creationId id="{A0A7131B-62EC-4472-BFC3-E84EA728ADF9}"/>
              </a:ext>
            </a:extLst>
          </p:cNvPr>
          <p:cNvSpPr>
            <a:spLocks noGrp="1"/>
          </p:cNvSpPr>
          <p:nvPr/>
        </p:nvSpPr>
        <p:spPr>
          <a:xfrm>
            <a:off x="8274463" y="3007043"/>
            <a:ext cx="7230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‏האורך</a:t>
            </a:r>
          </a:p>
        </p:txBody>
      </p:sp>
      <p:sp>
        <p:nvSpPr>
          <p:cNvPr id="42" name="body-2-2-word-4">
            <a:extLst>
              <a:ext uri="{FF2B5EF4-FFF2-40B4-BE49-F238E27FC236}">
                <ns2:creationId id="{91221592-AC79-4928-B99A-3550B393693C}"/>
              </a:ext>
            </a:extLst>
          </p:cNvPr>
          <p:cNvSpPr>
            <a:spLocks noGrp="1"/>
          </p:cNvSpPr>
          <p:nvPr/>
        </p:nvSpPr>
        <p:spPr>
          <a:xfrm>
            <a:off x="7472077" y="3007043"/>
            <a:ext cx="7420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‏לפחות</a:t>
            </a:r>
          </a:p>
        </p:txBody>
      </p:sp>
      <p:sp>
        <p:nvSpPr>
          <p:cNvPr id="43" name="body-2-2-word-5">
            <a:extLst>
              <a:ext uri="{FF2B5EF4-FFF2-40B4-BE49-F238E27FC236}">
                <ns2:creationId id="{77F113C3-EFD3-41BB-9123-796BA27B29B5}"/>
              </a:ext>
            </a:extLst>
          </p:cNvPr>
          <p:cNvSpPr>
            <a:spLocks noGrp="1"/>
          </p:cNvSpPr>
          <p:nvPr/>
        </p:nvSpPr>
        <p:spPr>
          <a:xfrm>
            <a:off x="7224331" y="3007043"/>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44" name="body-2-2-word-6">
            <a:extLst>
              <a:ext uri="{FF2B5EF4-FFF2-40B4-BE49-F238E27FC236}">
                <ns2:creationId id="{75445151-9D68-4B35-9ACA-95C40940F30D}"/>
              </a:ext>
            </a:extLst>
          </p:cNvPr>
          <p:cNvSpPr>
            <a:spLocks noGrp="1"/>
          </p:cNvSpPr>
          <p:nvPr/>
        </p:nvSpPr>
        <p:spPr>
          <a:xfrm>
            <a:off x="6680454" y="3007043"/>
            <a:ext cx="4835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45" name="body-2-2-word-7">
            <a:extLst>
              <a:ext uri="{FF2B5EF4-FFF2-40B4-BE49-F238E27FC236}">
                <ns2:creationId id="{2A58AFD6-E0E3-4545-B9E5-5885A4CD5E5F}"/>
              </a:ext>
            </a:extLst>
          </p:cNvPr>
          <p:cNvSpPr>
            <a:spLocks noGrp="1"/>
          </p:cNvSpPr>
          <p:nvPr/>
        </p:nvSpPr>
        <p:spPr>
          <a:xfrm>
            <a:off x="5881497" y="3007043"/>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46" name="body-2-2-word-8">
            <a:extLst>
              <a:ext uri="{FF2B5EF4-FFF2-40B4-BE49-F238E27FC236}">
                <ns2:creationId id="{B86F3D82-3276-4488-A84C-5B44866AF9CA}"/>
              </a:ext>
            </a:extLst>
          </p:cNvPr>
          <p:cNvSpPr>
            <a:spLocks noGrp="1"/>
          </p:cNvSpPr>
          <p:nvPr/>
        </p:nvSpPr>
        <p:spPr>
          <a:xfrm>
            <a:off x="5093017" y="3007043"/>
            <a:ext cx="7281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‏לפיקת</a:t>
            </a:r>
          </a:p>
        </p:txBody>
      </p:sp>
      <p:sp>
        <p:nvSpPr>
          <p:cNvPr id="47" name="body-2-2-word-9">
            <a:extLst>
              <a:ext uri="{FF2B5EF4-FFF2-40B4-BE49-F238E27FC236}">
                <ns2:creationId id="{74B66E2C-5418-47A1-9926-3B4F45EF6F87}"/>
              </a:ext>
            </a:extLst>
          </p:cNvPr>
          <p:cNvSpPr>
            <a:spLocks noGrp="1"/>
          </p:cNvSpPr>
          <p:nvPr/>
        </p:nvSpPr>
        <p:spPr>
          <a:xfrm>
            <a:off x="4306824" y="3007043"/>
            <a:ext cx="7259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‏הברך.</a:t>
            </a:r>
          </a:p>
        </p:txBody>
      </p:sp>
      <p:sp>
        <p:nvSpPr>
          <p:cNvPr id="48" name="body-3-1-word-0">
            <a:extLst>
              <a:ext uri="{FF2B5EF4-FFF2-40B4-BE49-F238E27FC236}">
                <ns2:creationId id="{87C6897F-F709-4F1B-913C-2B255B03B770}"/>
              </a:ext>
            </a:extLst>
          </p:cNvPr>
          <p:cNvSpPr>
            <a:spLocks noGrp="1"/>
          </p:cNvSpPr>
          <p:nvPr/>
        </p:nvSpPr>
        <p:spPr>
          <a:xfrm>
            <a:off x="10851356" y="3549015"/>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49" name="body-3-1-word-1">
            <a:extLst>
              <a:ext uri="{FF2B5EF4-FFF2-40B4-BE49-F238E27FC236}">
                <ns2:creationId id="{361323BA-6C2C-40C5-9334-08FC9A99522B}"/>
              </a:ext>
            </a:extLst>
          </p:cNvPr>
          <p:cNvSpPr>
            <a:spLocks noGrp="1"/>
          </p:cNvSpPr>
          <p:nvPr/>
        </p:nvSpPr>
        <p:spPr>
          <a:xfrm>
            <a:off x="10126790" y="3549015"/>
            <a:ext cx="664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50" name="body-3-1-word-2">
            <a:extLst>
              <a:ext uri="{FF2B5EF4-FFF2-40B4-BE49-F238E27FC236}">
                <ns2:creationId id="{4492AB17-1907-486A-98CB-C4038FE6C804}"/>
              </a:ext>
            </a:extLst>
          </p:cNvPr>
          <p:cNvSpPr>
            <a:spLocks noGrp="1"/>
          </p:cNvSpPr>
          <p:nvPr/>
        </p:nvSpPr>
        <p:spPr>
          <a:xfrm>
            <a:off x="9323927" y="3549015"/>
            <a:ext cx="7425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‏הרחיב</a:t>
            </a:r>
          </a:p>
        </p:txBody>
      </p:sp>
      <p:sp>
        <p:nvSpPr>
          <p:cNvPr id="51" name="body-3-1-word-3">
            <a:extLst>
              <a:ext uri="{FF2B5EF4-FFF2-40B4-BE49-F238E27FC236}">
                <ns2:creationId id="{FA314A78-CF08-49F2-9BD1-B9128B235D12}"/>
              </a:ext>
            </a:extLst>
          </p:cNvPr>
          <p:cNvSpPr>
            <a:spLocks noGrp="1"/>
          </p:cNvSpPr>
          <p:nvPr/>
        </p:nvSpPr>
        <p:spPr>
          <a:xfrm>
            <a:off x="8890540"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2" name="body-3-1-word-4">
            <a:extLst>
              <a:ext uri="{FF2B5EF4-FFF2-40B4-BE49-F238E27FC236}">
                <ns2:creationId id="{7545EE79-68C2-4367-87B9-805945D774F0}"/>
              </a:ext>
            </a:extLst>
          </p:cNvPr>
          <p:cNvSpPr>
            <a:spLocks noGrp="1"/>
          </p:cNvSpPr>
          <p:nvPr/>
        </p:nvSpPr>
        <p:spPr>
          <a:xfrm>
            <a:off x="8288369" y="3549015"/>
            <a:ext cx="5418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‏צבעי</a:t>
            </a:r>
          </a:p>
        </p:txBody>
      </p:sp>
      <p:sp>
        <p:nvSpPr>
          <p:cNvPr id="53" name="body-3-1-word-5">
            <a:extLst>
              <a:ext uri="{FF2B5EF4-FFF2-40B4-BE49-F238E27FC236}">
                <ns2:creationId id="{A0EAFB54-F476-44A3-BF77-D41ADB1CD99E}"/>
              </a:ext>
            </a:extLst>
          </p:cNvPr>
          <p:cNvSpPr>
            <a:spLocks noGrp="1"/>
          </p:cNvSpPr>
          <p:nvPr/>
        </p:nvSpPr>
        <p:spPr>
          <a:xfrm>
            <a:off x="7692295" y="3549015"/>
            <a:ext cx="5357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‏כיסוי</a:t>
            </a:r>
          </a:p>
        </p:txBody>
      </p:sp>
      <p:sp>
        <p:nvSpPr>
          <p:cNvPr id="54" name="body-3-1-word-6">
            <a:extLst>
              <a:ext uri="{FF2B5EF4-FFF2-40B4-BE49-F238E27FC236}">
                <ns2:creationId id="{D76F2BEB-EE0D-4760-936E-313E5AD8127D}"/>
              </a:ext>
            </a:extLst>
          </p:cNvPr>
          <p:cNvSpPr>
            <a:spLocks noGrp="1"/>
          </p:cNvSpPr>
          <p:nvPr/>
        </p:nvSpPr>
        <p:spPr>
          <a:xfrm>
            <a:off x="6926580" y="3549015"/>
            <a:ext cx="7054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‏הראש</a:t>
            </a:r>
          </a:p>
        </p:txBody>
      </p:sp>
      <p:sp>
        <p:nvSpPr>
          <p:cNvPr id="55" name="body-3-1-word-7">
            <a:extLst>
              <a:ext uri="{FF2B5EF4-FFF2-40B4-BE49-F238E27FC236}">
                <ns2:creationId id="{6204370D-9510-4D44-B7B3-77105969ECF5}"/>
              </a:ext>
            </a:extLst>
          </p:cNvPr>
          <p:cNvSpPr>
            <a:spLocks noGrp="1"/>
          </p:cNvSpPr>
          <p:nvPr/>
        </p:nvSpPr>
        <p:spPr>
          <a:xfrm>
            <a:off x="6164771" y="3549015"/>
            <a:ext cx="7015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‏לנשים</a:t>
            </a:r>
          </a:p>
        </p:txBody>
      </p:sp>
      <p:sp>
        <p:nvSpPr>
          <p:cNvPr id="56" name="body-3-1-word-8">
            <a:extLst>
              <a:ext uri="{FF2B5EF4-FFF2-40B4-BE49-F238E27FC236}">
                <ns2:creationId id="{0F90248A-BEF6-415B-8F07-9DF9B34341CC}"/>
              </a:ext>
            </a:extLst>
          </p:cNvPr>
          <p:cNvSpPr>
            <a:spLocks noGrp="1"/>
          </p:cNvSpPr>
          <p:nvPr/>
        </p:nvSpPr>
        <p:spPr>
          <a:xfrm>
            <a:off x="5343144" y="3549015"/>
            <a:ext cx="7613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‏דתיות,</a:t>
            </a:r>
          </a:p>
        </p:txBody>
      </p:sp>
      <p:sp>
        <p:nvSpPr>
          <p:cNvPr id="57" name="body-3-1-word-9">
            <a:extLst>
              <a:ext uri="{FF2B5EF4-FFF2-40B4-BE49-F238E27FC236}">
                <ns2:creationId id="{E630E5DA-E6BB-490A-8FEF-F760168D044B}"/>
              </a:ext>
            </a:extLst>
          </p:cNvPr>
          <p:cNvSpPr>
            <a:spLocks noGrp="1"/>
          </p:cNvSpPr>
          <p:nvPr/>
        </p:nvSpPr>
        <p:spPr>
          <a:xfrm>
            <a:off x="4522851" y="3549015"/>
            <a:ext cx="7600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‏ואפשר</a:t>
            </a:r>
          </a:p>
        </p:txBody>
      </p:sp>
      <p:sp>
        <p:nvSpPr>
          <p:cNvPr id="58" name="body-3-1-word-10">
            <a:extLst>
              <a:ext uri="{FF2B5EF4-FFF2-40B4-BE49-F238E27FC236}">
                <ns2:creationId id="{5D62254A-40D0-4B72-B38C-83A165ED0C96}"/>
              </a:ext>
            </a:extLst>
          </p:cNvPr>
          <p:cNvSpPr>
            <a:spLocks noGrp="1"/>
          </p:cNvSpPr>
          <p:nvPr/>
        </p:nvSpPr>
        <p:spPr>
          <a:xfrm>
            <a:off x="3808190" y="3549015"/>
            <a:ext cx="6543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‏גרביון</a:t>
            </a:r>
          </a:p>
        </p:txBody>
      </p:sp>
      <p:sp>
        <p:nvSpPr>
          <p:cNvPr id="59" name="body-3-1-word-11">
            <a:extLst>
              <a:ext uri="{FF2B5EF4-FFF2-40B4-BE49-F238E27FC236}">
                <ns2:creationId id="{E1DCE64F-F074-4490-AFEA-E58D5CB34535}"/>
              </a:ext>
            </a:extLst>
          </p:cNvPr>
          <p:cNvSpPr>
            <a:spLocks noGrp="1"/>
          </p:cNvSpPr>
          <p:nvPr/>
        </p:nvSpPr>
        <p:spPr>
          <a:xfrm>
            <a:off x="3133916" y="3549015"/>
            <a:ext cx="6139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60" name="body-3-1-word-12">
            <a:extLst>
              <a:ext uri="{FF2B5EF4-FFF2-40B4-BE49-F238E27FC236}">
                <ns2:creationId id="{4652C103-49DF-4C0B-8365-B2E8D5F285A1}"/>
              </a:ext>
            </a:extLst>
          </p:cNvPr>
          <p:cNvSpPr>
            <a:spLocks noGrp="1"/>
          </p:cNvSpPr>
          <p:nvPr/>
        </p:nvSpPr>
        <p:spPr>
          <a:xfrm>
            <a:off x="2261902" y="3549015"/>
            <a:ext cx="8117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‏בחורף.</a:t>
            </a:r>
          </a:p>
        </p:txBody>
      </p:sp>
      <p:sp>
        <p:nvSpPr>
          <p:cNvPr id="61" name="body-3-1-word-13">
            <a:extLst>
              <a:ext uri="{FF2B5EF4-FFF2-40B4-BE49-F238E27FC236}">
                <ns2:creationId id="{DC42DC9D-EEA5-4DD3-896A-C0B2B417303D}"/>
              </a:ext>
            </a:extLst>
          </p:cNvPr>
          <p:cNvSpPr>
            <a:spLocks noGrp="1"/>
          </p:cNvSpPr>
          <p:nvPr/>
        </p:nvSpPr>
        <p:spPr>
          <a:xfrm>
            <a:off x="1403223" y="3549015"/>
            <a:ext cx="7983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‏רשימת</a:t>
            </a:r>
          </a:p>
        </p:txBody>
      </p:sp>
      <p:sp>
        <p:nvSpPr>
          <p:cNvPr id="62" name="body-3-2-word-0">
            <a:extLst>
              <a:ext uri="{FF2B5EF4-FFF2-40B4-BE49-F238E27FC236}">
                <ns2:creationId id="{3DE9C9ED-154D-4277-978E-B72E26F47C36}"/>
              </a:ext>
            </a:extLst>
          </p:cNvPr>
          <p:cNvSpPr>
            <a:spLocks noGrp="1"/>
          </p:cNvSpPr>
          <p:nvPr/>
        </p:nvSpPr>
        <p:spPr>
          <a:xfrm>
            <a:off x="10564082" y="3900488"/>
            <a:ext cx="8849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‏הצבעים</a:t>
            </a:r>
          </a:p>
        </p:txBody>
      </p:sp>
      <p:sp>
        <p:nvSpPr>
          <p:cNvPr id="63" name="body-3-2-word-1">
            <a:extLst>
              <a:ext uri="{FF2B5EF4-FFF2-40B4-BE49-F238E27FC236}">
                <ns2:creationId id="{35B9A8F2-5A02-487A-B143-AE77CA781CAB}"/>
              </a:ext>
            </a:extLst>
          </p:cNvPr>
          <p:cNvSpPr>
            <a:spLocks noGrp="1"/>
          </p:cNvSpPr>
          <p:nvPr/>
        </p:nvSpPr>
        <p:spPr>
          <a:xfrm>
            <a:off x="9683115" y="3900488"/>
            <a:ext cx="8206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‏מופיעה</a:t>
            </a:r>
          </a:p>
        </p:txBody>
      </p:sp>
      <p:sp>
        <p:nvSpPr>
          <p:cNvPr id="64" name="body-3-2-word-2">
            <a:extLst>
              <a:ext uri="{FF2B5EF4-FFF2-40B4-BE49-F238E27FC236}">
                <ns2:creationId id="{D29C69C6-DF04-4FED-A3A8-2C26924EBF3A}"/>
              </a:ext>
            </a:extLst>
          </p:cNvPr>
          <p:cNvSpPr>
            <a:spLocks noGrp="1"/>
          </p:cNvSpPr>
          <p:nvPr/>
        </p:nvSpPr>
        <p:spPr>
          <a:xfrm>
            <a:off x="8767953" y="3900488"/>
            <a:ext cx="8548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‏בנספח.</a:t>
            </a:r>
          </a:p>
        </p:txBody>
      </p:sp>
      <p:sp>
        <p:nvSpPr>
          <p:cNvPr id="65" name="body-4-1-word-0">
            <a:extLst>
              <a:ext uri="{FF2B5EF4-FFF2-40B4-BE49-F238E27FC236}">
                <ns2:creationId id="{07CAD586-9F21-4F90-A18C-0CF21AF1F1D9}"/>
              </a:ext>
            </a:extLst>
          </p:cNvPr>
          <p:cNvSpPr>
            <a:spLocks noGrp="1"/>
          </p:cNvSpPr>
          <p:nvPr/>
        </p:nvSpPr>
        <p:spPr>
          <a:xfrm>
            <a:off x="10696575" y="4442460"/>
            <a:ext cx="752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‏קיימות</a:t>
            </a:r>
          </a:p>
        </p:txBody>
      </p:sp>
      <p:sp>
        <p:nvSpPr>
          <p:cNvPr id="66" name="body-4-1-word-1">
            <a:extLst>
              <a:ext uri="{FF2B5EF4-FFF2-40B4-BE49-F238E27FC236}">
                <ns2:creationId id="{A90F7726-2944-47B5-89A7-D40940F781ED}"/>
              </a:ext>
            </a:extLst>
          </p:cNvPr>
          <p:cNvSpPr>
            <a:spLocks noGrp="1"/>
          </p:cNvSpPr>
          <p:nvPr/>
        </p:nvSpPr>
        <p:spPr>
          <a:xfrm>
            <a:off x="9810845" y="4442460"/>
            <a:ext cx="8254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‏זכאויות</a:t>
            </a:r>
          </a:p>
        </p:txBody>
      </p:sp>
      <p:sp>
        <p:nvSpPr>
          <p:cNvPr id="67" name="body-4-1-word-2">
            <a:extLst>
              <a:ext uri="{FF2B5EF4-FFF2-40B4-BE49-F238E27FC236}">
                <ns2:creationId id="{CAD0C33B-7E7E-4021-B5DB-06B0CCCE5517}"/>
              </a:ext>
            </a:extLst>
          </p:cNvPr>
          <p:cNvSpPr>
            <a:spLocks noGrp="1"/>
          </p:cNvSpPr>
          <p:nvPr/>
        </p:nvSpPr>
        <p:spPr>
          <a:xfrm>
            <a:off x="8893492" y="4442460"/>
            <a:ext cx="8570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‏לנעליים</a:t>
            </a:r>
          </a:p>
        </p:txBody>
      </p:sp>
      <p:sp>
        <p:nvSpPr>
          <p:cNvPr id="68" name="body-4-1-word-3">
            <a:extLst>
              <a:ext uri="{FF2B5EF4-FFF2-40B4-BE49-F238E27FC236}">
                <ns2:creationId id="{369C42C1-D176-479C-8CBC-9AFF58FC5451}"/>
              </a:ext>
            </a:extLst>
          </p:cNvPr>
          <p:cNvSpPr>
            <a:spLocks noGrp="1"/>
          </p:cNvSpPr>
          <p:nvPr/>
        </p:nvSpPr>
        <p:spPr>
          <a:xfrm>
            <a:off x="8379238" y="4442460"/>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69" name="body-4-1-word-4">
            <a:extLst>
              <a:ext uri="{FF2B5EF4-FFF2-40B4-BE49-F238E27FC236}">
                <ns2:creationId id="{8677FD23-62D6-48CA-BF79-2363BD77AEA1}"/>
              </a:ext>
            </a:extLst>
          </p:cNvPr>
          <p:cNvSpPr>
            <a:spLocks noGrp="1"/>
          </p:cNvSpPr>
          <p:nvPr/>
        </p:nvSpPr>
        <p:spPr>
          <a:xfrm>
            <a:off x="7923181" y="4442460"/>
            <a:ext cx="3957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‏עור</a:t>
            </a:r>
          </a:p>
        </p:txBody>
      </p:sp>
      <p:sp>
        <p:nvSpPr>
          <p:cNvPr id="70" name="body-4-1-word-5">
            <a:extLst>
              <a:ext uri="{FF2B5EF4-FFF2-40B4-BE49-F238E27FC236}">
                <ns2:creationId id="{8EE16FCD-FB73-4188-B867-46C329F66DC5}"/>
              </a:ext>
            </a:extLst>
          </p:cNvPr>
          <p:cNvSpPr>
            <a:spLocks noGrp="1"/>
          </p:cNvSpPr>
          <p:nvPr/>
        </p:nvSpPr>
        <p:spPr>
          <a:xfrm>
            <a:off x="6902005" y="4442460"/>
            <a:ext cx="9608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‏ולכומתה</a:t>
            </a:r>
          </a:p>
        </p:txBody>
      </p:sp>
      <p:sp>
        <p:nvSpPr>
          <p:cNvPr id="71" name="body-4-1-word-6">
            <a:extLst>
              <a:ext uri="{FF2B5EF4-FFF2-40B4-BE49-F238E27FC236}">
                <ns2:creationId id="{502CC7F2-697C-4F27-96B5-DED5A775CDD8}"/>
              </a:ext>
            </a:extLst>
          </p:cNvPr>
          <p:cNvSpPr>
            <a:spLocks noGrp="1"/>
          </p:cNvSpPr>
          <p:nvPr/>
        </p:nvSpPr>
        <p:spPr>
          <a:xfrm>
            <a:off x="6387751" y="4442460"/>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72" name="body-4-1-word-7">
            <a:extLst>
              <a:ext uri="{FF2B5EF4-FFF2-40B4-BE49-F238E27FC236}">
                <ns2:creationId id="{F90127C9-2D26-446B-9691-545DABAF2B6B}"/>
              </a:ext>
            </a:extLst>
          </p:cNvPr>
          <p:cNvSpPr>
            <a:spLocks noGrp="1"/>
          </p:cNvSpPr>
          <p:nvPr/>
        </p:nvSpPr>
        <p:spPr>
          <a:xfrm>
            <a:off x="5844826" y="4442460"/>
            <a:ext cx="4826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‏צמר</a:t>
            </a:r>
          </a:p>
        </p:txBody>
      </p:sp>
      <p:sp>
        <p:nvSpPr>
          <p:cNvPr id="73" name="body-4-1-word-8">
            <a:extLst>
              <a:ext uri="{FF2B5EF4-FFF2-40B4-BE49-F238E27FC236}">
                <ns2:creationId id="{3860677B-B501-4E38-8804-6D324739DA79}"/>
              </a:ext>
            </a:extLst>
          </p:cNvPr>
          <p:cNvSpPr>
            <a:spLocks noGrp="1"/>
          </p:cNvSpPr>
          <p:nvPr/>
        </p:nvSpPr>
        <p:spPr>
          <a:xfrm>
            <a:off x="4740593" y="4442460"/>
            <a:ext cx="10439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‏למקיימים</a:t>
            </a:r>
          </a:p>
        </p:txBody>
      </p:sp>
      <p:sp>
        <p:nvSpPr>
          <p:cNvPr id="74" name="body-4-1-word-9">
            <a:extLst>
              <a:ext uri="{FF2B5EF4-FFF2-40B4-BE49-F238E27FC236}">
                <ns2:creationId id="{2C8EB770-832C-4D77-8E55-72F0C3FFCFF9}"/>
              </a:ext>
            </a:extLst>
          </p:cNvPr>
          <p:cNvSpPr>
            <a:spLocks noGrp="1"/>
          </p:cNvSpPr>
          <p:nvPr/>
        </p:nvSpPr>
        <p:spPr>
          <a:xfrm>
            <a:off x="4103846" y="4442460"/>
            <a:ext cx="5764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‏אורח</a:t>
            </a:r>
          </a:p>
        </p:txBody>
      </p:sp>
      <p:sp>
        <p:nvSpPr>
          <p:cNvPr id="75" name="body-4-1-word-10">
            <a:extLst>
              <a:ext uri="{FF2B5EF4-FFF2-40B4-BE49-F238E27FC236}">
                <ns2:creationId id="{46531952-B3A6-44A1-9067-04D39F9EAA79}"/>
              </a:ext>
            </a:extLst>
          </p:cNvPr>
          <p:cNvSpPr>
            <a:spLocks noGrp="1"/>
          </p:cNvSpPr>
          <p:nvPr/>
        </p:nvSpPr>
        <p:spPr>
          <a:xfrm>
            <a:off x="3531965" y="4442460"/>
            <a:ext cx="5115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‏חיים</a:t>
            </a:r>
          </a:p>
        </p:txBody>
      </p:sp>
      <p:sp>
        <p:nvSpPr>
          <p:cNvPr id="76" name="body-4-1-word-11">
            <a:extLst>
              <a:ext uri="{FF2B5EF4-FFF2-40B4-BE49-F238E27FC236}">
                <ns2:creationId id="{BAF4042B-F9EC-4505-AB22-A6E4A8A2F3F9}"/>
              </a:ext>
            </a:extLst>
          </p:cNvPr>
          <p:cNvSpPr>
            <a:spLocks noGrp="1"/>
          </p:cNvSpPr>
          <p:nvPr/>
        </p:nvSpPr>
        <p:spPr>
          <a:xfrm>
            <a:off x="2605945" y="4442460"/>
            <a:ext cx="8657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77" name="body-4-1-word-12">
            <a:extLst>
              <a:ext uri="{FF2B5EF4-FFF2-40B4-BE49-F238E27FC236}">
                <ns2:creationId id="{A4983B3F-91DE-47CE-AB7D-A653A0C750E3}"/>
              </a:ext>
            </a:extLst>
          </p:cNvPr>
          <p:cNvSpPr>
            <a:spLocks noGrp="1"/>
          </p:cNvSpPr>
          <p:nvPr/>
        </p:nvSpPr>
        <p:spPr>
          <a:xfrm>
            <a:off x="1578483" y="4442460"/>
            <a:ext cx="9671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‏מסדירים</a:t>
            </a:r>
          </a:p>
        </p:txBody>
      </p:sp>
      <p:sp>
        <p:nvSpPr>
          <p:cNvPr id="78" name="body-4-1-word-13">
            <a:extLst>
              <a:ext uri="{FF2B5EF4-FFF2-40B4-BE49-F238E27FC236}">
                <ns2:creationId id="{6DE2E737-6E99-4EA9-9ADA-0E6F8D6DE8B8}"/>
              </a:ext>
            </a:extLst>
          </p:cNvPr>
          <p:cNvSpPr>
            <a:spLocks noGrp="1"/>
          </p:cNvSpPr>
          <p:nvPr/>
        </p:nvSpPr>
        <p:spPr>
          <a:xfrm>
            <a:off x="1145096" y="444246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79" name="body-4-2-word-0">
            <a:extLst>
              <a:ext uri="{FF2B5EF4-FFF2-40B4-BE49-F238E27FC236}">
                <ns2:creationId id="{6F33883D-6412-4911-A073-CBE0052DE132}"/>
              </a:ext>
            </a:extLst>
          </p:cNvPr>
          <p:cNvSpPr>
            <a:spLocks noGrp="1"/>
          </p:cNvSpPr>
          <p:nvPr/>
        </p:nvSpPr>
        <p:spPr>
          <a:xfrm>
            <a:off x="10707815" y="4793933"/>
            <a:ext cx="7412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‏הפריט</a:t>
            </a:r>
          </a:p>
        </p:txBody>
      </p:sp>
      <p:sp>
        <p:nvSpPr>
          <p:cNvPr id="80" name="body-4-2-word-1">
            <a:extLst>
              <a:ext uri="{FF2B5EF4-FFF2-40B4-BE49-F238E27FC236}">
                <ns2:creationId id="{78DA7D4D-3E94-4679-9688-05FC394E2987}"/>
              </a:ext>
            </a:extLst>
          </p:cNvPr>
          <p:cNvSpPr>
            <a:spLocks noGrp="1"/>
          </p:cNvSpPr>
          <p:nvPr/>
        </p:nvSpPr>
        <p:spPr>
          <a:xfrm>
            <a:off x="10260044" y="4793933"/>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81" name="body-4-2-word-2">
            <a:extLst>
              <a:ext uri="{FF2B5EF4-FFF2-40B4-BE49-F238E27FC236}">
                <ns2:creationId id="{F4CC1241-4122-45AD-9416-04237EDF5FE4}"/>
              </a:ext>
            </a:extLst>
          </p:cNvPr>
          <p:cNvSpPr>
            <a:spLocks noGrp="1"/>
          </p:cNvSpPr>
          <p:nvPr/>
        </p:nvSpPr>
        <p:spPr>
          <a:xfrm>
            <a:off x="9444228" y="4793933"/>
            <a:ext cx="7555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‏הנוהל,</a:t>
            </a:r>
          </a:p>
        </p:txBody>
      </p:sp>
      <p:sp>
        <p:nvSpPr>
          <p:cNvPr id="82" name="body-4-2-word-3">
            <a:extLst>
              <a:ext uri="{FF2B5EF4-FFF2-40B4-BE49-F238E27FC236}">
                <ns2:creationId id="{E675C749-ACAC-407C-962B-7573AB821538}"/>
              </a:ext>
            </a:extLst>
          </p:cNvPr>
          <p:cNvSpPr>
            <a:spLocks noGrp="1"/>
          </p:cNvSpPr>
          <p:nvPr/>
        </p:nvSpPr>
        <p:spPr>
          <a:xfrm>
            <a:off x="8919019" y="4793933"/>
            <a:ext cx="4649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‏דרך</a:t>
            </a:r>
          </a:p>
        </p:txBody>
      </p:sp>
      <p:sp>
        <p:nvSpPr>
          <p:cNvPr id="83" name="body-4-2-word-4">
            <a:extLst>
              <a:ext uri="{FF2B5EF4-FFF2-40B4-BE49-F238E27FC236}">
                <ns2:creationId id="{4B1D9AE2-2BC0-417F-94E8-673D347C0B1B}"/>
              </a:ext>
            </a:extLst>
          </p:cNvPr>
          <p:cNvSpPr>
            <a:spLocks noGrp="1"/>
          </p:cNvSpPr>
          <p:nvPr/>
        </p:nvSpPr>
        <p:spPr>
          <a:xfrm>
            <a:off x="7949470" y="4793933"/>
            <a:ext cx="9092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84" name="sources-word-0">
            <a:extLst>
              <a:ext uri="{FF2B5EF4-FFF2-40B4-BE49-F238E27FC236}">
                <ns2:creationId id="{1A059A1A-79EA-4935-A22E-728C431D3581}"/>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5" name="sources-word-1">
            <a:extLst>
              <a:ext uri="{FF2B5EF4-FFF2-40B4-BE49-F238E27FC236}">
                <ns2:creationId id="{1EEAD6AB-8F89-4B61-B8F0-BC942EC376C4}"/>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6" name="sources-word-2">
            <a:extLst>
              <a:ext uri="{FF2B5EF4-FFF2-40B4-BE49-F238E27FC236}">
                <ns2:creationId id="{C54031F3-89DC-4755-B493-C3D305C20AAE}"/>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7" name="sources-word-3">
            <a:extLst>
              <a:ext uri="{FF2B5EF4-FFF2-40B4-BE49-F238E27FC236}">
                <ns2:creationId id="{0100C55A-5E78-4DDA-A36F-721BD8EB3724}"/>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8" name="sources-word-4">
            <a:extLst>
              <a:ext uri="{FF2B5EF4-FFF2-40B4-BE49-F238E27FC236}">
                <ns2:creationId id="{DF9D49D2-A815-49EF-AEF5-876FE6A05CFF}"/>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9" name="sources-word-5">
            <a:extLst>
              <a:ext uri="{FF2B5EF4-FFF2-40B4-BE49-F238E27FC236}">
                <ns2:creationId id="{BD79EE50-5094-4EB9-A319-8E4DD72EB859}"/>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90" name="sources-word-6">
            <a:extLst>
              <a:ext uri="{FF2B5EF4-FFF2-40B4-BE49-F238E27FC236}">
                <ns2:creationId id="{A317E81C-8B40-4C55-8F12-7ADF5FD1D411}"/>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91" name="sources-word-7">
            <a:extLst>
              <a:ext uri="{FF2B5EF4-FFF2-40B4-BE49-F238E27FC236}">
                <ns2:creationId id="{BFB922D4-E565-4A70-875D-3C28B82AC28B}"/>
              </a:ext>
            </a:extLst>
          </p:cNvPr>
          <p:cNvSpPr>
            <a:spLocks noGrp="1"/>
          </p:cNvSpPr>
          <p:nvPr/>
        </p:nvSpPr>
        <p:spPr>
          <a:xfrm>
            <a:off x="8383905"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92" name="sources-word-8">
            <a:extLst>
              <a:ext uri="{FF2B5EF4-FFF2-40B4-BE49-F238E27FC236}">
                <ns2:creationId id="{71EDC763-6EE2-4527-ACA7-C74D0BD6D900}"/>
              </a:ext>
            </a:extLst>
          </p:cNvPr>
          <p:cNvSpPr>
            <a:spLocks noGrp="1"/>
          </p:cNvSpPr>
          <p:nvPr/>
        </p:nvSpPr>
        <p:spPr>
          <a:xfrm>
            <a:off x="7978426"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93" name="sources-word-9">
            <a:extLst>
              <a:ext uri="{FF2B5EF4-FFF2-40B4-BE49-F238E27FC236}">
                <ns2:creationId id="{ED0B64E4-A280-408A-97E2-ED7D5C2D77F2}"/>
              </a:ext>
            </a:extLst>
          </p:cNvPr>
          <p:cNvSpPr>
            <a:spLocks noGrp="1"/>
          </p:cNvSpPr>
          <p:nvPr/>
        </p:nvSpPr>
        <p:spPr>
          <a:xfrm>
            <a:off x="7567422"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94" name="sources-word-10">
            <a:extLst>
              <a:ext uri="{FF2B5EF4-FFF2-40B4-BE49-F238E27FC236}">
                <ns2:creationId id="{2299572A-25F4-4751-900B-B7B23BB95EA4}"/>
              </a:ext>
            </a:extLst>
          </p:cNvPr>
          <p:cNvSpPr>
            <a:spLocks noGrp="1"/>
          </p:cNvSpPr>
          <p:nvPr/>
        </p:nvSpPr>
        <p:spPr>
          <a:xfrm>
            <a:off x="6962013"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‏33.0207,</a:t>
            </a:r>
          </a:p>
        </p:txBody>
      </p:sp>
      <p:sp>
        <p:nvSpPr>
          <p:cNvPr id="95" name="sources-word-11">
            <a:extLst>
              <a:ext uri="{FF2B5EF4-FFF2-40B4-BE49-F238E27FC236}">
                <ns2:creationId id="{ADA970A3-28D2-4E7E-8EDE-F15091EBADD5}"/>
              </a:ext>
            </a:extLst>
          </p:cNvPr>
          <p:cNvSpPr>
            <a:spLocks noGrp="1"/>
          </p:cNvSpPr>
          <p:nvPr/>
        </p:nvSpPr>
        <p:spPr>
          <a:xfrm>
            <a:off x="6492526" y="6191250"/>
            <a:ext cx="44881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‏השירות</a:t>
            </a:r>
          </a:p>
        </p:txBody>
      </p:sp>
      <p:sp>
        <p:nvSpPr>
          <p:cNvPr id="96" name="sources-word-12">
            <a:extLst>
              <a:ext uri="{FF2B5EF4-FFF2-40B4-BE49-F238E27FC236}">
                <ns2:creationId id="{E142FAC1-1A36-4B93-95AC-7EDD407D058A}"/>
              </a:ext>
            </a:extLst>
          </p:cNvPr>
          <p:cNvSpPr>
            <a:spLocks noGrp="1"/>
          </p:cNvSpPr>
          <p:nvPr/>
        </p:nvSpPr>
        <p:spPr>
          <a:xfrm>
            <a:off x="5964174" y="6191250"/>
            <a:ext cx="5076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‏המשותף</a:t>
            </a:r>
          </a:p>
        </p:txBody>
      </p:sp>
      <p:sp>
        <p:nvSpPr>
          <p:cNvPr id="97" name="page">
            <a:extLst>
              <a:ext uri="{FF2B5EF4-FFF2-40B4-BE49-F238E27FC236}">
                <ns2:creationId id="{AA5D2980-603D-452F-B7B2-48923522D91E}"/>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18 / 35</a:t>
            </a:r>
          </a:p>
        </p:txBody>
      </p:sp>
      <p:sp>
        <p:nvSpPr>
          <p:cNvPr id="98" name="timing-word-0">
            <a:extLst>
              <a:ext uri="{FF2B5EF4-FFF2-40B4-BE49-F238E27FC236}">
                <ns2:creationId id="{E88D5F62-6D71-4978-99E8-D9C5794B0D55}"/>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‏15:00</a:t>
            </a:r>
          </a:p>
        </p:txBody>
      </p:sp>
      <p:sp>
        <p:nvSpPr>
          <p:cNvPr id="99" name="timing-word-1">
            <a:extLst>
              <a:ext uri="{FF2B5EF4-FFF2-40B4-BE49-F238E27FC236}">
                <ns2:creationId id="{CFE2A555-2C01-4F05-A619-A76571F01A24}"/>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100" name="timing-word-2">
            <a:extLst>
              <a:ext uri="{FF2B5EF4-FFF2-40B4-BE49-F238E27FC236}">
                <ns2:creationId id="{98FA153E-3716-4FAA-8F3C-F00989B6D391}"/>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‏15:45</a:t>
            </a:r>
          </a:p>
        </p:txBody>
      </p:sp>
      <p:sp>
        <p:nvSpPr>
          <p:cNvPr id="101" name="timing-word-3">
            <a:extLst>
              <a:ext uri="{FF2B5EF4-FFF2-40B4-BE49-F238E27FC236}">
                <ns2:creationId id="{0E343213-B259-43F6-ACC2-5A155C48B4B7}"/>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102" name="timing-word-4">
            <a:extLst>
              <a:ext uri="{FF2B5EF4-FFF2-40B4-BE49-F238E27FC236}">
                <ns2:creationId id="{A93AE9C0-1419-4675-9FF7-C42CD860D601}"/>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517455483"/>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7" name="title-word-0">
            <a:extLst>
              <a:ext uri="{FF2B5EF4-FFF2-40B4-BE49-F238E27FC236}">
                <ns2:creationId id="{4F40D33E-8E46-4F5C-B1B0-06D47BBF975A}"/>
              </a:ext>
            </a:extLst>
          </p:cNvPr>
          <p:cNvSpPr>
            <a:spLocks noGrp="1"/>
          </p:cNvSpPr>
          <p:nvPr/>
        </p:nvSpPr>
        <p:spPr>
          <a:xfrm>
            <a:off x="10684573" y="571500"/>
            <a:ext cx="76447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‏כללי</a:t>
            </a:r>
          </a:p>
        </p:txBody>
      </p:sp>
      <p:sp>
        <p:nvSpPr>
          <p:cNvPr id="2" name="title-word-1">
            <a:extLst>
              <a:ext uri="{FF2B5EF4-FFF2-40B4-BE49-F238E27FC236}">
                <ns2:creationId id="{66653A6A-AEE9-4CB3-B553-D478A3843144}"/>
              </a:ext>
            </a:extLst>
          </p:cNvPr>
          <p:cNvSpPr>
            <a:spLocks noGrp="1"/>
          </p:cNvSpPr>
          <p:nvPr/>
        </p:nvSpPr>
        <p:spPr>
          <a:xfrm>
            <a:off x="9394698" y="571500"/>
            <a:ext cx="119253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‏הדיגום</a:t>
            </a:r>
          </a:p>
        </p:txBody>
      </p:sp>
      <p:sp>
        <p:nvSpPr>
          <p:cNvPr id="3" name="title-word-2">
            <a:extLst>
              <a:ext uri="{FF2B5EF4-FFF2-40B4-BE49-F238E27FC236}">
                <ns2:creationId id="{BB9BDA94-B8B3-45DA-8477-DD25632A3E13}"/>
              </a:ext>
            </a:extLst>
          </p:cNvPr>
          <p:cNvSpPr>
            <a:spLocks noGrp="1"/>
          </p:cNvSpPr>
          <p:nvPr/>
        </p:nvSpPr>
        <p:spPr>
          <a:xfrm>
            <a:off x="7712297" y="571500"/>
            <a:ext cx="158505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‏במילואים</a:t>
            </a:r>
          </a:p>
        </p:txBody>
      </p:sp>
      <p:sp>
        <p:nvSpPr>
          <p:cNvPr id="4" name="body-1-1-word-0">
            <a:extLst>
              <a:ext uri="{FF2B5EF4-FFF2-40B4-BE49-F238E27FC236}">
                <ns2:creationId id="{42461359-52AE-42E3-9AC9-D1973E402E23}"/>
              </a:ext>
            </a:extLst>
          </p:cNvPr>
          <p:cNvSpPr>
            <a:spLocks noGrp="1"/>
          </p:cNvSpPr>
          <p:nvPr/>
        </p:nvSpPr>
        <p:spPr>
          <a:xfrm>
            <a:off x="11061573" y="176212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5" name="body-1-1-word-1">
            <a:extLst>
              <a:ext uri="{FF2B5EF4-FFF2-40B4-BE49-F238E27FC236}">
                <ns2:creationId id="{4EBA7CA3-6A1A-46EC-9BBA-FAC1272CC247}"/>
              </a:ext>
            </a:extLst>
          </p:cNvPr>
          <p:cNvSpPr>
            <a:spLocks noGrp="1"/>
          </p:cNvSpPr>
          <p:nvPr/>
        </p:nvSpPr>
        <p:spPr>
          <a:xfrm>
            <a:off x="10403586" y="1762125"/>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6" name="body-1-1-word-2">
            <a:extLst>
              <a:ext uri="{FF2B5EF4-FFF2-40B4-BE49-F238E27FC236}">
                <ns2:creationId id="{6654F720-09E9-4994-A0A3-B1DAE9D290F3}"/>
              </a:ext>
            </a:extLst>
          </p:cNvPr>
          <p:cNvSpPr>
            <a:spLocks noGrp="1"/>
          </p:cNvSpPr>
          <p:nvPr/>
        </p:nvSpPr>
        <p:spPr>
          <a:xfrm>
            <a:off x="9599676" y="1762125"/>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7" name="body-1-1-word-3">
            <a:extLst>
              <a:ext uri="{FF2B5EF4-FFF2-40B4-BE49-F238E27FC236}">
                <ns2:creationId id="{D53FD498-0D03-40EA-9ED8-C3E0DE575E3D}"/>
              </a:ext>
            </a:extLst>
          </p:cNvPr>
          <p:cNvSpPr>
            <a:spLocks noGrp="1"/>
          </p:cNvSpPr>
          <p:nvPr/>
        </p:nvSpPr>
        <p:spPr>
          <a:xfrm>
            <a:off x="8557451" y="1762125"/>
            <a:ext cx="9819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‏משרתות</a:t>
            </a:r>
          </a:p>
        </p:txBody>
      </p:sp>
      <p:sp>
        <p:nvSpPr>
          <p:cNvPr id="8" name="body-1-1-word-4">
            <a:extLst>
              <a:ext uri="{FF2B5EF4-FFF2-40B4-BE49-F238E27FC236}">
                <ns2:creationId id="{DAD69A0B-BC65-41F1-A6C2-5EE9CA197A64}"/>
              </a:ext>
            </a:extLst>
          </p:cNvPr>
          <p:cNvSpPr>
            <a:spLocks noGrp="1"/>
          </p:cNvSpPr>
          <p:nvPr/>
        </p:nvSpPr>
        <p:spPr>
          <a:xfrm>
            <a:off x="7628382" y="1762125"/>
            <a:ext cx="8687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‏ומשרתי</a:t>
            </a:r>
          </a:p>
        </p:txBody>
      </p:sp>
      <p:sp>
        <p:nvSpPr>
          <p:cNvPr id="9" name="body-1-1-word-5">
            <a:extLst>
              <a:ext uri="{FF2B5EF4-FFF2-40B4-BE49-F238E27FC236}">
                <ns2:creationId id="{ED6A2D0E-CA40-4596-B2E8-59DC74D5C038}"/>
              </a:ext>
            </a:extLst>
          </p:cNvPr>
          <p:cNvSpPr>
            <a:spLocks noGrp="1"/>
          </p:cNvSpPr>
          <p:nvPr/>
        </p:nvSpPr>
        <p:spPr>
          <a:xfrm>
            <a:off x="6692170" y="1762125"/>
            <a:ext cx="8759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‏מילואים</a:t>
            </a:r>
          </a:p>
        </p:txBody>
      </p:sp>
      <p:sp>
        <p:nvSpPr>
          <p:cNvPr id="10" name="body-1-1-word-6">
            <a:extLst>
              <a:ext uri="{FF2B5EF4-FFF2-40B4-BE49-F238E27FC236}">
                <ns2:creationId id="{46781FC7-16A7-437B-9DBD-1247D6A88008}"/>
              </a:ext>
            </a:extLst>
          </p:cNvPr>
          <p:cNvSpPr>
            <a:spLocks noGrp="1"/>
          </p:cNvSpPr>
          <p:nvPr/>
        </p:nvSpPr>
        <p:spPr>
          <a:xfrm>
            <a:off x="6109811" y="1762125"/>
            <a:ext cx="5220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‏נעים</a:t>
            </a:r>
          </a:p>
        </p:txBody>
      </p:sp>
      <p:sp>
        <p:nvSpPr>
          <p:cNvPr id="11" name="body-1-1-word-7">
            <a:extLst>
              <a:ext uri="{FF2B5EF4-FFF2-40B4-BE49-F238E27FC236}">
                <ns2:creationId id="{A126CCF5-830C-4AB9-9034-57E4DD2B4D8D}"/>
              </a:ext>
            </a:extLst>
          </p:cNvPr>
          <p:cNvSpPr>
            <a:spLocks noGrp="1"/>
          </p:cNvSpPr>
          <p:nvPr/>
        </p:nvSpPr>
        <p:spPr>
          <a:xfrm>
            <a:off x="5478590" y="1762125"/>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12" name="body-1-1-word-8">
            <a:extLst>
              <a:ext uri="{FF2B5EF4-FFF2-40B4-BE49-F238E27FC236}">
                <ns2:creationId id="{E491CE82-5355-445F-8527-4DB1A2E376D5}"/>
              </a:ext>
            </a:extLst>
          </p:cNvPr>
          <p:cNvSpPr>
            <a:spLocks noGrp="1"/>
          </p:cNvSpPr>
          <p:nvPr/>
        </p:nvSpPr>
        <p:spPr>
          <a:xfrm>
            <a:off x="5088065" y="1762125"/>
            <a:ext cx="3302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13" name="body-1-1-word-9">
            <a:extLst>
              <a:ext uri="{FF2B5EF4-FFF2-40B4-BE49-F238E27FC236}">
                <ns2:creationId id="{252CF1D1-1AE2-41CD-A3D9-FD755D40620E}"/>
              </a:ext>
            </a:extLst>
          </p:cNvPr>
          <p:cNvSpPr>
            <a:spLocks noGrp="1"/>
          </p:cNvSpPr>
          <p:nvPr/>
        </p:nvSpPr>
        <p:spPr>
          <a:xfrm>
            <a:off x="4611719" y="1762125"/>
            <a:ext cx="4160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a:t>
            </a:r>
          </a:p>
        </p:txBody>
      </p:sp>
      <p:sp>
        <p:nvSpPr>
          <p:cNvPr id="14" name="body-1-1-word-10">
            <a:extLst>
              <a:ext uri="{FF2B5EF4-FFF2-40B4-BE49-F238E27FC236}">
                <ns2:creationId id="{5EEC5B36-0095-48A6-8F1A-DEA9473AFAC4}"/>
              </a:ext>
            </a:extLst>
          </p:cNvPr>
          <p:cNvSpPr>
            <a:spLocks noGrp="1"/>
          </p:cNvSpPr>
          <p:nvPr/>
        </p:nvSpPr>
        <p:spPr>
          <a:xfrm>
            <a:off x="4294632" y="1762125"/>
            <a:ext cx="256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a:t>
            </a:r>
          </a:p>
        </p:txBody>
      </p:sp>
      <p:sp>
        <p:nvSpPr>
          <p:cNvPr id="15" name="body-1-1-word-11">
            <a:extLst>
              <a:ext uri="{FF2B5EF4-FFF2-40B4-BE49-F238E27FC236}">
                <ns2:creationId id="{AFEACE35-5352-4697-A424-E040C2DBD9D3}"/>
              </a:ext>
            </a:extLst>
          </p:cNvPr>
          <p:cNvSpPr>
            <a:spLocks noGrp="1"/>
          </p:cNvSpPr>
          <p:nvPr/>
        </p:nvSpPr>
        <p:spPr>
          <a:xfrm>
            <a:off x="3404616" y="1762125"/>
            <a:ext cx="8297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‏דורשים</a:t>
            </a:r>
          </a:p>
        </p:txBody>
      </p:sp>
      <p:sp>
        <p:nvSpPr>
          <p:cNvPr id="16" name="body-1-1-word-12">
            <a:extLst>
              <a:ext uri="{FF2B5EF4-FFF2-40B4-BE49-F238E27FC236}">
                <ns2:creationId id="{4D41EB0C-296C-4837-AD07-D8E02DBF0A7A}"/>
              </a:ext>
            </a:extLst>
          </p:cNvPr>
          <p:cNvSpPr>
            <a:spLocks noGrp="1"/>
          </p:cNvSpPr>
          <p:nvPr/>
        </p:nvSpPr>
        <p:spPr>
          <a:xfrm>
            <a:off x="2670048" y="1762125"/>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17" name="body-1-1-word-13">
            <a:extLst>
              <a:ext uri="{FF2B5EF4-FFF2-40B4-BE49-F238E27FC236}">
                <ns2:creationId id="{1AE6E92A-D73B-4667-8788-1A4C04A2DC07}"/>
              </a:ext>
            </a:extLst>
          </p:cNvPr>
          <p:cNvSpPr>
            <a:spLocks noGrp="1"/>
          </p:cNvSpPr>
          <p:nvPr/>
        </p:nvSpPr>
        <p:spPr>
          <a:xfrm>
            <a:off x="2250472" y="176212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18" name="body-1-1-word-14">
            <a:extLst>
              <a:ext uri="{FF2B5EF4-FFF2-40B4-BE49-F238E27FC236}">
                <ns2:creationId id="{7214222C-C9EE-4F07-8B85-287ABA9B9D07}"/>
              </a:ext>
            </a:extLst>
          </p:cNvPr>
          <p:cNvSpPr>
            <a:spLocks noGrp="1"/>
          </p:cNvSpPr>
          <p:nvPr/>
        </p:nvSpPr>
        <p:spPr>
          <a:xfrm>
            <a:off x="1747742" y="1762125"/>
            <a:ext cx="4424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‏ענף</a:t>
            </a:r>
          </a:p>
        </p:txBody>
      </p:sp>
      <p:sp>
        <p:nvSpPr>
          <p:cNvPr id="19" name="body-1-1-word-15">
            <a:extLst>
              <a:ext uri="{FF2B5EF4-FFF2-40B4-BE49-F238E27FC236}">
                <ns2:creationId id="{B5B343E9-1AD0-4C9B-B594-1EA16B6C0340}"/>
              </a:ext>
            </a:extLst>
          </p:cNvPr>
          <p:cNvSpPr>
            <a:spLocks noGrp="1"/>
          </p:cNvSpPr>
          <p:nvPr/>
        </p:nvSpPr>
        <p:spPr>
          <a:xfrm>
            <a:off x="802577" y="1762125"/>
            <a:ext cx="8848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‏המשטר</a:t>
            </a:r>
          </a:p>
        </p:txBody>
      </p:sp>
      <p:sp>
        <p:nvSpPr>
          <p:cNvPr id="20" name="body-1-2-word-0">
            <a:extLst>
              <a:ext uri="{FF2B5EF4-FFF2-40B4-BE49-F238E27FC236}">
                <ns2:creationId id="{0D843210-2645-47EF-9C9C-69F8C58A7432}"/>
              </a:ext>
            </a:extLst>
          </p:cNvPr>
          <p:cNvSpPr>
            <a:spLocks noGrp="1"/>
          </p:cNvSpPr>
          <p:nvPr/>
        </p:nvSpPr>
        <p:spPr>
          <a:xfrm>
            <a:off x="10221849" y="2113598"/>
            <a:ext cx="12272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‏והמשמעת.</a:t>
            </a:r>
          </a:p>
        </p:txBody>
      </p:sp>
      <p:sp>
        <p:nvSpPr>
          <p:cNvPr id="21" name="body-2-1-word-0">
            <a:extLst>
              <a:ext uri="{FF2B5EF4-FFF2-40B4-BE49-F238E27FC236}">
                <ns2:creationId id="{8D1C29FA-05E2-4672-B2A4-B3249EE59D25}"/>
              </a:ext>
            </a:extLst>
          </p:cNvPr>
          <p:cNvSpPr>
            <a:spLocks noGrp="1"/>
          </p:cNvSpPr>
          <p:nvPr/>
        </p:nvSpPr>
        <p:spPr>
          <a:xfrm>
            <a:off x="10713910" y="2655570"/>
            <a:ext cx="7351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‏קצינים</a:t>
            </a:r>
          </a:p>
        </p:txBody>
      </p:sp>
      <p:sp>
        <p:nvSpPr>
          <p:cNvPr id="22" name="body-2-1-word-1">
            <a:extLst>
              <a:ext uri="{FF2B5EF4-FFF2-40B4-BE49-F238E27FC236}">
                <ns2:creationId id="{1677BF8D-3E18-45FA-8C86-3DA42ABB74C1}"/>
              </a:ext>
            </a:extLst>
          </p:cNvPr>
          <p:cNvSpPr>
            <a:spLocks noGrp="1"/>
          </p:cNvSpPr>
          <p:nvPr/>
        </p:nvSpPr>
        <p:spPr>
          <a:xfrm>
            <a:off x="9953053" y="2655570"/>
            <a:ext cx="7005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‏ונגדים</a:t>
            </a:r>
          </a:p>
        </p:txBody>
      </p:sp>
      <p:sp>
        <p:nvSpPr>
          <p:cNvPr id="23" name="body-2-1-word-2">
            <a:extLst>
              <a:ext uri="{FF2B5EF4-FFF2-40B4-BE49-F238E27FC236}">
                <ns2:creationId id="{041F4739-8116-4595-BC14-D311B9BC1A66}"/>
              </a:ext>
            </a:extLst>
          </p:cNvPr>
          <p:cNvSpPr>
            <a:spLocks noGrp="1"/>
          </p:cNvSpPr>
          <p:nvPr/>
        </p:nvSpPr>
        <p:spPr>
          <a:xfrm>
            <a:off x="8861965" y="2655570"/>
            <a:ext cx="10307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‏במילואים</a:t>
            </a:r>
          </a:p>
        </p:txBody>
      </p:sp>
      <p:sp>
        <p:nvSpPr>
          <p:cNvPr id="24" name="body-2-1-word-3">
            <a:extLst>
              <a:ext uri="{FF2B5EF4-FFF2-40B4-BE49-F238E27FC236}">
                <ns2:creationId id="{F74E53EC-0E90-4EC0-AAA9-7AEC5650AB41}"/>
              </a:ext>
            </a:extLst>
          </p:cNvPr>
          <p:cNvSpPr>
            <a:spLocks noGrp="1"/>
          </p:cNvSpPr>
          <p:nvPr/>
        </p:nvSpPr>
        <p:spPr>
          <a:xfrm>
            <a:off x="8126635" y="2655570"/>
            <a:ext cx="6750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‏יכולים</a:t>
            </a:r>
          </a:p>
        </p:txBody>
      </p:sp>
      <p:sp>
        <p:nvSpPr>
          <p:cNvPr id="25" name="body-2-1-word-4">
            <a:extLst>
              <a:ext uri="{FF2B5EF4-FFF2-40B4-BE49-F238E27FC236}">
                <ns2:creationId id="{9AB987CB-16BC-451F-9D6C-664380DEB8C4}"/>
              </a:ext>
            </a:extLst>
          </p:cNvPr>
          <p:cNvSpPr>
            <a:spLocks noGrp="1"/>
          </p:cNvSpPr>
          <p:nvPr/>
        </p:nvSpPr>
        <p:spPr>
          <a:xfrm>
            <a:off x="7583043" y="2655570"/>
            <a:ext cx="4832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‏לנוע</a:t>
            </a:r>
          </a:p>
        </p:txBody>
      </p:sp>
      <p:sp>
        <p:nvSpPr>
          <p:cNvPr id="26" name="body-2-1-word-5">
            <a:extLst>
              <a:ext uri="{FF2B5EF4-FFF2-40B4-BE49-F238E27FC236}">
                <ns2:creationId id="{5A013358-5C47-472C-B3FD-15F7BD6DA789}"/>
              </a:ext>
            </a:extLst>
          </p:cNvPr>
          <p:cNvSpPr>
            <a:spLocks noGrp="1"/>
          </p:cNvSpPr>
          <p:nvPr/>
        </p:nvSpPr>
        <p:spPr>
          <a:xfrm>
            <a:off x="6951821" y="2655570"/>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27" name="body-2-1-word-6">
            <a:extLst>
              <a:ext uri="{FF2B5EF4-FFF2-40B4-BE49-F238E27FC236}">
                <ns2:creationId id="{E56969BF-5B99-4779-ABAC-A5150D24A51B}"/>
              </a:ext>
            </a:extLst>
          </p:cNvPr>
          <p:cNvSpPr>
            <a:spLocks noGrp="1"/>
          </p:cNvSpPr>
          <p:nvPr/>
        </p:nvSpPr>
        <p:spPr>
          <a:xfrm>
            <a:off x="6640735" y="2655570"/>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28" name="body-2-1-word-7">
            <a:extLst>
              <a:ext uri="{FF2B5EF4-FFF2-40B4-BE49-F238E27FC236}">
                <ns2:creationId id="{FE5580E7-0F6B-4D85-B5AF-B32DE392BC34}"/>
              </a:ext>
            </a:extLst>
          </p:cNvPr>
          <p:cNvSpPr>
            <a:spLocks noGrp="1"/>
          </p:cNvSpPr>
          <p:nvPr/>
        </p:nvSpPr>
        <p:spPr>
          <a:xfrm>
            <a:off x="5777770" y="2655570"/>
            <a:ext cx="8026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‏ייצוגיים</a:t>
            </a:r>
          </a:p>
        </p:txBody>
      </p:sp>
      <p:sp>
        <p:nvSpPr>
          <p:cNvPr id="29" name="body-2-1-word-8">
            <a:extLst>
              <a:ext uri="{FF2B5EF4-FFF2-40B4-BE49-F238E27FC236}">
                <ns2:creationId id="{78199236-CD3C-43F8-8F00-EBF9F9D3719A}"/>
              </a:ext>
            </a:extLst>
          </p:cNvPr>
          <p:cNvSpPr>
            <a:spLocks noGrp="1"/>
          </p:cNvSpPr>
          <p:nvPr/>
        </p:nvSpPr>
        <p:spPr>
          <a:xfrm>
            <a:off x="5366575" y="2655570"/>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30" name="body-2-1-word-9">
            <a:extLst>
              <a:ext uri="{FF2B5EF4-FFF2-40B4-BE49-F238E27FC236}">
                <ns2:creationId id="{2958DDF1-E86C-4B04-A611-42441D73A469}"/>
              </a:ext>
            </a:extLst>
          </p:cNvPr>
          <p:cNvSpPr>
            <a:spLocks noGrp="1"/>
          </p:cNvSpPr>
          <p:nvPr/>
        </p:nvSpPr>
        <p:spPr>
          <a:xfrm>
            <a:off x="4515040" y="2655570"/>
            <a:ext cx="7912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‏פאצ׳ים</a:t>
            </a:r>
          </a:p>
        </p:txBody>
      </p:sp>
      <p:sp>
        <p:nvSpPr>
          <p:cNvPr id="31" name="body-2-1-word-10">
            <a:extLst>
              <a:ext uri="{FF2B5EF4-FFF2-40B4-BE49-F238E27FC236}">
                <ns2:creationId id="{270F31FC-DB4C-48BF-BD97-D5637308DC73}"/>
              </a:ext>
            </a:extLst>
          </p:cNvPr>
          <p:cNvSpPr>
            <a:spLocks noGrp="1"/>
          </p:cNvSpPr>
          <p:nvPr/>
        </p:nvSpPr>
        <p:spPr>
          <a:xfrm>
            <a:off x="3358229" y="2655570"/>
            <a:ext cx="109651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‏מאושרים.</a:t>
            </a:r>
          </a:p>
        </p:txBody>
      </p:sp>
      <p:sp>
        <p:nvSpPr>
          <p:cNvPr id="32" name="body-2-1-word-11">
            <a:extLst>
              <a:ext uri="{FF2B5EF4-FFF2-40B4-BE49-F238E27FC236}">
                <ns2:creationId id="{2B8F0582-16BE-4889-AB60-D5539576CFE8}"/>
              </a:ext>
            </a:extLst>
          </p:cNvPr>
          <p:cNvSpPr>
            <a:spLocks noGrp="1"/>
          </p:cNvSpPr>
          <p:nvPr/>
        </p:nvSpPr>
        <p:spPr>
          <a:xfrm>
            <a:off x="2401062" y="2655570"/>
            <a:ext cx="8968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‏הנעליים</a:t>
            </a:r>
          </a:p>
        </p:txBody>
      </p:sp>
      <p:sp>
        <p:nvSpPr>
          <p:cNvPr id="33" name="body-2-1-word-12">
            <a:extLst>
              <a:ext uri="{FF2B5EF4-FFF2-40B4-BE49-F238E27FC236}">
                <ns2:creationId id="{4436C29C-DB78-4FB9-9E69-51DD81C338BE}"/>
              </a:ext>
            </a:extLst>
          </p:cNvPr>
          <p:cNvSpPr>
            <a:spLocks noGrp="1"/>
          </p:cNvSpPr>
          <p:nvPr/>
        </p:nvSpPr>
        <p:spPr>
          <a:xfrm>
            <a:off x="1535144" y="2655570"/>
            <a:ext cx="8056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‏צבאיות</a:t>
            </a:r>
          </a:p>
        </p:txBody>
      </p:sp>
      <p:sp>
        <p:nvSpPr>
          <p:cNvPr id="34" name="body-2-2-word-0">
            <a:extLst>
              <a:ext uri="{FF2B5EF4-FFF2-40B4-BE49-F238E27FC236}">
                <ns2:creationId id="{AB968839-75AF-45A5-9ED1-A46D19BA7CA1}"/>
              </a:ext>
            </a:extLst>
          </p:cNvPr>
          <p:cNvSpPr>
            <a:spLocks noGrp="1"/>
          </p:cNvSpPr>
          <p:nvPr/>
        </p:nvSpPr>
        <p:spPr>
          <a:xfrm>
            <a:off x="10439781" y="3007043"/>
            <a:ext cx="10092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‏ומונפקות</a:t>
            </a:r>
          </a:p>
        </p:txBody>
      </p:sp>
      <p:sp>
        <p:nvSpPr>
          <p:cNvPr id="35" name="body-2-2-word-1">
            <a:extLst>
              <a:ext uri="{FF2B5EF4-FFF2-40B4-BE49-F238E27FC236}">
                <ns2:creationId id="{190D1747-78B1-44CE-8A3A-8DFBD0738816}"/>
              </a:ext>
            </a:extLst>
          </p:cNvPr>
          <p:cNvSpPr>
            <a:spLocks noGrp="1"/>
          </p:cNvSpPr>
          <p:nvPr/>
        </p:nvSpPr>
        <p:spPr>
          <a:xfrm>
            <a:off x="9321356" y="3007043"/>
            <a:ext cx="10581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‏באמצעות</a:t>
            </a:r>
          </a:p>
        </p:txBody>
      </p:sp>
      <p:sp>
        <p:nvSpPr>
          <p:cNvPr id="36" name="body-2-2-word-2">
            <a:extLst>
              <a:ext uri="{FF2B5EF4-FFF2-40B4-BE49-F238E27FC236}">
                <ns2:creationId id="{EE9BC89D-47F6-43DF-B785-00B47DFEDC83}"/>
              </a:ext>
            </a:extLst>
          </p:cNvPr>
          <p:cNvSpPr>
            <a:spLocks noGrp="1"/>
          </p:cNvSpPr>
          <p:nvPr/>
        </p:nvSpPr>
        <p:spPr>
          <a:xfrm>
            <a:off x="8351806" y="3007043"/>
            <a:ext cx="9092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37" name="body-3-1-word-0">
            <a:extLst>
              <a:ext uri="{FF2B5EF4-FFF2-40B4-BE49-F238E27FC236}">
                <ns2:creationId id="{3C665E3D-AE4B-472E-87DB-8DBC71A79738}"/>
              </a:ext>
            </a:extLst>
          </p:cNvPr>
          <p:cNvSpPr>
            <a:spLocks noGrp="1"/>
          </p:cNvSpPr>
          <p:nvPr/>
        </p:nvSpPr>
        <p:spPr>
          <a:xfrm>
            <a:off x="11135392" y="354901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38" name="body-3-1-word-1">
            <a:extLst>
              <a:ext uri="{FF2B5EF4-FFF2-40B4-BE49-F238E27FC236}">
                <ns2:creationId id="{F7E72956-4F6C-4082-B3F7-0979E4C2075B}"/>
              </a:ext>
            </a:extLst>
          </p:cNvPr>
          <p:cNvSpPr>
            <a:spLocks noGrp="1"/>
          </p:cNvSpPr>
          <p:nvPr/>
        </p:nvSpPr>
        <p:spPr>
          <a:xfrm>
            <a:off x="10044303" y="3549015"/>
            <a:ext cx="10307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‏במילואים</a:t>
            </a:r>
          </a:p>
        </p:txBody>
      </p:sp>
      <p:sp>
        <p:nvSpPr>
          <p:cNvPr id="39" name="body-3-1-word-2">
            <a:extLst>
              <a:ext uri="{FF2B5EF4-FFF2-40B4-BE49-F238E27FC236}">
                <ns2:creationId id="{DE2F56F3-941B-43FB-BD19-1C1937B28D4B}"/>
              </a:ext>
            </a:extLst>
          </p:cNvPr>
          <p:cNvSpPr>
            <a:spLocks noGrp="1"/>
          </p:cNvSpPr>
          <p:nvPr/>
        </p:nvSpPr>
        <p:spPr>
          <a:xfrm>
            <a:off x="9013222" y="3549015"/>
            <a:ext cx="9707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‏מקפידים</a:t>
            </a:r>
          </a:p>
        </p:txBody>
      </p:sp>
      <p:sp>
        <p:nvSpPr>
          <p:cNvPr id="40" name="body-3-1-word-3">
            <a:extLst>
              <a:ext uri="{FF2B5EF4-FFF2-40B4-BE49-F238E27FC236}">
                <ns2:creationId id="{BCB9138A-2854-47B1-BC56-EC4EEA387D39}"/>
              </a:ext>
            </a:extLst>
          </p:cNvPr>
          <p:cNvSpPr>
            <a:spLocks noGrp="1"/>
          </p:cNvSpPr>
          <p:nvPr/>
        </p:nvSpPr>
        <p:spPr>
          <a:xfrm>
            <a:off x="8640794" y="354901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41" name="body-3-1-word-4">
            <a:extLst>
              <a:ext uri="{FF2B5EF4-FFF2-40B4-BE49-F238E27FC236}">
                <ns2:creationId id="{27881489-8F69-4AF3-8C8B-D558B6B63696}"/>
              </a:ext>
            </a:extLst>
          </p:cNvPr>
          <p:cNvSpPr>
            <a:spLocks noGrp="1"/>
          </p:cNvSpPr>
          <p:nvPr/>
        </p:nvSpPr>
        <p:spPr>
          <a:xfrm>
            <a:off x="7830026" y="3549015"/>
            <a:ext cx="750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‏הופעה</a:t>
            </a:r>
          </a:p>
        </p:txBody>
      </p:sp>
      <p:sp>
        <p:nvSpPr>
          <p:cNvPr id="42" name="body-3-1-word-5">
            <a:extLst>
              <a:ext uri="{FF2B5EF4-FFF2-40B4-BE49-F238E27FC236}">
                <ns2:creationId id="{76A80EEF-0F9E-44B9-95B2-FC60C2D25C26}"/>
              </a:ext>
            </a:extLst>
          </p:cNvPr>
          <p:cNvSpPr>
            <a:spLocks noGrp="1"/>
          </p:cNvSpPr>
          <p:nvPr/>
        </p:nvSpPr>
        <p:spPr>
          <a:xfrm>
            <a:off x="6977824" y="3549015"/>
            <a:ext cx="7919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‏תקינה,</a:t>
            </a:r>
          </a:p>
        </p:txBody>
      </p:sp>
      <p:sp>
        <p:nvSpPr>
          <p:cNvPr id="43" name="body-3-1-word-6">
            <a:extLst>
              <a:ext uri="{FF2B5EF4-FFF2-40B4-BE49-F238E27FC236}">
                <ns2:creationId id="{1D0E1348-14DA-49B5-A554-1878BD4EC70D}"/>
              </a:ext>
            </a:extLst>
          </p:cNvPr>
          <p:cNvSpPr>
            <a:spLocks noGrp="1"/>
          </p:cNvSpPr>
          <p:nvPr/>
        </p:nvSpPr>
        <p:spPr>
          <a:xfrm>
            <a:off x="6375654" y="3549015"/>
            <a:ext cx="5418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‏צבעי</a:t>
            </a:r>
          </a:p>
        </p:txBody>
      </p:sp>
      <p:sp>
        <p:nvSpPr>
          <p:cNvPr id="44" name="body-3-1-word-7">
            <a:extLst>
              <a:ext uri="{FF2B5EF4-FFF2-40B4-BE49-F238E27FC236}">
                <ns2:creationId id="{7E90CB5D-27E8-46E4-839A-92C0B2D3F538}"/>
              </a:ext>
            </a:extLst>
          </p:cNvPr>
          <p:cNvSpPr>
            <a:spLocks noGrp="1"/>
          </p:cNvSpPr>
          <p:nvPr/>
        </p:nvSpPr>
        <p:spPr>
          <a:xfrm>
            <a:off x="5522214" y="3549015"/>
            <a:ext cx="7931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‏חולצות</a:t>
            </a:r>
          </a:p>
        </p:txBody>
      </p:sp>
      <p:sp>
        <p:nvSpPr>
          <p:cNvPr id="45" name="body-3-1-word-8">
            <a:extLst>
              <a:ext uri="{FF2B5EF4-FFF2-40B4-BE49-F238E27FC236}">
                <ns2:creationId id="{86D93958-4AB4-488F-A32B-017043E68824}"/>
              </a:ext>
            </a:extLst>
          </p:cNvPr>
          <p:cNvSpPr>
            <a:spLocks noGrp="1"/>
          </p:cNvSpPr>
          <p:nvPr/>
        </p:nvSpPr>
        <p:spPr>
          <a:xfrm>
            <a:off x="4469797" y="3549015"/>
            <a:ext cx="9921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‏תחתונות</a:t>
            </a:r>
          </a:p>
        </p:txBody>
      </p:sp>
      <p:sp>
        <p:nvSpPr>
          <p:cNvPr id="46" name="body-3-1-word-9">
            <a:extLst>
              <a:ext uri="{FF2B5EF4-FFF2-40B4-BE49-F238E27FC236}">
                <ns2:creationId id="{7EE40EA8-7A25-4FC2-842B-3B6EA7F7515C}"/>
              </a:ext>
            </a:extLst>
          </p:cNvPr>
          <p:cNvSpPr>
            <a:spLocks noGrp="1"/>
          </p:cNvSpPr>
          <p:nvPr/>
        </p:nvSpPr>
        <p:spPr>
          <a:xfrm>
            <a:off x="3504724" y="3549015"/>
            <a:ext cx="9047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‏וגרביים.</a:t>
            </a:r>
          </a:p>
        </p:txBody>
      </p:sp>
      <p:sp>
        <p:nvSpPr>
          <p:cNvPr id="47" name="body-3-1-word-10">
            <a:extLst>
              <a:ext uri="{FF2B5EF4-FFF2-40B4-BE49-F238E27FC236}">
                <ns2:creationId id="{7D22D495-4F14-4874-A112-DCA4AB8E826A}"/>
              </a:ext>
            </a:extLst>
          </p:cNvPr>
          <p:cNvSpPr>
            <a:spLocks noGrp="1"/>
          </p:cNvSpPr>
          <p:nvPr/>
        </p:nvSpPr>
        <p:spPr>
          <a:xfrm>
            <a:off x="2875217" y="3549015"/>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‏נשים</a:t>
            </a:r>
          </a:p>
        </p:txBody>
      </p:sp>
      <p:sp>
        <p:nvSpPr>
          <p:cNvPr id="48" name="body-3-1-word-11">
            <a:extLst>
              <a:ext uri="{FF2B5EF4-FFF2-40B4-BE49-F238E27FC236}">
                <ns2:creationId id="{447659DA-EDA2-4CC9-9701-EFF311E1E9A2}"/>
              </a:ext>
            </a:extLst>
          </p:cNvPr>
          <p:cNvSpPr>
            <a:spLocks noGrp="1"/>
          </p:cNvSpPr>
          <p:nvPr/>
        </p:nvSpPr>
        <p:spPr>
          <a:xfrm>
            <a:off x="2059972" y="3549015"/>
            <a:ext cx="7549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‏וגברים</a:t>
            </a:r>
          </a:p>
        </p:txBody>
      </p:sp>
      <p:sp>
        <p:nvSpPr>
          <p:cNvPr id="49" name="body-3-1-word-12">
            <a:extLst>
              <a:ext uri="{FF2B5EF4-FFF2-40B4-BE49-F238E27FC236}">
                <ns2:creationId id="{1BBEA27C-B3A7-41BC-B416-5E939F62C358}"/>
              </a:ext>
            </a:extLst>
          </p:cNvPr>
          <p:cNvSpPr>
            <a:spLocks noGrp="1"/>
          </p:cNvSpPr>
          <p:nvPr/>
        </p:nvSpPr>
        <p:spPr>
          <a:xfrm>
            <a:off x="1462278" y="3549015"/>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‏בעלי</a:t>
            </a:r>
          </a:p>
        </p:txBody>
      </p:sp>
      <p:sp>
        <p:nvSpPr>
          <p:cNvPr id="50" name="body-3-1-word-13">
            <a:extLst>
              <a:ext uri="{FF2B5EF4-FFF2-40B4-BE49-F238E27FC236}">
                <ns2:creationId id="{5AA8877E-9C19-4827-A406-50A382B44384}"/>
              </a:ext>
            </a:extLst>
          </p:cNvPr>
          <p:cNvSpPr>
            <a:spLocks noGrp="1"/>
          </p:cNvSpPr>
          <p:nvPr/>
        </p:nvSpPr>
        <p:spPr>
          <a:xfrm>
            <a:off x="807815" y="3549015"/>
            <a:ext cx="594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‏שיער</a:t>
            </a:r>
          </a:p>
        </p:txBody>
      </p:sp>
      <p:sp>
        <p:nvSpPr>
          <p:cNvPr id="51" name="body-3-2-word-0">
            <a:extLst>
              <a:ext uri="{FF2B5EF4-FFF2-40B4-BE49-F238E27FC236}">
                <ns2:creationId id="{8A9EA3F9-2781-4308-916E-7318EEC7D7D4}"/>
              </a:ext>
            </a:extLst>
          </p:cNvPr>
          <p:cNvSpPr>
            <a:spLocks noGrp="1"/>
          </p:cNvSpPr>
          <p:nvPr/>
        </p:nvSpPr>
        <p:spPr>
          <a:xfrm>
            <a:off x="10898124" y="3900488"/>
            <a:ext cx="5509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‏ארוך</a:t>
            </a:r>
          </a:p>
        </p:txBody>
      </p:sp>
      <p:sp>
        <p:nvSpPr>
          <p:cNvPr id="52" name="body-3-2-word-1">
            <a:extLst>
              <a:ext uri="{FF2B5EF4-FFF2-40B4-BE49-F238E27FC236}">
                <ns2:creationId id="{FB92B8F8-35E4-44B2-B6B4-A417487E29F3}"/>
              </a:ext>
            </a:extLst>
          </p:cNvPr>
          <p:cNvSpPr>
            <a:spLocks noGrp="1"/>
          </p:cNvSpPr>
          <p:nvPr/>
        </p:nvSpPr>
        <p:spPr>
          <a:xfrm>
            <a:off x="10016204" y="3900488"/>
            <a:ext cx="8216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‏אוספים</a:t>
            </a:r>
          </a:p>
        </p:txBody>
      </p:sp>
      <p:sp>
        <p:nvSpPr>
          <p:cNvPr id="53" name="body-3-2-word-2">
            <a:extLst>
              <a:ext uri="{FF2B5EF4-FFF2-40B4-BE49-F238E27FC236}">
                <ns2:creationId id="{5C992AD5-5B7C-4E9B-B073-2DD923E1EE10}"/>
              </a:ext>
            </a:extLst>
          </p:cNvPr>
          <p:cNvSpPr>
            <a:spLocks noGrp="1"/>
          </p:cNvSpPr>
          <p:nvPr/>
        </p:nvSpPr>
        <p:spPr>
          <a:xfrm>
            <a:off x="9441942" y="3900488"/>
            <a:ext cx="5139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‏אותו</a:t>
            </a:r>
          </a:p>
        </p:txBody>
      </p:sp>
      <p:sp>
        <p:nvSpPr>
          <p:cNvPr id="54" name="body-3-2-word-3">
            <a:extLst>
              <a:ext uri="{FF2B5EF4-FFF2-40B4-BE49-F238E27FC236}">
                <ns2:creationId id="{0E8B5F44-65B1-4366-8161-0220719CC546}"/>
              </a:ext>
            </a:extLst>
          </p:cNvPr>
          <p:cNvSpPr>
            <a:spLocks noGrp="1"/>
          </p:cNvSpPr>
          <p:nvPr/>
        </p:nvSpPr>
        <p:spPr>
          <a:xfrm>
            <a:off x="8638699" y="3900488"/>
            <a:ext cx="7429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‏בדומה</a:t>
            </a:r>
          </a:p>
        </p:txBody>
      </p:sp>
      <p:sp>
        <p:nvSpPr>
          <p:cNvPr id="55" name="body-3-2-word-4">
            <a:extLst>
              <a:ext uri="{FF2B5EF4-FFF2-40B4-BE49-F238E27FC236}">
                <ns2:creationId id="{AAE73A2A-102C-4114-8FBF-E6B3AFB66066}"/>
              </a:ext>
            </a:extLst>
          </p:cNvPr>
          <p:cNvSpPr>
            <a:spLocks noGrp="1"/>
          </p:cNvSpPr>
          <p:nvPr/>
        </p:nvSpPr>
        <p:spPr>
          <a:xfrm>
            <a:off x="7864316" y="3900488"/>
            <a:ext cx="7140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‏לנשות</a:t>
            </a:r>
          </a:p>
        </p:txBody>
      </p:sp>
      <p:sp>
        <p:nvSpPr>
          <p:cNvPr id="56" name="body-3-2-word-5">
            <a:extLst>
              <a:ext uri="{FF2B5EF4-FFF2-40B4-BE49-F238E27FC236}">
                <ns2:creationId id="{1D518F55-64AE-4F45-978C-90CCEB4527DC}"/>
              </a:ext>
            </a:extLst>
          </p:cNvPr>
          <p:cNvSpPr>
            <a:spLocks noGrp="1"/>
          </p:cNvSpPr>
          <p:nvPr/>
        </p:nvSpPr>
        <p:spPr>
          <a:xfrm>
            <a:off x="7232809" y="3900488"/>
            <a:ext cx="571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‏קבע.</a:t>
            </a:r>
          </a:p>
        </p:txBody>
      </p:sp>
      <p:sp>
        <p:nvSpPr>
          <p:cNvPr id="57" name="body-4-1-word-0">
            <a:extLst>
              <a:ext uri="{FF2B5EF4-FFF2-40B4-BE49-F238E27FC236}">
                <ns2:creationId id="{6E76E603-A7A6-4152-BC9C-49EDD28BACD7}"/>
              </a:ext>
            </a:extLst>
          </p:cNvPr>
          <p:cNvSpPr>
            <a:spLocks noGrp="1"/>
          </p:cNvSpPr>
          <p:nvPr/>
        </p:nvSpPr>
        <p:spPr>
          <a:xfrm>
            <a:off x="10592562" y="4442460"/>
            <a:ext cx="8564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‏הזכאות</a:t>
            </a:r>
          </a:p>
        </p:txBody>
      </p:sp>
      <p:sp>
        <p:nvSpPr>
          <p:cNvPr id="58" name="body-4-1-word-1">
            <a:extLst>
              <a:ext uri="{FF2B5EF4-FFF2-40B4-BE49-F238E27FC236}">
                <ns2:creationId id="{99665423-8404-4BAC-9D30-268DB518B934}"/>
              </a:ext>
            </a:extLst>
          </p:cNvPr>
          <p:cNvSpPr>
            <a:spLocks noGrp="1"/>
          </p:cNvSpPr>
          <p:nvPr/>
        </p:nvSpPr>
        <p:spPr>
          <a:xfrm>
            <a:off x="9874853" y="4442460"/>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‏תלויה</a:t>
            </a:r>
          </a:p>
        </p:txBody>
      </p:sp>
      <p:sp>
        <p:nvSpPr>
          <p:cNvPr id="59" name="body-4-1-word-2">
            <a:extLst>
              <a:ext uri="{FF2B5EF4-FFF2-40B4-BE49-F238E27FC236}">
                <ns2:creationId id="{84E252B3-2D8B-45DB-9381-35176DA6F0F2}"/>
              </a:ext>
            </a:extLst>
          </p:cNvPr>
          <p:cNvSpPr>
            <a:spLocks noGrp="1"/>
          </p:cNvSpPr>
          <p:nvPr/>
        </p:nvSpPr>
        <p:spPr>
          <a:xfrm>
            <a:off x="8588312" y="4442460"/>
            <a:ext cx="12262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‏באוכלוסייה</a:t>
            </a:r>
          </a:p>
        </p:txBody>
      </p:sp>
      <p:sp>
        <p:nvSpPr>
          <p:cNvPr id="60" name="body-4-1-word-3">
            <a:extLst>
              <a:ext uri="{FF2B5EF4-FFF2-40B4-BE49-F238E27FC236}">
                <ns2:creationId id="{85E83E61-6279-4C3F-A757-FFCCE7BB4123}"/>
              </a:ext>
            </a:extLst>
          </p:cNvPr>
          <p:cNvSpPr>
            <a:spLocks noGrp="1"/>
          </p:cNvSpPr>
          <p:nvPr/>
        </p:nvSpPr>
        <p:spPr>
          <a:xfrm>
            <a:off x="7471124" y="4442460"/>
            <a:ext cx="10568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‏ובהוראות</a:t>
            </a:r>
          </a:p>
        </p:txBody>
      </p:sp>
      <p:sp>
        <p:nvSpPr>
          <p:cNvPr id="61" name="body-4-1-word-4">
            <a:extLst>
              <a:ext uri="{FF2B5EF4-FFF2-40B4-BE49-F238E27FC236}">
                <ns2:creationId id="{BBDC31EF-D903-4D27-B7F3-CD038EE368AC}"/>
              </a:ext>
            </a:extLst>
          </p:cNvPr>
          <p:cNvSpPr>
            <a:spLocks noGrp="1"/>
          </p:cNvSpPr>
          <p:nvPr/>
        </p:nvSpPr>
        <p:spPr>
          <a:xfrm>
            <a:off x="6376511" y="4442460"/>
            <a:ext cx="10343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‏שבתוקף.</a:t>
            </a:r>
          </a:p>
        </p:txBody>
      </p:sp>
      <p:sp>
        <p:nvSpPr>
          <p:cNvPr id="62" name="body-4-1-word-5">
            <a:extLst>
              <a:ext uri="{FF2B5EF4-FFF2-40B4-BE49-F238E27FC236}">
                <ns2:creationId id="{9419E6FA-5C7D-4498-A788-4469F1181D4F}"/>
              </a:ext>
            </a:extLst>
          </p:cNvPr>
          <p:cNvSpPr>
            <a:spLocks noGrp="1"/>
          </p:cNvSpPr>
          <p:nvPr/>
        </p:nvSpPr>
        <p:spPr>
          <a:xfrm>
            <a:off x="5669375" y="4442460"/>
            <a:ext cx="6468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‏במצב</a:t>
            </a:r>
          </a:p>
        </p:txBody>
      </p:sp>
      <p:sp>
        <p:nvSpPr>
          <p:cNvPr id="63" name="body-4-1-word-6">
            <a:extLst>
              <a:ext uri="{FF2B5EF4-FFF2-40B4-BE49-F238E27FC236}">
                <ns2:creationId id="{558D06F9-0F3A-49E2-A83E-4B0650BCB7F9}"/>
              </a:ext>
            </a:extLst>
          </p:cNvPr>
          <p:cNvSpPr>
            <a:spLocks noGrp="1"/>
          </p:cNvSpPr>
          <p:nvPr/>
        </p:nvSpPr>
        <p:spPr>
          <a:xfrm>
            <a:off x="5249799" y="4442460"/>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64" name="body-4-1-word-7">
            <a:extLst>
              <a:ext uri="{FF2B5EF4-FFF2-40B4-BE49-F238E27FC236}">
                <ns2:creationId id="{F1DE82FB-D162-4469-BCBA-C3E97CD38DA2}"/>
              </a:ext>
            </a:extLst>
          </p:cNvPr>
          <p:cNvSpPr>
            <a:spLocks noGrp="1"/>
          </p:cNvSpPr>
          <p:nvPr/>
        </p:nvSpPr>
        <p:spPr>
          <a:xfrm>
            <a:off x="4683633" y="4442460"/>
            <a:ext cx="5058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‏ספק</a:t>
            </a:r>
          </a:p>
        </p:txBody>
      </p:sp>
      <p:sp>
        <p:nvSpPr>
          <p:cNvPr id="65" name="body-4-1-word-8">
            <a:extLst>
              <a:ext uri="{FF2B5EF4-FFF2-40B4-BE49-F238E27FC236}">
                <ns2:creationId id="{B9494C91-DFA1-45E2-A840-1024052A34B6}"/>
              </a:ext>
            </a:extLst>
          </p:cNvPr>
          <p:cNvSpPr>
            <a:spLocks noGrp="1"/>
          </p:cNvSpPr>
          <p:nvPr/>
        </p:nvSpPr>
        <p:spPr>
          <a:xfrm>
            <a:off x="3825526" y="4442460"/>
            <a:ext cx="797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‏בודקים</a:t>
            </a:r>
          </a:p>
        </p:txBody>
      </p:sp>
      <p:sp>
        <p:nvSpPr>
          <p:cNvPr id="66" name="body-4-1-word-9">
            <a:extLst>
              <a:ext uri="{FF2B5EF4-FFF2-40B4-BE49-F238E27FC236}">
                <ns2:creationId id="{652507C3-7675-482D-8A15-D4CE549C77F1}"/>
              </a:ext>
            </a:extLst>
          </p:cNvPr>
          <p:cNvSpPr>
            <a:spLocks noGrp="1"/>
          </p:cNvSpPr>
          <p:nvPr/>
        </p:nvSpPr>
        <p:spPr>
          <a:xfrm>
            <a:off x="3362135" y="4442460"/>
            <a:ext cx="403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‏מול</a:t>
            </a:r>
          </a:p>
        </p:txBody>
      </p:sp>
      <p:sp>
        <p:nvSpPr>
          <p:cNvPr id="67" name="body-4-1-word-10">
            <a:extLst>
              <a:ext uri="{FF2B5EF4-FFF2-40B4-BE49-F238E27FC236}">
                <ns2:creationId id="{C6004FDE-5BC7-41EB-A558-97E71AE7D4F8}"/>
              </a:ext>
            </a:extLst>
          </p:cNvPr>
          <p:cNvSpPr>
            <a:spLocks noGrp="1"/>
          </p:cNvSpPr>
          <p:nvPr/>
        </p:nvSpPr>
        <p:spPr>
          <a:xfrm>
            <a:off x="2913317" y="4442460"/>
            <a:ext cx="3885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‏נגד</a:t>
            </a:r>
          </a:p>
        </p:txBody>
      </p:sp>
      <p:sp>
        <p:nvSpPr>
          <p:cNvPr id="68" name="body-4-1-word-11">
            <a:extLst>
              <a:ext uri="{FF2B5EF4-FFF2-40B4-BE49-F238E27FC236}">
                <ns2:creationId id="{075469C5-96C1-45D9-88D8-E073779DB566}"/>
              </a:ext>
            </a:extLst>
          </p:cNvPr>
          <p:cNvSpPr>
            <a:spLocks noGrp="1"/>
          </p:cNvSpPr>
          <p:nvPr/>
        </p:nvSpPr>
        <p:spPr>
          <a:xfrm>
            <a:off x="2023110" y="4442460"/>
            <a:ext cx="8299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‏היחידה</a:t>
            </a:r>
          </a:p>
        </p:txBody>
      </p:sp>
      <p:sp>
        <p:nvSpPr>
          <p:cNvPr id="69" name="body-4-1-word-12">
            <a:extLst>
              <a:ext uri="{FF2B5EF4-FFF2-40B4-BE49-F238E27FC236}">
                <ns2:creationId id="{D78E6BD7-11F2-4192-BCD7-74BD3288B0B1}"/>
              </a:ext>
            </a:extLst>
          </p:cNvPr>
          <p:cNvSpPr>
            <a:spLocks noGrp="1"/>
          </p:cNvSpPr>
          <p:nvPr/>
        </p:nvSpPr>
        <p:spPr>
          <a:xfrm>
            <a:off x="1474661" y="4442460"/>
            <a:ext cx="4881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‏לפני</a:t>
            </a:r>
          </a:p>
        </p:txBody>
      </p:sp>
      <p:sp>
        <p:nvSpPr>
          <p:cNvPr id="70" name="body-4-2-word-0">
            <a:extLst>
              <a:ext uri="{FF2B5EF4-FFF2-40B4-BE49-F238E27FC236}">
                <ns2:creationId id="{1BD9751A-4522-4240-AE45-291B853FBBB7}"/>
              </a:ext>
            </a:extLst>
          </p:cNvPr>
          <p:cNvSpPr>
            <a:spLocks noGrp="1"/>
          </p:cNvSpPr>
          <p:nvPr/>
        </p:nvSpPr>
        <p:spPr>
          <a:xfrm>
            <a:off x="10639139" y="4793933"/>
            <a:ext cx="8099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‏ההגעה</a:t>
            </a:r>
          </a:p>
        </p:txBody>
      </p:sp>
      <p:sp>
        <p:nvSpPr>
          <p:cNvPr id="71" name="body-4-2-word-1">
            <a:extLst>
              <a:ext uri="{FF2B5EF4-FFF2-40B4-BE49-F238E27FC236}">
                <ns2:creationId id="{5D7F8FB4-04D9-41B8-BB2E-AA455855A0EB}"/>
              </a:ext>
            </a:extLst>
          </p:cNvPr>
          <p:cNvSpPr>
            <a:spLocks noGrp="1"/>
          </p:cNvSpPr>
          <p:nvPr/>
        </p:nvSpPr>
        <p:spPr>
          <a:xfrm>
            <a:off x="10318909" y="479393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72" name="body-4-2-word-2">
            <a:extLst>
              <a:ext uri="{FF2B5EF4-FFF2-40B4-BE49-F238E27FC236}">
                <ns2:creationId id="{AFBE182F-A291-4A15-8099-962CB294B81A}"/>
              </a:ext>
            </a:extLst>
          </p:cNvPr>
          <p:cNvSpPr>
            <a:spLocks noGrp="1"/>
          </p:cNvSpPr>
          <p:nvPr/>
        </p:nvSpPr>
        <p:spPr>
          <a:xfrm>
            <a:off x="9368028" y="4793933"/>
            <a:ext cx="8905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‏היציאה.</a:t>
            </a:r>
          </a:p>
        </p:txBody>
      </p:sp>
      <p:sp>
        <p:nvSpPr>
          <p:cNvPr id="73" name="sources-word-0">
            <a:extLst>
              <a:ext uri="{FF2B5EF4-FFF2-40B4-BE49-F238E27FC236}">
                <ns2:creationId id="{5EC9315C-F3C5-4A0A-BA46-012F38E4C7D1}"/>
              </a:ext>
            </a:extLst>
          </p:cNvPr>
          <p:cNvSpPr>
            <a:spLocks noGrp="1"/>
          </p:cNvSpPr>
          <p:nvPr/>
        </p:nvSpPr>
        <p:spPr>
          <a:xfrm>
            <a:off x="11135868"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74" name="sources-word-1">
            <a:extLst>
              <a:ext uri="{FF2B5EF4-FFF2-40B4-BE49-F238E27FC236}">
                <ns2:creationId id="{A139937B-CDA3-409C-A0E4-BA9B2B267EBB}"/>
              </a:ext>
            </a:extLst>
          </p:cNvPr>
          <p:cNvSpPr>
            <a:spLocks noGrp="1"/>
          </p:cNvSpPr>
          <p:nvPr/>
        </p:nvSpPr>
        <p:spPr>
          <a:xfrm>
            <a:off x="10761345"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75" name="sources-word-2">
            <a:extLst>
              <a:ext uri="{FF2B5EF4-FFF2-40B4-BE49-F238E27FC236}">
                <ns2:creationId id="{C21F61C1-E4C9-405F-BDA3-5A3567AD1F6B}"/>
              </a:ext>
            </a:extLst>
          </p:cNvPr>
          <p:cNvSpPr>
            <a:spLocks noGrp="1"/>
          </p:cNvSpPr>
          <p:nvPr/>
        </p:nvSpPr>
        <p:spPr>
          <a:xfrm>
            <a:off x="9997059"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76" name="sources-word-3">
            <a:extLst>
              <a:ext uri="{FF2B5EF4-FFF2-40B4-BE49-F238E27FC236}">
                <ns2:creationId id="{1E86FBE7-0D98-435F-8801-001FC2306B78}"/>
              </a:ext>
            </a:extLst>
          </p:cNvPr>
          <p:cNvSpPr>
            <a:spLocks noGrp="1"/>
          </p:cNvSpPr>
          <p:nvPr/>
        </p:nvSpPr>
        <p:spPr>
          <a:xfrm>
            <a:off x="9900190"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7" name="sources-word-4">
            <a:extLst>
              <a:ext uri="{FF2B5EF4-FFF2-40B4-BE49-F238E27FC236}">
                <ns2:creationId id="{CFC73BDC-571B-4A79-A234-2F77F2ACB8D8}"/>
              </a:ext>
            </a:extLst>
          </p:cNvPr>
          <p:cNvSpPr>
            <a:spLocks noGrp="1"/>
          </p:cNvSpPr>
          <p:nvPr/>
        </p:nvSpPr>
        <p:spPr>
          <a:xfrm>
            <a:off x="9494710"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78" name="sources-word-5">
            <a:extLst>
              <a:ext uri="{FF2B5EF4-FFF2-40B4-BE49-F238E27FC236}">
                <ns2:creationId id="{6AECB293-24DF-49CD-B7A9-355A7F5E8144}"/>
              </a:ext>
            </a:extLst>
          </p:cNvPr>
          <p:cNvSpPr>
            <a:spLocks noGrp="1"/>
          </p:cNvSpPr>
          <p:nvPr/>
        </p:nvSpPr>
        <p:spPr>
          <a:xfrm>
            <a:off x="9083707"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79" name="sources-word-6">
            <a:extLst>
              <a:ext uri="{FF2B5EF4-FFF2-40B4-BE49-F238E27FC236}">
                <ns2:creationId id="{C95B3D9B-ACC5-4125-93D6-5085355E6A01}"/>
              </a:ext>
            </a:extLst>
          </p:cNvPr>
          <p:cNvSpPr>
            <a:spLocks noGrp="1"/>
          </p:cNvSpPr>
          <p:nvPr/>
        </p:nvSpPr>
        <p:spPr>
          <a:xfrm>
            <a:off x="8478298"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80" name="sources-word-7">
            <a:extLst>
              <a:ext uri="{FF2B5EF4-FFF2-40B4-BE49-F238E27FC236}">
                <ns2:creationId id="{9C12C0D7-32D7-4BB2-A9B6-B3B9E398CE0D}"/>
              </a:ext>
            </a:extLst>
          </p:cNvPr>
          <p:cNvSpPr>
            <a:spLocks noGrp="1"/>
          </p:cNvSpPr>
          <p:nvPr/>
        </p:nvSpPr>
        <p:spPr>
          <a:xfrm>
            <a:off x="8149780"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81" name="page">
            <a:extLst>
              <a:ext uri="{FF2B5EF4-FFF2-40B4-BE49-F238E27FC236}">
                <ns2:creationId id="{53F65CC6-1F28-4F32-815D-D99B08B89017}"/>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19 / 35</a:t>
            </a:r>
          </a:p>
        </p:txBody>
      </p:sp>
      <p:sp>
        <p:nvSpPr>
          <p:cNvPr id="82" name="timing-word-0">
            <a:extLst>
              <a:ext uri="{FF2B5EF4-FFF2-40B4-BE49-F238E27FC236}">
                <ns2:creationId id="{21847A64-EFFF-4BE6-94E5-EBBB434AA1F2}"/>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‏15:45</a:t>
            </a:r>
          </a:p>
        </p:txBody>
      </p:sp>
      <p:sp>
        <p:nvSpPr>
          <p:cNvPr id="83" name="timing-word-1">
            <a:extLst>
              <a:ext uri="{FF2B5EF4-FFF2-40B4-BE49-F238E27FC236}">
                <ns2:creationId id="{ECF21344-D73A-4CC8-9FF5-1172E8795E0D}"/>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4" name="timing-word-2">
            <a:extLst>
              <a:ext uri="{FF2B5EF4-FFF2-40B4-BE49-F238E27FC236}">
                <ns2:creationId id="{1BDBDE10-2907-4263-A29F-0397D5C0C99F}"/>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‏16:30</a:t>
            </a:r>
          </a:p>
        </p:txBody>
      </p:sp>
      <p:sp>
        <p:nvSpPr>
          <p:cNvPr id="85" name="timing-word-3">
            <a:extLst>
              <a:ext uri="{FF2B5EF4-FFF2-40B4-BE49-F238E27FC236}">
                <ns2:creationId id="{DE761927-7FED-4A68-9BCB-30A26400915B}"/>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86" name="timing-word-4">
            <a:extLst>
              <a:ext uri="{FF2B5EF4-FFF2-40B4-BE49-F238E27FC236}">
                <ns2:creationId id="{2E31CC4C-A858-48A9-8D07-9D02C512F97B}"/>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867881459"/>
      </p:ext>
    </p:extLst>
  </p:cSld>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1" name="title-word-0">
            <a:extLst>
              <a:ext uri="{FF2B5EF4-FFF2-40B4-BE49-F238E27FC236}">
                <ns2:creationId id="{1F4C3D02-D48E-4CE5-8A8D-F7B8FB38EE73}"/>
              </a:ext>
            </a:extLst>
          </p:cNvPr>
          <p:cNvSpPr>
            <a:spLocks noGrp="1"/>
          </p:cNvSpPr>
          <p:nvPr/>
        </p:nvSpPr>
        <p:spPr>
          <a:xfrm>
            <a:off x="10475690" y="571500"/>
            <a:ext cx="97336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‏יציאה</a:t>
            </a:r>
          </a:p>
        </p:txBody>
      </p:sp>
      <p:sp>
        <p:nvSpPr>
          <p:cNvPr id="2" name="title-word-1">
            <a:extLst>
              <a:ext uri="{FF2B5EF4-FFF2-40B4-BE49-F238E27FC236}">
                <ns2:creationId id="{97211884-6C6E-4E4D-904A-95635AE733D9}"/>
              </a:ext>
            </a:extLst>
          </p:cNvPr>
          <p:cNvSpPr>
            <a:spLocks noGrp="1"/>
          </p:cNvSpPr>
          <p:nvPr/>
        </p:nvSpPr>
        <p:spPr>
          <a:xfrm>
            <a:off x="8853678" y="571500"/>
            <a:ext cx="15246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‏מהיחידה</a:t>
            </a:r>
          </a:p>
        </p:txBody>
      </p:sp>
      <p:sp>
        <p:nvSpPr>
          <p:cNvPr id="3" name="title-word-2">
            <a:extLst>
              <a:ext uri="{FF2B5EF4-FFF2-40B4-BE49-F238E27FC236}">
                <ns2:creationId id="{2BF8F536-BAB8-4D6E-9E98-63B1CF9F770B}"/>
              </a:ext>
            </a:extLst>
          </p:cNvPr>
          <p:cNvSpPr>
            <a:spLocks noGrp="1"/>
          </p:cNvSpPr>
          <p:nvPr/>
        </p:nvSpPr>
        <p:spPr>
          <a:xfrm>
            <a:off x="7706201" y="571500"/>
            <a:ext cx="10501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‏וחזרה</a:t>
            </a:r>
          </a:p>
        </p:txBody>
      </p:sp>
      <p:sp>
        <p:nvSpPr>
          <p:cNvPr id="4" name="title-word-3">
            <a:extLst>
              <a:ext uri="{FF2B5EF4-FFF2-40B4-BE49-F238E27FC236}">
                <ns2:creationId id="{7EC97EC4-C0B0-45C3-A874-8931BFE8D94E}"/>
              </a:ext>
            </a:extLst>
          </p:cNvPr>
          <p:cNvSpPr>
            <a:spLocks noGrp="1"/>
          </p:cNvSpPr>
          <p:nvPr/>
        </p:nvSpPr>
        <p:spPr>
          <a:xfrm>
            <a:off x="6427565" y="571500"/>
            <a:ext cx="118129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‏הביתה</a:t>
            </a:r>
          </a:p>
        </p:txBody>
      </p:sp>
      <p:sp>
        <p:nvSpPr>
          <p:cNvPr id="5" name="body-1-1-word-0">
            <a:extLst>
              <a:ext uri="{FF2B5EF4-FFF2-40B4-BE49-F238E27FC236}">
                <ns2:creationId id="{5D179F2C-599A-4511-9FD1-A2092677E806}"/>
              </a:ext>
            </a:extLst>
          </p:cNvPr>
          <p:cNvSpPr>
            <a:spLocks noGrp="1"/>
          </p:cNvSpPr>
          <p:nvPr/>
        </p:nvSpPr>
        <p:spPr>
          <a:xfrm>
            <a:off x="10651522" y="1762125"/>
            <a:ext cx="7975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‏במערך</a:t>
            </a:r>
          </a:p>
        </p:txBody>
      </p:sp>
      <p:sp>
        <p:nvSpPr>
          <p:cNvPr id="6" name="body-1-1-word-1">
            <a:extLst>
              <a:ext uri="{FF2B5EF4-FFF2-40B4-BE49-F238E27FC236}">
                <ns2:creationId id="{157EC4A3-6FAD-4524-B950-A6324B7941AB}"/>
              </a:ext>
            </a:extLst>
          </p:cNvPr>
          <p:cNvSpPr>
            <a:spLocks noGrp="1"/>
          </p:cNvSpPr>
          <p:nvPr/>
        </p:nvSpPr>
        <p:spPr>
          <a:xfrm>
            <a:off x="9766363" y="1762125"/>
            <a:ext cx="8248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‏הלוחם,</a:t>
            </a:r>
          </a:p>
        </p:txBody>
      </p:sp>
      <p:sp>
        <p:nvSpPr>
          <p:cNvPr id="7" name="body-1-1-word-2">
            <a:extLst>
              <a:ext uri="{FF2B5EF4-FFF2-40B4-BE49-F238E27FC236}">
                <ns2:creationId id="{D4030830-D091-4ADF-95CD-0E2E1D5CE35B}"/>
              </a:ext>
            </a:extLst>
          </p:cNvPr>
          <p:cNvSpPr>
            <a:spLocks noGrp="1"/>
          </p:cNvSpPr>
          <p:nvPr/>
        </p:nvSpPr>
        <p:spPr>
          <a:xfrm>
            <a:off x="9108376" y="1762125"/>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8" name="body-1-1-word-3">
            <a:extLst>
              <a:ext uri="{FF2B5EF4-FFF2-40B4-BE49-F238E27FC236}">
                <ns2:creationId id="{AF6B1A6F-621A-4B78-BC6A-E344AA3ED1AD}"/>
              </a:ext>
            </a:extLst>
          </p:cNvPr>
          <p:cNvSpPr>
            <a:spLocks noGrp="1"/>
          </p:cNvSpPr>
          <p:nvPr/>
        </p:nvSpPr>
        <p:spPr>
          <a:xfrm>
            <a:off x="8383810" y="1762125"/>
            <a:ext cx="664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9" name="body-1-1-word-4">
            <a:extLst>
              <a:ext uri="{FF2B5EF4-FFF2-40B4-BE49-F238E27FC236}">
                <ns2:creationId id="{81BE1388-9359-4352-BB13-DF00FB782187}"/>
              </a:ext>
            </a:extLst>
          </p:cNvPr>
          <p:cNvSpPr>
            <a:spLocks noGrp="1"/>
          </p:cNvSpPr>
          <p:nvPr/>
        </p:nvSpPr>
        <p:spPr>
          <a:xfrm>
            <a:off x="7462266" y="1762125"/>
            <a:ext cx="8612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‏מאפשר</a:t>
            </a:r>
          </a:p>
        </p:txBody>
      </p:sp>
      <p:sp>
        <p:nvSpPr>
          <p:cNvPr id="10" name="body-1-1-word-5">
            <a:extLst>
              <a:ext uri="{FF2B5EF4-FFF2-40B4-BE49-F238E27FC236}">
                <ns2:creationId id="{401A9813-DDB6-4071-BF92-C73BDD93A9A9}"/>
              </a:ext>
            </a:extLst>
          </p:cNvPr>
          <p:cNvSpPr>
            <a:spLocks noGrp="1"/>
          </p:cNvSpPr>
          <p:nvPr/>
        </p:nvSpPr>
        <p:spPr>
          <a:xfrm>
            <a:off x="6695313" y="1762125"/>
            <a:ext cx="7066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‏תנועה</a:t>
            </a:r>
          </a:p>
        </p:txBody>
      </p:sp>
      <p:sp>
        <p:nvSpPr>
          <p:cNvPr id="11" name="body-1-1-word-6">
            <a:extLst>
              <a:ext uri="{FF2B5EF4-FFF2-40B4-BE49-F238E27FC236}">
                <ns2:creationId id="{E5DAFB67-24B0-43C0-A115-BB3EE0714524}"/>
              </a:ext>
            </a:extLst>
          </p:cNvPr>
          <p:cNvSpPr>
            <a:spLocks noGrp="1"/>
          </p:cNvSpPr>
          <p:nvPr/>
        </p:nvSpPr>
        <p:spPr>
          <a:xfrm>
            <a:off x="6064091" y="1762125"/>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12" name="body-1-1-word-7">
            <a:extLst>
              <a:ext uri="{FF2B5EF4-FFF2-40B4-BE49-F238E27FC236}">
                <ns2:creationId id="{E3C3C177-86A6-477C-9BDA-ECF57B258818}"/>
              </a:ext>
            </a:extLst>
          </p:cNvPr>
          <p:cNvSpPr>
            <a:spLocks noGrp="1"/>
          </p:cNvSpPr>
          <p:nvPr/>
        </p:nvSpPr>
        <p:spPr>
          <a:xfrm>
            <a:off x="5257610" y="1762125"/>
            <a:ext cx="7461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‏לחימה</a:t>
            </a:r>
          </a:p>
        </p:txBody>
      </p:sp>
      <p:sp>
        <p:nvSpPr>
          <p:cNvPr id="13" name="body-1-1-word-8">
            <a:extLst>
              <a:ext uri="{FF2B5EF4-FFF2-40B4-BE49-F238E27FC236}">
                <ns2:creationId id="{8590EFDD-B04A-494D-9BBC-7C09D73FA7B1}"/>
              </a:ext>
            </a:extLst>
          </p:cNvPr>
          <p:cNvSpPr>
            <a:spLocks noGrp="1"/>
          </p:cNvSpPr>
          <p:nvPr/>
        </p:nvSpPr>
        <p:spPr>
          <a:xfrm>
            <a:off x="4243388" y="1762125"/>
            <a:ext cx="9539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‏שהונפקו</a:t>
            </a:r>
          </a:p>
        </p:txBody>
      </p:sp>
      <p:sp>
        <p:nvSpPr>
          <p:cNvPr id="14" name="body-1-1-word-9">
            <a:extLst>
              <a:ext uri="{FF2B5EF4-FFF2-40B4-BE49-F238E27FC236}">
                <ns2:creationId id="{76520B57-B6FE-497A-9EDA-A7679E8DAB8E}"/>
              </a:ext>
            </a:extLst>
          </p:cNvPr>
          <p:cNvSpPr>
            <a:spLocks noGrp="1"/>
          </p:cNvSpPr>
          <p:nvPr/>
        </p:nvSpPr>
        <p:spPr>
          <a:xfrm>
            <a:off x="3439478" y="1762125"/>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‏בצה״ל</a:t>
            </a:r>
          </a:p>
        </p:txBody>
      </p:sp>
      <p:sp>
        <p:nvSpPr>
          <p:cNvPr id="15" name="body-1-1-word-10">
            <a:extLst>
              <a:ext uri="{FF2B5EF4-FFF2-40B4-BE49-F238E27FC236}">
                <ns2:creationId id="{246B8CE5-433F-4557-936D-7C7E28C15410}"/>
              </a:ext>
            </a:extLst>
          </p:cNvPr>
          <p:cNvSpPr>
            <a:spLocks noGrp="1"/>
          </p:cNvSpPr>
          <p:nvPr/>
        </p:nvSpPr>
        <p:spPr>
          <a:xfrm>
            <a:off x="3065526" y="176212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16" name="body-1-1-word-11">
            <a:extLst>
              <a:ext uri="{FF2B5EF4-FFF2-40B4-BE49-F238E27FC236}">
                <ns2:creationId id="{46131A9F-FC6C-4838-BC7D-6DC0FDCFC672}"/>
              </a:ext>
            </a:extLst>
          </p:cNvPr>
          <p:cNvSpPr>
            <a:spLocks noGrp="1"/>
          </p:cNvSpPr>
          <p:nvPr/>
        </p:nvSpPr>
        <p:spPr>
          <a:xfrm>
            <a:off x="2211229" y="1762125"/>
            <a:ext cx="7940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‏ביציאה</a:t>
            </a:r>
          </a:p>
        </p:txBody>
      </p:sp>
      <p:sp>
        <p:nvSpPr>
          <p:cNvPr id="17" name="body-1-1-word-12">
            <a:extLst>
              <a:ext uri="{FF2B5EF4-FFF2-40B4-BE49-F238E27FC236}">
                <ns2:creationId id="{2E4C198B-ACC2-48EF-82C4-E54649904CE3}"/>
              </a:ext>
            </a:extLst>
          </p:cNvPr>
          <p:cNvSpPr>
            <a:spLocks noGrp="1"/>
          </p:cNvSpPr>
          <p:nvPr/>
        </p:nvSpPr>
        <p:spPr>
          <a:xfrm>
            <a:off x="1149286" y="1762125"/>
            <a:ext cx="10016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‏מהיחידה</a:t>
            </a:r>
          </a:p>
        </p:txBody>
      </p:sp>
      <p:sp>
        <p:nvSpPr>
          <p:cNvPr id="18" name="body-1-2-word-0">
            <a:extLst>
              <a:ext uri="{FF2B5EF4-FFF2-40B4-BE49-F238E27FC236}">
                <ns2:creationId id="{5B27C349-7C0C-4E02-9EAA-B9AB524AB5E0}"/>
              </a:ext>
            </a:extLst>
          </p:cNvPr>
          <p:cNvSpPr>
            <a:spLocks noGrp="1"/>
          </p:cNvSpPr>
          <p:nvPr/>
        </p:nvSpPr>
        <p:spPr>
          <a:xfrm>
            <a:off x="10597229" y="2113598"/>
            <a:ext cx="8518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‏ובחזרה</a:t>
            </a:r>
          </a:p>
        </p:txBody>
      </p:sp>
      <p:sp>
        <p:nvSpPr>
          <p:cNvPr id="19" name="body-1-2-word-1">
            <a:extLst>
              <a:ext uri="{FF2B5EF4-FFF2-40B4-BE49-F238E27FC236}">
                <ns2:creationId id="{A3A6C5A2-D831-44EC-84B0-4BAABED0E083}"/>
              </a:ext>
            </a:extLst>
          </p:cNvPr>
          <p:cNvSpPr>
            <a:spLocks noGrp="1"/>
          </p:cNvSpPr>
          <p:nvPr/>
        </p:nvSpPr>
        <p:spPr>
          <a:xfrm>
            <a:off x="9676257" y="2113598"/>
            <a:ext cx="8606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‏מהבית.</a:t>
            </a:r>
          </a:p>
        </p:txBody>
      </p:sp>
      <p:sp>
        <p:nvSpPr>
          <p:cNvPr id="20" name="body-1-2-word-2">
            <a:extLst>
              <a:ext uri="{FF2B5EF4-FFF2-40B4-BE49-F238E27FC236}">
                <ns2:creationId id="{706ECC0E-2D59-493F-8F50-5A0CD4543BAE}"/>
              </a:ext>
            </a:extLst>
          </p:cNvPr>
          <p:cNvSpPr>
            <a:spLocks noGrp="1"/>
          </p:cNvSpPr>
          <p:nvPr/>
        </p:nvSpPr>
        <p:spPr>
          <a:xfrm>
            <a:off x="9199912" y="2113598"/>
            <a:ext cx="4160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a:t>
            </a:r>
          </a:p>
        </p:txBody>
      </p:sp>
      <p:sp>
        <p:nvSpPr>
          <p:cNvPr id="21" name="body-1-2-word-3">
            <a:extLst>
              <a:ext uri="{FF2B5EF4-FFF2-40B4-BE49-F238E27FC236}">
                <ns2:creationId id="{2414A164-20D5-441D-8881-A383F2F7A53C}"/>
              </a:ext>
            </a:extLst>
          </p:cNvPr>
          <p:cNvSpPr>
            <a:spLocks noGrp="1"/>
          </p:cNvSpPr>
          <p:nvPr/>
        </p:nvSpPr>
        <p:spPr>
          <a:xfrm>
            <a:off x="8882824" y="2113598"/>
            <a:ext cx="256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a:t>
            </a:r>
          </a:p>
        </p:txBody>
      </p:sp>
      <p:sp>
        <p:nvSpPr>
          <p:cNvPr id="22" name="body-1-2-word-4">
            <a:extLst>
              <a:ext uri="{FF2B5EF4-FFF2-40B4-BE49-F238E27FC236}">
                <ns2:creationId id="{E4C18E62-14FA-4997-81D0-3B75BE276E44}"/>
              </a:ext>
            </a:extLst>
          </p:cNvPr>
          <p:cNvSpPr>
            <a:spLocks noGrp="1"/>
          </p:cNvSpPr>
          <p:nvPr/>
        </p:nvSpPr>
        <p:spPr>
          <a:xfrm>
            <a:off x="7943279" y="2113598"/>
            <a:ext cx="8792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‏מיועדים</a:t>
            </a:r>
          </a:p>
        </p:txBody>
      </p:sp>
      <p:sp>
        <p:nvSpPr>
          <p:cNvPr id="23" name="body-1-2-word-5">
            <a:extLst>
              <a:ext uri="{FF2B5EF4-FFF2-40B4-BE49-F238E27FC236}">
                <ns2:creationId id="{E1B64E88-AB76-4374-83AD-32FE8C6A096D}"/>
              </a:ext>
            </a:extLst>
          </p:cNvPr>
          <p:cNvSpPr>
            <a:spLocks noGrp="1"/>
          </p:cNvSpPr>
          <p:nvPr/>
        </p:nvSpPr>
        <p:spPr>
          <a:xfrm>
            <a:off x="6990874" y="2113598"/>
            <a:ext cx="8921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‏לטקסים</a:t>
            </a:r>
          </a:p>
        </p:txBody>
      </p:sp>
      <p:sp>
        <p:nvSpPr>
          <p:cNvPr id="24" name="body-1-2-word-6">
            <a:extLst>
              <a:ext uri="{FF2B5EF4-FFF2-40B4-BE49-F238E27FC236}">
                <ns2:creationId id="{7BBB788C-D2FD-42BB-8409-53F0F344C7BE}"/>
              </a:ext>
            </a:extLst>
          </p:cNvPr>
          <p:cNvSpPr>
            <a:spLocks noGrp="1"/>
          </p:cNvSpPr>
          <p:nvPr/>
        </p:nvSpPr>
        <p:spPr>
          <a:xfrm>
            <a:off x="5859208" y="2113598"/>
            <a:ext cx="10713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‏ולאירועים</a:t>
            </a:r>
          </a:p>
        </p:txBody>
      </p:sp>
      <p:sp>
        <p:nvSpPr>
          <p:cNvPr id="25" name="body-1-2-word-7">
            <a:extLst>
              <a:ext uri="{FF2B5EF4-FFF2-40B4-BE49-F238E27FC236}">
                <ns2:creationId id="{9457B8F4-1C10-4C34-AAD4-BE3D2DEF6D77}"/>
              </a:ext>
            </a:extLst>
          </p:cNvPr>
          <p:cNvSpPr>
            <a:spLocks noGrp="1"/>
          </p:cNvSpPr>
          <p:nvPr/>
        </p:nvSpPr>
        <p:spPr>
          <a:xfrm>
            <a:off x="4858131" y="2113598"/>
            <a:ext cx="9407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‏שנקבעו.</a:t>
            </a:r>
          </a:p>
        </p:txBody>
      </p:sp>
      <p:sp>
        <p:nvSpPr>
          <p:cNvPr id="26" name="body-2-1-word-0">
            <a:extLst>
              <a:ext uri="{FF2B5EF4-FFF2-40B4-BE49-F238E27FC236}">
                <ns2:creationId id="{BA133CBC-6AEC-4F49-9FB0-BF562A6AD7DD}"/>
              </a:ext>
            </a:extLst>
          </p:cNvPr>
          <p:cNvSpPr>
            <a:spLocks noGrp="1"/>
          </p:cNvSpPr>
          <p:nvPr/>
        </p:nvSpPr>
        <p:spPr>
          <a:xfrm>
            <a:off x="10697146" y="2655570"/>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27" name="body-2-1-word-1">
            <a:extLst>
              <a:ext uri="{FF2B5EF4-FFF2-40B4-BE49-F238E27FC236}">
                <ns2:creationId id="{9B40C26A-8D08-4328-87F8-1FB88128A9D8}"/>
              </a:ext>
            </a:extLst>
          </p:cNvPr>
          <p:cNvSpPr>
            <a:spLocks noGrp="1"/>
          </p:cNvSpPr>
          <p:nvPr/>
        </p:nvSpPr>
        <p:spPr>
          <a:xfrm>
            <a:off x="10063162" y="2655570"/>
            <a:ext cx="5736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‏מחוץ</a:t>
            </a:r>
          </a:p>
        </p:txBody>
      </p:sp>
      <p:sp>
        <p:nvSpPr>
          <p:cNvPr id="28" name="body-2-1-word-2">
            <a:extLst>
              <a:ext uri="{FF2B5EF4-FFF2-40B4-BE49-F238E27FC236}">
                <ns2:creationId id="{77E3ECD7-FB32-4556-BC53-1CFED73BFB3A}"/>
              </a:ext>
            </a:extLst>
          </p:cNvPr>
          <p:cNvSpPr>
            <a:spLocks noGrp="1"/>
          </p:cNvSpPr>
          <p:nvPr/>
        </p:nvSpPr>
        <p:spPr>
          <a:xfrm>
            <a:off x="9228010" y="2655570"/>
            <a:ext cx="7748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‏למערך</a:t>
            </a:r>
          </a:p>
        </p:txBody>
      </p:sp>
      <p:sp>
        <p:nvSpPr>
          <p:cNvPr id="29" name="body-2-1-word-3">
            <a:extLst>
              <a:ext uri="{FF2B5EF4-FFF2-40B4-BE49-F238E27FC236}">
                <ns2:creationId id="{D49A89A0-2E3F-4923-B6FA-DFA4D7C6E236}"/>
              </a:ext>
            </a:extLst>
          </p:cNvPr>
          <p:cNvSpPr>
            <a:spLocks noGrp="1"/>
          </p:cNvSpPr>
          <p:nvPr/>
        </p:nvSpPr>
        <p:spPr>
          <a:xfrm>
            <a:off x="8342852" y="2655570"/>
            <a:ext cx="8248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‏הלוחם:</a:t>
            </a:r>
          </a:p>
        </p:txBody>
      </p:sp>
      <p:sp>
        <p:nvSpPr>
          <p:cNvPr id="30" name="body-2-1-word-4">
            <a:extLst>
              <a:ext uri="{FF2B5EF4-FFF2-40B4-BE49-F238E27FC236}">
                <ns2:creationId id="{370B49DF-7F33-4F20-8E95-B3338E528240}"/>
              </a:ext>
            </a:extLst>
          </p:cNvPr>
          <p:cNvSpPr>
            <a:spLocks noGrp="1"/>
          </p:cNvSpPr>
          <p:nvPr/>
        </p:nvSpPr>
        <p:spPr>
          <a:xfrm>
            <a:off x="7512844" y="2655570"/>
            <a:ext cx="7697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‏העדכון</a:t>
            </a:r>
          </a:p>
        </p:txBody>
      </p:sp>
      <p:sp>
        <p:nvSpPr>
          <p:cNvPr id="31" name="body-2-1-word-5">
            <a:extLst>
              <a:ext uri="{FF2B5EF4-FFF2-40B4-BE49-F238E27FC236}">
                <ns2:creationId id="{4265FCBB-D471-4EF3-AECC-A9185368B06A}"/>
              </a:ext>
            </a:extLst>
          </p:cNvPr>
          <p:cNvSpPr>
            <a:spLocks noGrp="1"/>
          </p:cNvSpPr>
          <p:nvPr/>
        </p:nvSpPr>
        <p:spPr>
          <a:xfrm>
            <a:off x="6852571" y="2655570"/>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‏מתיר</a:t>
            </a:r>
          </a:p>
        </p:txBody>
      </p:sp>
      <p:sp>
        <p:nvSpPr>
          <p:cNvPr id="32" name="body-2-1-word-6">
            <a:extLst>
              <a:ext uri="{FF2B5EF4-FFF2-40B4-BE49-F238E27FC236}">
                <ns2:creationId id="{1AE71BE1-D301-49C5-9687-9999C07664DB}"/>
              </a:ext>
            </a:extLst>
          </p:cNvPr>
          <p:cNvSpPr>
            <a:spLocks noGrp="1"/>
          </p:cNvSpPr>
          <p:nvPr/>
        </p:nvSpPr>
        <p:spPr>
          <a:xfrm>
            <a:off x="6085618" y="2655570"/>
            <a:ext cx="7066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‏תנועה</a:t>
            </a:r>
          </a:p>
        </p:txBody>
      </p:sp>
      <p:sp>
        <p:nvSpPr>
          <p:cNvPr id="33" name="body-2-1-word-7">
            <a:extLst>
              <a:ext uri="{FF2B5EF4-FFF2-40B4-BE49-F238E27FC236}">
                <ns2:creationId id="{CE26E240-D032-4151-8237-B768D638A588}"/>
              </a:ext>
            </a:extLst>
          </p:cNvPr>
          <p:cNvSpPr>
            <a:spLocks noGrp="1"/>
          </p:cNvSpPr>
          <p:nvPr/>
        </p:nvSpPr>
        <p:spPr>
          <a:xfrm>
            <a:off x="5451634" y="2655570"/>
            <a:ext cx="5736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‏מחוץ</a:t>
            </a:r>
          </a:p>
        </p:txBody>
      </p:sp>
      <p:sp>
        <p:nvSpPr>
          <p:cNvPr id="34" name="body-2-1-word-8">
            <a:extLst>
              <a:ext uri="{FF2B5EF4-FFF2-40B4-BE49-F238E27FC236}">
                <ns2:creationId id="{513C2AD0-D1DB-49D5-BAC8-5F5C7B70B0C4}"/>
              </a:ext>
            </a:extLst>
          </p:cNvPr>
          <p:cNvSpPr>
            <a:spLocks noGrp="1"/>
          </p:cNvSpPr>
          <p:nvPr/>
        </p:nvSpPr>
        <p:spPr>
          <a:xfrm>
            <a:off x="4532852" y="2655570"/>
            <a:ext cx="8584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‏למחנות</a:t>
            </a:r>
          </a:p>
        </p:txBody>
      </p:sp>
      <p:sp>
        <p:nvSpPr>
          <p:cNvPr id="35" name="body-2-1-word-9">
            <a:extLst>
              <a:ext uri="{FF2B5EF4-FFF2-40B4-BE49-F238E27FC236}">
                <ns2:creationId id="{2C607ECB-ECFE-4B1C-B53F-1778ED38403A}"/>
              </a:ext>
            </a:extLst>
          </p:cNvPr>
          <p:cNvSpPr>
            <a:spLocks noGrp="1"/>
          </p:cNvSpPr>
          <p:nvPr/>
        </p:nvSpPr>
        <p:spPr>
          <a:xfrm>
            <a:off x="3901631" y="2655570"/>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36" name="body-2-1-word-10">
            <a:extLst>
              <a:ext uri="{FF2B5EF4-FFF2-40B4-BE49-F238E27FC236}">
                <ns2:creationId id="{55A1D870-31E5-4653-B73F-6D118F41ECC5}"/>
              </a:ext>
            </a:extLst>
          </p:cNvPr>
          <p:cNvSpPr>
            <a:spLocks noGrp="1"/>
          </p:cNvSpPr>
          <p:nvPr/>
        </p:nvSpPr>
        <p:spPr>
          <a:xfrm>
            <a:off x="3590544" y="2655570"/>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37" name="body-2-1-word-11">
            <a:extLst>
              <a:ext uri="{FF2B5EF4-FFF2-40B4-BE49-F238E27FC236}">
                <ns2:creationId id="{B482D93E-F636-45FB-9D80-FD4B0A54E681}"/>
              </a:ext>
            </a:extLst>
          </p:cNvPr>
          <p:cNvSpPr>
            <a:spLocks noGrp="1"/>
          </p:cNvSpPr>
          <p:nvPr/>
        </p:nvSpPr>
        <p:spPr>
          <a:xfrm>
            <a:off x="2595848" y="2655570"/>
            <a:ext cx="9344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‏בתקופת</a:t>
            </a:r>
          </a:p>
        </p:txBody>
      </p:sp>
      <p:sp>
        <p:nvSpPr>
          <p:cNvPr id="38" name="body-2-1-word-12">
            <a:extLst>
              <a:ext uri="{FF2B5EF4-FFF2-40B4-BE49-F238E27FC236}">
                <ns2:creationId id="{0798ECB0-1722-47F0-B8D8-71DBD4BCEF93}"/>
              </a:ext>
            </a:extLst>
          </p:cNvPr>
          <p:cNvSpPr>
            <a:spLocks noGrp="1"/>
          </p:cNvSpPr>
          <p:nvPr/>
        </p:nvSpPr>
        <p:spPr>
          <a:xfrm>
            <a:off x="1516094" y="2655570"/>
            <a:ext cx="10194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‏המלחמה</a:t>
            </a:r>
          </a:p>
        </p:txBody>
      </p:sp>
      <p:sp>
        <p:nvSpPr>
          <p:cNvPr id="39" name="body-2-2-word-0">
            <a:extLst>
              <a:ext uri="{FF2B5EF4-FFF2-40B4-BE49-F238E27FC236}">
                <ns2:creationId id="{8DB55964-460A-4461-B3AD-97E9E7091E22}"/>
              </a:ext>
            </a:extLst>
          </p:cNvPr>
          <p:cNvSpPr>
            <a:spLocks noGrp="1"/>
          </p:cNvSpPr>
          <p:nvPr/>
        </p:nvSpPr>
        <p:spPr>
          <a:xfrm>
            <a:off x="10549414" y="3007043"/>
            <a:ext cx="8996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‏ובאישור</a:t>
            </a:r>
          </a:p>
        </p:txBody>
      </p:sp>
      <p:sp>
        <p:nvSpPr>
          <p:cNvPr id="40" name="body-2-2-word-1">
            <a:extLst>
              <a:ext uri="{FF2B5EF4-FFF2-40B4-BE49-F238E27FC236}">
                <ns2:creationId id="{80E365A1-C5A9-498F-9AC4-055095791A2C}"/>
              </a:ext>
            </a:extLst>
          </p:cNvPr>
          <p:cNvSpPr>
            <a:spLocks noGrp="1"/>
          </p:cNvSpPr>
          <p:nvPr/>
        </p:nvSpPr>
        <p:spPr>
          <a:xfrm>
            <a:off x="9509379" y="3007043"/>
            <a:ext cx="9797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‏מפקדים.</a:t>
            </a:r>
          </a:p>
        </p:txBody>
      </p:sp>
      <p:sp>
        <p:nvSpPr>
          <p:cNvPr id="41" name="body-2-2-word-2">
            <a:extLst>
              <a:ext uri="{FF2B5EF4-FFF2-40B4-BE49-F238E27FC236}">
                <ns2:creationId id="{47045845-A708-4BA9-AFB7-065E35BF5177}"/>
              </a:ext>
            </a:extLst>
          </p:cNvPr>
          <p:cNvSpPr>
            <a:spLocks noGrp="1"/>
          </p:cNvSpPr>
          <p:nvPr/>
        </p:nvSpPr>
        <p:spPr>
          <a:xfrm>
            <a:off x="9240774" y="3007043"/>
            <a:ext cx="2083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a:t>
            </a:r>
          </a:p>
        </p:txBody>
      </p:sp>
      <p:sp>
        <p:nvSpPr>
          <p:cNvPr id="42" name="body-2-2-word-3">
            <a:extLst>
              <a:ext uri="{FF2B5EF4-FFF2-40B4-BE49-F238E27FC236}">
                <ns2:creationId id="{A79093E3-5ABC-48D2-BE80-472B4C3784FE}"/>
              </a:ext>
            </a:extLst>
          </p:cNvPr>
          <p:cNvSpPr>
            <a:spLocks noGrp="1"/>
          </p:cNvSpPr>
          <p:nvPr/>
        </p:nvSpPr>
        <p:spPr>
          <a:xfrm>
            <a:off x="8430958" y="3007043"/>
            <a:ext cx="7495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‏הוראה</a:t>
            </a:r>
          </a:p>
        </p:txBody>
      </p:sp>
      <p:sp>
        <p:nvSpPr>
          <p:cNvPr id="43" name="body-2-2-word-4">
            <a:extLst>
              <a:ext uri="{FF2B5EF4-FFF2-40B4-BE49-F238E27FC236}">
                <ns2:creationId id="{24B7CE4C-90B0-4BC2-9F04-918EAA5906A4}"/>
              </a:ext>
            </a:extLst>
          </p:cNvPr>
          <p:cNvSpPr>
            <a:spLocks noGrp="1"/>
          </p:cNvSpPr>
          <p:nvPr/>
        </p:nvSpPr>
        <p:spPr>
          <a:xfrm>
            <a:off x="7561421" y="3007043"/>
            <a:ext cx="8092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‏מותנית</a:t>
            </a:r>
          </a:p>
        </p:txBody>
      </p:sp>
      <p:sp>
        <p:nvSpPr>
          <p:cNvPr id="44" name="body-2-2-word-5">
            <a:extLst>
              <a:ext uri="{FF2B5EF4-FFF2-40B4-BE49-F238E27FC236}">
                <ns2:creationId id="{CB683CD7-56DC-426F-9967-37DD26B91211}"/>
              </a:ext>
            </a:extLst>
          </p:cNvPr>
          <p:cNvSpPr>
            <a:spLocks noGrp="1"/>
          </p:cNvSpPr>
          <p:nvPr/>
        </p:nvSpPr>
        <p:spPr>
          <a:xfrm>
            <a:off x="7005256" y="3007043"/>
            <a:ext cx="4958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‏שיש</a:t>
            </a:r>
          </a:p>
        </p:txBody>
      </p:sp>
      <p:sp>
        <p:nvSpPr>
          <p:cNvPr id="45" name="body-2-2-word-6">
            <a:extLst>
              <a:ext uri="{FF2B5EF4-FFF2-40B4-BE49-F238E27FC236}">
                <ns2:creationId id="{4F14259C-7719-41C6-9A43-DE8EBFCCA88F}"/>
              </a:ext>
            </a:extLst>
          </p:cNvPr>
          <p:cNvSpPr>
            <a:spLocks noGrp="1"/>
          </p:cNvSpPr>
          <p:nvPr/>
        </p:nvSpPr>
        <p:spPr>
          <a:xfrm>
            <a:off x="6256401" y="3007043"/>
            <a:ext cx="68856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‏לבדוק</a:t>
            </a:r>
          </a:p>
        </p:txBody>
      </p:sp>
      <p:sp>
        <p:nvSpPr>
          <p:cNvPr id="46" name="body-2-2-word-7">
            <a:extLst>
              <a:ext uri="{FF2B5EF4-FFF2-40B4-BE49-F238E27FC236}">
                <ns2:creationId id="{69F1F48D-C0C1-4679-8AA0-131FE7928623}"/>
              </a:ext>
            </a:extLst>
          </p:cNvPr>
          <p:cNvSpPr>
            <a:spLocks noGrp="1"/>
          </p:cNvSpPr>
          <p:nvPr/>
        </p:nvSpPr>
        <p:spPr>
          <a:xfrm>
            <a:off x="5835586" y="3007043"/>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47" name="body-2-2-word-8">
            <a:extLst>
              <a:ext uri="{FF2B5EF4-FFF2-40B4-BE49-F238E27FC236}">
                <ns2:creationId id="{F69F7410-C6ED-4532-AD2A-18A578221A23}"/>
              </a:ext>
            </a:extLst>
          </p:cNvPr>
          <p:cNvSpPr>
            <a:spLocks noGrp="1"/>
          </p:cNvSpPr>
          <p:nvPr/>
        </p:nvSpPr>
        <p:spPr>
          <a:xfrm>
            <a:off x="5107019" y="3007043"/>
            <a:ext cx="66827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‏עודנה</a:t>
            </a:r>
          </a:p>
        </p:txBody>
      </p:sp>
      <p:sp>
        <p:nvSpPr>
          <p:cNvPr id="48" name="body-2-2-word-9">
            <a:extLst>
              <a:ext uri="{FF2B5EF4-FFF2-40B4-BE49-F238E27FC236}">
                <ns2:creationId id="{0E3A4824-CBB6-48B8-8BE2-EDD4CBF45A7C}"/>
              </a:ext>
            </a:extLst>
          </p:cNvPr>
          <p:cNvSpPr>
            <a:spLocks noGrp="1"/>
          </p:cNvSpPr>
          <p:nvPr/>
        </p:nvSpPr>
        <p:spPr>
          <a:xfrm>
            <a:off x="4210812" y="3007043"/>
            <a:ext cx="8359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‏בתוקף.</a:t>
            </a:r>
          </a:p>
        </p:txBody>
      </p:sp>
      <p:sp>
        <p:nvSpPr>
          <p:cNvPr id="49" name="body-3-1-word-0">
            <a:extLst>
              <a:ext uri="{FF2B5EF4-FFF2-40B4-BE49-F238E27FC236}">
                <ns2:creationId id="{213C66E5-0442-4CE6-B0BB-B5B13B2DF50F}"/>
              </a:ext>
            </a:extLst>
          </p:cNvPr>
          <p:cNvSpPr>
            <a:spLocks noGrp="1"/>
          </p:cNvSpPr>
          <p:nvPr/>
        </p:nvSpPr>
        <p:spPr>
          <a:xfrm>
            <a:off x="10802398" y="3549015"/>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50" name="body-3-1-word-1">
            <a:extLst>
              <a:ext uri="{FF2B5EF4-FFF2-40B4-BE49-F238E27FC236}">
                <ns2:creationId id="{A4FF8B5E-00EA-4C89-A39D-5D4BDE888FD9}"/>
              </a:ext>
            </a:extLst>
          </p:cNvPr>
          <p:cNvSpPr>
            <a:spLocks noGrp="1"/>
          </p:cNvSpPr>
          <p:nvPr/>
        </p:nvSpPr>
        <p:spPr>
          <a:xfrm>
            <a:off x="9958578" y="3549015"/>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51" name="body-3-1-word-2">
            <a:extLst>
              <a:ext uri="{FF2B5EF4-FFF2-40B4-BE49-F238E27FC236}">
                <ns2:creationId id="{DDE938B0-798F-4661-9354-B8C8B106B2D8}"/>
              </a:ext>
            </a:extLst>
          </p:cNvPr>
          <p:cNvSpPr>
            <a:spLocks noGrp="1"/>
          </p:cNvSpPr>
          <p:nvPr/>
        </p:nvSpPr>
        <p:spPr>
          <a:xfrm>
            <a:off x="9191625" y="3549015"/>
            <a:ext cx="7066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‏תנועה</a:t>
            </a:r>
          </a:p>
        </p:txBody>
      </p:sp>
      <p:sp>
        <p:nvSpPr>
          <p:cNvPr id="52" name="body-3-1-word-3">
            <a:extLst>
              <a:ext uri="{FF2B5EF4-FFF2-40B4-BE49-F238E27FC236}">
                <ns2:creationId id="{4EB2BC5D-7742-4F89-B23E-98D999A76FBB}"/>
              </a:ext>
            </a:extLst>
          </p:cNvPr>
          <p:cNvSpPr>
            <a:spLocks noGrp="1"/>
          </p:cNvSpPr>
          <p:nvPr/>
        </p:nvSpPr>
        <p:spPr>
          <a:xfrm>
            <a:off x="8223313" y="3549015"/>
            <a:ext cx="90801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‏יומיומית</a:t>
            </a:r>
          </a:p>
        </p:txBody>
      </p:sp>
      <p:sp>
        <p:nvSpPr>
          <p:cNvPr id="53" name="body-3-1-word-4">
            <a:extLst>
              <a:ext uri="{FF2B5EF4-FFF2-40B4-BE49-F238E27FC236}">
                <ns2:creationId id="{4C922E8B-4EA1-4299-BDE0-54678540F2F6}"/>
              </a:ext>
            </a:extLst>
          </p:cNvPr>
          <p:cNvSpPr>
            <a:spLocks noGrp="1"/>
          </p:cNvSpPr>
          <p:nvPr/>
        </p:nvSpPr>
        <p:spPr>
          <a:xfrm>
            <a:off x="7592092" y="3549015"/>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54" name="body-3-1-word-5">
            <a:extLst>
              <a:ext uri="{FF2B5EF4-FFF2-40B4-BE49-F238E27FC236}">
                <ns2:creationId id="{DCA39EAB-3F90-45D3-8215-D7FDA0657964}"/>
              </a:ext>
            </a:extLst>
          </p:cNvPr>
          <p:cNvSpPr>
            <a:spLocks noGrp="1"/>
          </p:cNvSpPr>
          <p:nvPr/>
        </p:nvSpPr>
        <p:spPr>
          <a:xfrm>
            <a:off x="7281005" y="3549015"/>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55" name="body-3-1-word-6">
            <a:extLst>
              <a:ext uri="{FF2B5EF4-FFF2-40B4-BE49-F238E27FC236}">
                <ns2:creationId id="{8E10112F-6F90-4A90-8BEF-CA45E254C42D}"/>
              </a:ext>
            </a:extLst>
          </p:cNvPr>
          <p:cNvSpPr>
            <a:spLocks noGrp="1"/>
          </p:cNvSpPr>
          <p:nvPr/>
        </p:nvSpPr>
        <p:spPr>
          <a:xfrm>
            <a:off x="6907054" y="354901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56" name="body-3-1-word-7">
            <a:extLst>
              <a:ext uri="{FF2B5EF4-FFF2-40B4-BE49-F238E27FC236}">
                <ns2:creationId id="{3F62122B-6BD3-4D6B-B817-B50699D846CB}"/>
              </a:ext>
            </a:extLst>
          </p:cNvPr>
          <p:cNvSpPr>
            <a:spLocks noGrp="1"/>
          </p:cNvSpPr>
          <p:nvPr/>
        </p:nvSpPr>
        <p:spPr>
          <a:xfrm>
            <a:off x="6273070" y="3549015"/>
            <a:ext cx="5736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‏מחוץ</a:t>
            </a:r>
          </a:p>
        </p:txBody>
      </p:sp>
      <p:sp>
        <p:nvSpPr>
          <p:cNvPr id="57" name="body-3-1-word-8">
            <a:extLst>
              <a:ext uri="{FF2B5EF4-FFF2-40B4-BE49-F238E27FC236}">
                <ns2:creationId id="{92697C54-8316-41E6-B85C-952C0BCAA51F}"/>
              </a:ext>
            </a:extLst>
          </p:cNvPr>
          <p:cNvSpPr>
            <a:spLocks noGrp="1"/>
          </p:cNvSpPr>
          <p:nvPr/>
        </p:nvSpPr>
        <p:spPr>
          <a:xfrm>
            <a:off x="5356955" y="3549015"/>
            <a:ext cx="8558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‏למחנה.</a:t>
            </a:r>
          </a:p>
        </p:txBody>
      </p:sp>
      <p:sp>
        <p:nvSpPr>
          <p:cNvPr id="58" name="body-3-1-word-9">
            <a:extLst>
              <a:ext uri="{FF2B5EF4-FFF2-40B4-BE49-F238E27FC236}">
                <ns2:creationId id="{2FA58B26-7FB4-4990-AFB4-0CDD321CD076}"/>
              </a:ext>
            </a:extLst>
          </p:cNvPr>
          <p:cNvSpPr>
            <a:spLocks noGrp="1"/>
          </p:cNvSpPr>
          <p:nvPr/>
        </p:nvSpPr>
        <p:spPr>
          <a:xfrm>
            <a:off x="4288441" y="3549015"/>
            <a:ext cx="10082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‏למילואים</a:t>
            </a:r>
          </a:p>
        </p:txBody>
      </p:sp>
      <p:sp>
        <p:nvSpPr>
          <p:cNvPr id="59" name="body-3-1-word-10">
            <a:extLst>
              <a:ext uri="{FF2B5EF4-FFF2-40B4-BE49-F238E27FC236}">
                <ns2:creationId id="{13559226-DE51-45E9-A6DF-DB26D95EB6E0}"/>
              </a:ext>
            </a:extLst>
          </p:cNvPr>
          <p:cNvSpPr>
            <a:spLocks noGrp="1"/>
          </p:cNvSpPr>
          <p:nvPr/>
        </p:nvSpPr>
        <p:spPr>
          <a:xfrm>
            <a:off x="3930682" y="3549015"/>
            <a:ext cx="2974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‏יש</a:t>
            </a:r>
          </a:p>
        </p:txBody>
      </p:sp>
      <p:sp>
        <p:nvSpPr>
          <p:cNvPr id="60" name="body-3-1-word-11">
            <a:extLst>
              <a:ext uri="{FF2B5EF4-FFF2-40B4-BE49-F238E27FC236}">
                <ns2:creationId id="{9B230E96-0089-4845-8130-417A38949758}"/>
              </a:ext>
            </a:extLst>
          </p:cNvPr>
          <p:cNvSpPr>
            <a:spLocks noGrp="1"/>
          </p:cNvSpPr>
          <p:nvPr/>
        </p:nvSpPr>
        <p:spPr>
          <a:xfrm>
            <a:off x="3042857" y="3549015"/>
            <a:ext cx="8275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‏ההסדר</a:t>
            </a:r>
          </a:p>
        </p:txBody>
      </p:sp>
      <p:sp>
        <p:nvSpPr>
          <p:cNvPr id="61" name="body-3-1-word-12">
            <a:extLst>
              <a:ext uri="{FF2B5EF4-FFF2-40B4-BE49-F238E27FC236}">
                <ns2:creationId id="{2F17F283-A476-4C99-ADB6-F9C559BA5D07}"/>
              </a:ext>
            </a:extLst>
          </p:cNvPr>
          <p:cNvSpPr>
            <a:spLocks noGrp="1"/>
          </p:cNvSpPr>
          <p:nvPr/>
        </p:nvSpPr>
        <p:spPr>
          <a:xfrm>
            <a:off x="2203609" y="3549015"/>
            <a:ext cx="7789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‏הייעודי</a:t>
            </a:r>
          </a:p>
        </p:txBody>
      </p:sp>
      <p:sp>
        <p:nvSpPr>
          <p:cNvPr id="62" name="body-3-1-word-13">
            <a:extLst>
              <a:ext uri="{FF2B5EF4-FFF2-40B4-BE49-F238E27FC236}">
                <ns2:creationId id="{0ADF22D4-0C97-41C3-8A86-842D23DE55FF}"/>
              </a:ext>
            </a:extLst>
          </p:cNvPr>
          <p:cNvSpPr>
            <a:spLocks noGrp="1"/>
          </p:cNvSpPr>
          <p:nvPr/>
        </p:nvSpPr>
        <p:spPr>
          <a:xfrm>
            <a:off x="1423130" y="3549015"/>
            <a:ext cx="7201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‏שהוצג</a:t>
            </a:r>
          </a:p>
        </p:txBody>
      </p:sp>
      <p:sp>
        <p:nvSpPr>
          <p:cNvPr id="63" name="body-3-2-word-0">
            <a:extLst>
              <a:ext uri="{FF2B5EF4-FFF2-40B4-BE49-F238E27FC236}">
                <ns2:creationId id="{80448FDE-0629-47DC-8551-436AB04C81F5}"/>
              </a:ext>
            </a:extLst>
          </p:cNvPr>
          <p:cNvSpPr>
            <a:spLocks noGrp="1"/>
          </p:cNvSpPr>
          <p:nvPr/>
        </p:nvSpPr>
        <p:spPr>
          <a:xfrm>
            <a:off x="10429399" y="3900488"/>
            <a:ext cx="10196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‏בשקופית</a:t>
            </a:r>
          </a:p>
        </p:txBody>
      </p:sp>
      <p:sp>
        <p:nvSpPr>
          <p:cNvPr id="64" name="body-3-2-word-1">
            <a:extLst>
              <a:ext uri="{FF2B5EF4-FFF2-40B4-BE49-F238E27FC236}">
                <ns2:creationId id="{D7F9F935-6B8D-441F-88BD-F220DAB710AC}"/>
              </a:ext>
            </a:extLst>
          </p:cNvPr>
          <p:cNvSpPr>
            <a:spLocks noGrp="1"/>
          </p:cNvSpPr>
          <p:nvPr/>
        </p:nvSpPr>
        <p:spPr>
          <a:xfrm>
            <a:off x="9360884" y="3900488"/>
            <a:ext cx="10082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‏הקודמת.</a:t>
            </a:r>
          </a:p>
        </p:txBody>
      </p:sp>
      <p:sp>
        <p:nvSpPr>
          <p:cNvPr id="65" name="body-4-1-word-0">
            <a:extLst>
              <a:ext uri="{FF2B5EF4-FFF2-40B4-BE49-F238E27FC236}">
                <ns2:creationId id="{182F5476-B307-41C9-A234-14202D3EAB71}"/>
              </a:ext>
            </a:extLst>
          </p:cNvPr>
          <p:cNvSpPr>
            <a:spLocks noGrp="1"/>
          </p:cNvSpPr>
          <p:nvPr/>
        </p:nvSpPr>
        <p:spPr>
          <a:xfrm>
            <a:off x="10774775" y="4442460"/>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66" name="body-4-1-word-1">
            <a:extLst>
              <a:ext uri="{FF2B5EF4-FFF2-40B4-BE49-F238E27FC236}">
                <ns2:creationId id="{6B47B9BB-67A4-419B-8532-A69C77BA7961}"/>
              </a:ext>
            </a:extLst>
          </p:cNvPr>
          <p:cNvSpPr>
            <a:spLocks noGrp="1"/>
          </p:cNvSpPr>
          <p:nvPr/>
        </p:nvSpPr>
        <p:spPr>
          <a:xfrm>
            <a:off x="9875520" y="4442460"/>
            <a:ext cx="83896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‏לתנועה</a:t>
            </a:r>
          </a:p>
        </p:txBody>
      </p:sp>
      <p:sp>
        <p:nvSpPr>
          <p:cNvPr id="67" name="body-4-1-word-2">
            <a:extLst>
              <a:ext uri="{FF2B5EF4-FFF2-40B4-BE49-F238E27FC236}">
                <ns2:creationId id="{162A9E38-FC16-4829-ACD0-0726AF598A55}"/>
              </a:ext>
            </a:extLst>
          </p:cNvPr>
          <p:cNvSpPr>
            <a:spLocks noGrp="1"/>
          </p:cNvSpPr>
          <p:nvPr/>
        </p:nvSpPr>
        <p:spPr>
          <a:xfrm>
            <a:off x="9067133" y="4442460"/>
            <a:ext cx="748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‏בטקטי</a:t>
            </a:r>
          </a:p>
        </p:txBody>
      </p:sp>
      <p:sp>
        <p:nvSpPr>
          <p:cNvPr id="68" name="body-4-1-word-3">
            <a:extLst>
              <a:ext uri="{FF2B5EF4-FFF2-40B4-BE49-F238E27FC236}">
                <ns2:creationId id="{62ECAD77-1E31-4B41-969E-9577E32B7925}"/>
              </a:ext>
            </a:extLst>
          </p:cNvPr>
          <p:cNvSpPr>
            <a:spLocks noGrp="1"/>
          </p:cNvSpPr>
          <p:nvPr/>
        </p:nvSpPr>
        <p:spPr>
          <a:xfrm>
            <a:off x="8575738" y="4442460"/>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69" name="body-4-1-word-4">
            <a:extLst>
              <a:ext uri="{FF2B5EF4-FFF2-40B4-BE49-F238E27FC236}">
                <ns2:creationId id="{497A76F7-F0E2-495A-BE03-6AC5378460EA}"/>
              </a:ext>
            </a:extLst>
          </p:cNvPr>
          <p:cNvSpPr>
            <a:spLocks noGrp="1"/>
          </p:cNvSpPr>
          <p:nvPr/>
        </p:nvSpPr>
        <p:spPr>
          <a:xfrm>
            <a:off x="7915275" y="4442460"/>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‏היתר</a:t>
            </a:r>
          </a:p>
        </p:txBody>
      </p:sp>
      <p:sp>
        <p:nvSpPr>
          <p:cNvPr id="70" name="body-4-1-word-5">
            <a:extLst>
              <a:ext uri="{FF2B5EF4-FFF2-40B4-BE49-F238E27FC236}">
                <ns2:creationId id="{EB51B07C-81A0-426C-AF35-C7A65BAC4E10}"/>
              </a:ext>
            </a:extLst>
          </p:cNvPr>
          <p:cNvSpPr>
            <a:spLocks noGrp="1"/>
          </p:cNvSpPr>
          <p:nvPr/>
        </p:nvSpPr>
        <p:spPr>
          <a:xfrm>
            <a:off x="7135654" y="4442460"/>
            <a:ext cx="7193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‏למדים</a:t>
            </a:r>
          </a:p>
        </p:txBody>
      </p:sp>
      <p:sp>
        <p:nvSpPr>
          <p:cNvPr id="71" name="body-4-1-word-6">
            <a:extLst>
              <a:ext uri="{FF2B5EF4-FFF2-40B4-BE49-F238E27FC236}">
                <ns2:creationId id="{74811242-9AEC-45A5-96F3-1561093793A9}"/>
              </a:ext>
            </a:extLst>
          </p:cNvPr>
          <p:cNvSpPr>
            <a:spLocks noGrp="1"/>
          </p:cNvSpPr>
          <p:nvPr/>
        </p:nvSpPr>
        <p:spPr>
          <a:xfrm>
            <a:off x="6185249" y="4442460"/>
            <a:ext cx="8901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‏פרטיים.</a:t>
            </a:r>
          </a:p>
        </p:txBody>
      </p:sp>
      <p:sp>
        <p:nvSpPr>
          <p:cNvPr id="72" name="body-4-1-word-7">
            <a:extLst>
              <a:ext uri="{FF2B5EF4-FFF2-40B4-BE49-F238E27FC236}">
                <ns2:creationId id="{B93CE09D-E9DE-4B39-ACE2-79A742438BEC}"/>
              </a:ext>
            </a:extLst>
          </p:cNvPr>
          <p:cNvSpPr>
            <a:spLocks noGrp="1"/>
          </p:cNvSpPr>
          <p:nvPr/>
        </p:nvSpPr>
        <p:spPr>
          <a:xfrm>
            <a:off x="5636800" y="4442460"/>
            <a:ext cx="4881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‏לפני</a:t>
            </a:r>
          </a:p>
        </p:txBody>
      </p:sp>
      <p:sp>
        <p:nvSpPr>
          <p:cNvPr id="73" name="body-4-1-word-8">
            <a:extLst>
              <a:ext uri="{FF2B5EF4-FFF2-40B4-BE49-F238E27FC236}">
                <ns2:creationId id="{18968A83-051C-4D50-A107-0E2A290756EC}"/>
              </a:ext>
            </a:extLst>
          </p:cNvPr>
          <p:cNvSpPr>
            <a:spLocks noGrp="1"/>
          </p:cNvSpPr>
          <p:nvPr/>
        </p:nvSpPr>
        <p:spPr>
          <a:xfrm>
            <a:off x="4937379" y="4442460"/>
            <a:ext cx="6391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‏יציאה</a:t>
            </a:r>
          </a:p>
        </p:txBody>
      </p:sp>
      <p:sp>
        <p:nvSpPr>
          <p:cNvPr id="74" name="body-4-1-word-9">
            <a:extLst>
              <a:ext uri="{FF2B5EF4-FFF2-40B4-BE49-F238E27FC236}">
                <ns2:creationId id="{722070FD-04ED-45EC-A4F0-BD3DB47CBB63}"/>
              </a:ext>
            </a:extLst>
          </p:cNvPr>
          <p:cNvSpPr>
            <a:spLocks noGrp="1"/>
          </p:cNvSpPr>
          <p:nvPr/>
        </p:nvSpPr>
        <p:spPr>
          <a:xfrm>
            <a:off x="3989261" y="4442460"/>
            <a:ext cx="8878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‏מבררים</a:t>
            </a:r>
          </a:p>
        </p:txBody>
      </p:sp>
      <p:sp>
        <p:nvSpPr>
          <p:cNvPr id="75" name="body-4-1-word-10">
            <a:extLst>
              <a:ext uri="{FF2B5EF4-FFF2-40B4-BE49-F238E27FC236}">
                <ns2:creationId id="{1AF4C586-04C5-4783-BC33-BF9A70A9EA69}"/>
              </a:ext>
            </a:extLst>
          </p:cNvPr>
          <p:cNvSpPr>
            <a:spLocks noGrp="1"/>
          </p:cNvSpPr>
          <p:nvPr/>
        </p:nvSpPr>
        <p:spPr>
          <a:xfrm>
            <a:off x="3555873" y="4442460"/>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76" name="body-4-1-word-11">
            <a:extLst>
              <a:ext uri="{FF2B5EF4-FFF2-40B4-BE49-F238E27FC236}">
                <ns2:creationId id="{87E4DFFA-771B-4FEB-9F68-2E64F9E5079C}"/>
              </a:ext>
            </a:extLst>
          </p:cNvPr>
          <p:cNvSpPr>
            <a:spLocks noGrp="1"/>
          </p:cNvSpPr>
          <p:nvPr/>
        </p:nvSpPr>
        <p:spPr>
          <a:xfrm>
            <a:off x="3118485" y="4442460"/>
            <a:ext cx="3770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‏סוג</a:t>
            </a:r>
          </a:p>
        </p:txBody>
      </p:sp>
      <p:sp>
        <p:nvSpPr>
          <p:cNvPr id="77" name="body-4-1-word-12">
            <a:extLst>
              <a:ext uri="{FF2B5EF4-FFF2-40B4-BE49-F238E27FC236}">
                <ns2:creationId id="{BABB2241-2B0A-4B4F-B372-1471B5DBB4C0}"/>
              </a:ext>
            </a:extLst>
          </p:cNvPr>
          <p:cNvSpPr>
            <a:spLocks noGrp="1"/>
          </p:cNvSpPr>
          <p:nvPr/>
        </p:nvSpPr>
        <p:spPr>
          <a:xfrm>
            <a:off x="2299049" y="4442460"/>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78" name="body-4-1-word-13">
            <a:extLst>
              <a:ext uri="{FF2B5EF4-FFF2-40B4-BE49-F238E27FC236}">
                <ns2:creationId id="{B85C929E-5EE4-4273-B53D-1DDA15BADE45}"/>
              </a:ext>
            </a:extLst>
          </p:cNvPr>
          <p:cNvSpPr>
            <a:spLocks noGrp="1"/>
          </p:cNvSpPr>
          <p:nvPr/>
        </p:nvSpPr>
        <p:spPr>
          <a:xfrm>
            <a:off x="1466755" y="4442460"/>
            <a:ext cx="7720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‏המותר</a:t>
            </a:r>
          </a:p>
        </p:txBody>
      </p:sp>
      <p:sp>
        <p:nvSpPr>
          <p:cNvPr id="79" name="body-4-1-word-14">
            <a:extLst>
              <a:ext uri="{FF2B5EF4-FFF2-40B4-BE49-F238E27FC236}">
                <ns2:creationId id="{5579065E-4FC7-4FF2-87C1-F0C0E7F2A693}"/>
              </a:ext>
            </a:extLst>
          </p:cNvPr>
          <p:cNvSpPr>
            <a:spLocks noGrp="1"/>
          </p:cNvSpPr>
          <p:nvPr/>
        </p:nvSpPr>
        <p:spPr>
          <a:xfrm>
            <a:off x="962978" y="4442460"/>
            <a:ext cx="4434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‏ואת</a:t>
            </a:r>
          </a:p>
        </p:txBody>
      </p:sp>
      <p:sp>
        <p:nvSpPr>
          <p:cNvPr id="80" name="body-4-2-word-0">
            <a:extLst>
              <a:ext uri="{FF2B5EF4-FFF2-40B4-BE49-F238E27FC236}">
                <ns2:creationId id="{B90BC544-07EC-47A5-9EFD-065C0AFB15E8}"/>
              </a:ext>
            </a:extLst>
          </p:cNvPr>
          <p:cNvSpPr>
            <a:spLocks noGrp="1"/>
          </p:cNvSpPr>
          <p:nvPr/>
        </p:nvSpPr>
        <p:spPr>
          <a:xfrm>
            <a:off x="10602754" y="4793933"/>
            <a:ext cx="8462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‏האישור</a:t>
            </a:r>
          </a:p>
        </p:txBody>
      </p:sp>
      <p:sp>
        <p:nvSpPr>
          <p:cNvPr id="81" name="body-4-2-word-1">
            <a:extLst>
              <a:ext uri="{FF2B5EF4-FFF2-40B4-BE49-F238E27FC236}">
                <ns2:creationId id="{558E4E51-D7CB-49E7-A261-C9511C5D19B4}"/>
              </a:ext>
            </a:extLst>
          </p:cNvPr>
          <p:cNvSpPr>
            <a:spLocks noGrp="1"/>
          </p:cNvSpPr>
          <p:nvPr/>
        </p:nvSpPr>
        <p:spPr>
          <a:xfrm>
            <a:off x="9702832" y="4793933"/>
            <a:ext cx="8396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‏הדרוש.</a:t>
            </a:r>
          </a:p>
        </p:txBody>
      </p:sp>
      <p:sp>
        <p:nvSpPr>
          <p:cNvPr id="82" name="sources-word-0">
            <a:extLst>
              <a:ext uri="{FF2B5EF4-FFF2-40B4-BE49-F238E27FC236}">
                <ns2:creationId id="{653ED58D-24FB-408B-A1D1-F54FDC853FE7}"/>
              </a:ext>
            </a:extLst>
          </p:cNvPr>
          <p:cNvSpPr>
            <a:spLocks noGrp="1"/>
          </p:cNvSpPr>
          <p:nvPr/>
        </p:nvSpPr>
        <p:spPr>
          <a:xfrm>
            <a:off x="11135868"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3" name="sources-word-1">
            <a:extLst>
              <a:ext uri="{FF2B5EF4-FFF2-40B4-BE49-F238E27FC236}">
                <ns2:creationId id="{CBD7CDE3-D316-401E-A163-4B4416FF585A}"/>
              </a:ext>
            </a:extLst>
          </p:cNvPr>
          <p:cNvSpPr>
            <a:spLocks noGrp="1"/>
          </p:cNvSpPr>
          <p:nvPr/>
        </p:nvSpPr>
        <p:spPr>
          <a:xfrm>
            <a:off x="10761345"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4" name="sources-word-2">
            <a:extLst>
              <a:ext uri="{FF2B5EF4-FFF2-40B4-BE49-F238E27FC236}">
                <ns2:creationId id="{ADDEBD0F-62A0-4E56-A51B-7EA61B981D7A}"/>
              </a:ext>
            </a:extLst>
          </p:cNvPr>
          <p:cNvSpPr>
            <a:spLocks noGrp="1"/>
          </p:cNvSpPr>
          <p:nvPr/>
        </p:nvSpPr>
        <p:spPr>
          <a:xfrm>
            <a:off x="9997059"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5" name="page">
            <a:extLst>
              <a:ext uri="{FF2B5EF4-FFF2-40B4-BE49-F238E27FC236}">
                <ns2:creationId id="{3AE8DC65-AE94-4DB4-8C1B-4E63FE2B5111}"/>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20 / 35</a:t>
            </a:r>
          </a:p>
        </p:txBody>
      </p:sp>
      <p:sp>
        <p:nvSpPr>
          <p:cNvPr id="86" name="timing-word-0">
            <a:extLst>
              <a:ext uri="{FF2B5EF4-FFF2-40B4-BE49-F238E27FC236}">
                <ns2:creationId id="{197D0FAB-A7DE-48EE-84FA-EE51507C28D3}"/>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‏16:30</a:t>
            </a:r>
          </a:p>
        </p:txBody>
      </p:sp>
      <p:sp>
        <p:nvSpPr>
          <p:cNvPr id="87" name="timing-word-1">
            <a:extLst>
              <a:ext uri="{FF2B5EF4-FFF2-40B4-BE49-F238E27FC236}">
                <ns2:creationId id="{8CC5A16A-0611-4788-B1C8-280537C52537}"/>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8" name="timing-word-2">
            <a:extLst>
              <a:ext uri="{FF2B5EF4-FFF2-40B4-BE49-F238E27FC236}">
                <ns2:creationId id="{EBF65429-3D26-4DE7-AACE-21AB3674BCE0}"/>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‏17:30</a:t>
            </a:r>
          </a:p>
        </p:txBody>
      </p:sp>
      <p:sp>
        <p:nvSpPr>
          <p:cNvPr id="89" name="timing-word-3">
            <a:extLst>
              <a:ext uri="{FF2B5EF4-FFF2-40B4-BE49-F238E27FC236}">
                <ns2:creationId id="{28D53310-1B46-4CA4-8C27-3FCE0CDABB5E}"/>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90" name="timing-word-4">
            <a:extLst>
              <a:ext uri="{FF2B5EF4-FFF2-40B4-BE49-F238E27FC236}">
                <ns2:creationId id="{A0261DD7-D99C-4240-B349-5FF8298DE73E}"/>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848879493"/>
      </p:ext>
    </p:extLst>
  </p:cSld>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1" name="title-word-0">
            <a:extLst>
              <a:ext uri="{FF2B5EF4-FFF2-40B4-BE49-F238E27FC236}">
                <ns2:creationId id="{0E105EDA-9D6F-452D-80DF-6B732CC32225}"/>
              </a:ext>
            </a:extLst>
          </p:cNvPr>
          <p:cNvSpPr>
            <a:spLocks noGrp="1"/>
          </p:cNvSpPr>
          <p:nvPr/>
        </p:nvSpPr>
        <p:spPr>
          <a:xfrm>
            <a:off x="10174033" y="571500"/>
            <a:ext cx="127501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‏טקסים,</a:t>
            </a:r>
          </a:p>
        </p:txBody>
      </p:sp>
      <p:sp>
        <p:nvSpPr>
          <p:cNvPr id="2" name="title-word-1">
            <a:extLst>
              <a:ext uri="{FF2B5EF4-FFF2-40B4-BE49-F238E27FC236}">
                <ns2:creationId id="{BB38D949-7727-4570-8C95-E025587FCFA9}"/>
              </a:ext>
            </a:extLst>
          </p:cNvPr>
          <p:cNvSpPr>
            <a:spLocks noGrp="1"/>
          </p:cNvSpPr>
          <p:nvPr/>
        </p:nvSpPr>
        <p:spPr>
          <a:xfrm>
            <a:off x="8707755" y="571500"/>
            <a:ext cx="136893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‏מסדרים</a:t>
            </a:r>
          </a:p>
        </p:txBody>
      </p:sp>
      <p:sp>
        <p:nvSpPr>
          <p:cNvPr id="3" name="title-word-2">
            <a:extLst>
              <a:ext uri="{FF2B5EF4-FFF2-40B4-BE49-F238E27FC236}">
                <ns2:creationId id="{206F3195-F02E-4FD9-B8A9-64EA7E75A664}"/>
              </a:ext>
            </a:extLst>
          </p:cNvPr>
          <p:cNvSpPr>
            <a:spLocks noGrp="1"/>
          </p:cNvSpPr>
          <p:nvPr/>
        </p:nvSpPr>
        <p:spPr>
          <a:xfrm>
            <a:off x="7421309" y="571500"/>
            <a:ext cx="118910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‏ומשמר</a:t>
            </a:r>
          </a:p>
        </p:txBody>
      </p:sp>
      <p:sp>
        <p:nvSpPr>
          <p:cNvPr id="4" name="title-word-3">
            <a:extLst>
              <a:ext uri="{FF2B5EF4-FFF2-40B4-BE49-F238E27FC236}">
                <ns2:creationId id="{0A237DFA-2EE5-4FE5-B107-4EF636397DC1}"/>
              </a:ext>
            </a:extLst>
          </p:cNvPr>
          <p:cNvSpPr>
            <a:spLocks noGrp="1"/>
          </p:cNvSpPr>
          <p:nvPr/>
        </p:nvSpPr>
        <p:spPr>
          <a:xfrm>
            <a:off x="6503670" y="571500"/>
            <a:ext cx="820293"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‏כבוד</a:t>
            </a:r>
          </a:p>
        </p:txBody>
      </p:sp>
      <p:sp>
        <p:nvSpPr>
          <p:cNvPr id="5" name="body-1-1-word-0">
            <a:extLst>
              <a:ext uri="{FF2B5EF4-FFF2-40B4-BE49-F238E27FC236}">
                <ns2:creationId id="{CB2AE485-00E0-4A23-9864-F3EFA0B7C460}"/>
              </a:ext>
            </a:extLst>
          </p:cNvPr>
          <p:cNvSpPr>
            <a:spLocks noGrp="1"/>
          </p:cNvSpPr>
          <p:nvPr/>
        </p:nvSpPr>
        <p:spPr>
          <a:xfrm>
            <a:off x="10534364" y="1762125"/>
            <a:ext cx="9146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‏בטקסים</a:t>
            </a:r>
          </a:p>
        </p:txBody>
      </p:sp>
      <p:sp>
        <p:nvSpPr>
          <p:cNvPr id="6" name="body-1-1-word-1">
            <a:extLst>
              <a:ext uri="{FF2B5EF4-FFF2-40B4-BE49-F238E27FC236}">
                <ns2:creationId id="{05AAF548-A79D-4843-A75B-3E7F4F319D74}"/>
              </a:ext>
            </a:extLst>
          </p:cNvPr>
          <p:cNvSpPr>
            <a:spLocks noGrp="1"/>
          </p:cNvSpPr>
          <p:nvPr/>
        </p:nvSpPr>
        <p:spPr>
          <a:xfrm>
            <a:off x="9272683" y="1762125"/>
            <a:ext cx="12013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‏ובמסדרים,</a:t>
            </a:r>
          </a:p>
        </p:txBody>
      </p:sp>
      <p:sp>
        <p:nvSpPr>
          <p:cNvPr id="7" name="body-1-1-word-2">
            <a:extLst>
              <a:ext uri="{FF2B5EF4-FFF2-40B4-BE49-F238E27FC236}">
                <ns2:creationId id="{B3C6A379-3240-44DC-B796-D0E513F3DD2D}"/>
              </a:ext>
            </a:extLst>
          </p:cNvPr>
          <p:cNvSpPr>
            <a:spLocks noGrp="1"/>
          </p:cNvSpPr>
          <p:nvPr/>
        </p:nvSpPr>
        <p:spPr>
          <a:xfrm>
            <a:off x="8911209" y="1762125"/>
            <a:ext cx="3011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‏וכן</a:t>
            </a:r>
          </a:p>
        </p:txBody>
      </p:sp>
      <p:sp>
        <p:nvSpPr>
          <p:cNvPr id="8" name="body-1-1-word-3">
            <a:extLst>
              <a:ext uri="{FF2B5EF4-FFF2-40B4-BE49-F238E27FC236}">
                <ns2:creationId id="{FB84BA91-BDDA-4930-BB4F-A259990001EF}"/>
              </a:ext>
            </a:extLst>
          </p:cNvPr>
          <p:cNvSpPr>
            <a:spLocks noGrp="1"/>
          </p:cNvSpPr>
          <p:nvPr/>
        </p:nvSpPr>
        <p:spPr>
          <a:xfrm>
            <a:off x="8181404" y="1762125"/>
            <a:ext cx="6695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‏באזור</a:t>
            </a:r>
          </a:p>
        </p:txBody>
      </p:sp>
      <p:sp>
        <p:nvSpPr>
          <p:cNvPr id="9" name="body-1-1-word-4">
            <a:extLst>
              <a:ext uri="{FF2B5EF4-FFF2-40B4-BE49-F238E27FC236}">
                <ns2:creationId id="{6B16788B-AE00-494C-96F6-17B3E9D1BCC1}"/>
              </a:ext>
            </a:extLst>
          </p:cNvPr>
          <p:cNvSpPr>
            <a:spLocks noGrp="1"/>
          </p:cNvSpPr>
          <p:nvPr/>
        </p:nvSpPr>
        <p:spPr>
          <a:xfrm>
            <a:off x="7602760" y="1762125"/>
            <a:ext cx="5183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‏טקס</a:t>
            </a:r>
          </a:p>
        </p:txBody>
      </p:sp>
      <p:sp>
        <p:nvSpPr>
          <p:cNvPr id="10" name="body-1-1-word-5">
            <a:extLst>
              <a:ext uri="{FF2B5EF4-FFF2-40B4-BE49-F238E27FC236}">
                <ns2:creationId id="{39660953-2341-4D20-B5F1-C8037F9C8491}"/>
              </a:ext>
            </a:extLst>
          </p:cNvPr>
          <p:cNvSpPr>
            <a:spLocks noGrp="1"/>
          </p:cNvSpPr>
          <p:nvPr/>
        </p:nvSpPr>
        <p:spPr>
          <a:xfrm>
            <a:off x="6950107" y="1762125"/>
            <a:ext cx="5923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‏בבית</a:t>
            </a:r>
          </a:p>
        </p:txBody>
      </p:sp>
      <p:sp>
        <p:nvSpPr>
          <p:cNvPr id="11" name="body-1-1-word-6">
            <a:extLst>
              <a:ext uri="{FF2B5EF4-FFF2-40B4-BE49-F238E27FC236}">
                <ns2:creationId id="{5328F727-F8BF-4401-B138-C99C7D4CCEC3}"/>
              </a:ext>
            </a:extLst>
          </p:cNvPr>
          <p:cNvSpPr>
            <a:spLocks noGrp="1"/>
          </p:cNvSpPr>
          <p:nvPr/>
        </p:nvSpPr>
        <p:spPr>
          <a:xfrm>
            <a:off x="6185630" y="1762125"/>
            <a:ext cx="7041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‏עלמין,</a:t>
            </a:r>
          </a:p>
        </p:txBody>
      </p:sp>
      <p:sp>
        <p:nvSpPr>
          <p:cNvPr id="12" name="body-1-1-word-7">
            <a:extLst>
              <a:ext uri="{FF2B5EF4-FFF2-40B4-BE49-F238E27FC236}">
                <ns2:creationId id="{6F26AFB6-B7A8-4D3B-B5E8-D4F1BC76BAB7}"/>
              </a:ext>
            </a:extLst>
          </p:cNvPr>
          <p:cNvSpPr>
            <a:spLocks noGrp="1"/>
          </p:cNvSpPr>
          <p:nvPr/>
        </p:nvSpPr>
        <p:spPr>
          <a:xfrm>
            <a:off x="5066062" y="1762125"/>
            <a:ext cx="1059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‏השרוולים</a:t>
            </a:r>
          </a:p>
        </p:txBody>
      </p:sp>
      <p:sp>
        <p:nvSpPr>
          <p:cNvPr id="13" name="body-1-1-word-8">
            <a:extLst>
              <a:ext uri="{FF2B5EF4-FFF2-40B4-BE49-F238E27FC236}">
                <ns2:creationId id="{C398A07F-0681-4794-8CFE-2D8F09AC4A66}"/>
              </a:ext>
            </a:extLst>
          </p:cNvPr>
          <p:cNvSpPr>
            <a:spLocks noGrp="1"/>
          </p:cNvSpPr>
          <p:nvPr/>
        </p:nvSpPr>
        <p:spPr>
          <a:xfrm>
            <a:off x="4147757" y="1762125"/>
            <a:ext cx="8580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‏ארוכים,</a:t>
            </a:r>
          </a:p>
        </p:txBody>
      </p:sp>
      <p:sp>
        <p:nvSpPr>
          <p:cNvPr id="14" name="body-1-1-word-9">
            <a:extLst>
              <a:ext uri="{FF2B5EF4-FFF2-40B4-BE49-F238E27FC236}">
                <ns2:creationId id="{496D3978-2CEB-41D9-9479-6BEDEB34E890}"/>
              </a:ext>
            </a:extLst>
          </p:cNvPr>
          <p:cNvSpPr>
            <a:spLocks noGrp="1"/>
          </p:cNvSpPr>
          <p:nvPr/>
        </p:nvSpPr>
        <p:spPr>
          <a:xfrm>
            <a:off x="3284411" y="1762125"/>
            <a:ext cx="8030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‏מורדים</a:t>
            </a:r>
          </a:p>
        </p:txBody>
      </p:sp>
      <p:sp>
        <p:nvSpPr>
          <p:cNvPr id="15" name="body-1-1-word-10">
            <a:extLst>
              <a:ext uri="{FF2B5EF4-FFF2-40B4-BE49-F238E27FC236}">
                <ns2:creationId id="{0D6E8DB7-B663-4342-9956-4B549A3CDA4B}"/>
              </a:ext>
            </a:extLst>
          </p:cNvPr>
          <p:cNvSpPr>
            <a:spLocks noGrp="1"/>
          </p:cNvSpPr>
          <p:nvPr/>
        </p:nvSpPr>
        <p:spPr>
          <a:xfrm>
            <a:off x="1945005" y="1762125"/>
            <a:ext cx="12791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‏ומכופתרים.</a:t>
            </a:r>
          </a:p>
        </p:txBody>
      </p:sp>
      <p:sp>
        <p:nvSpPr>
          <p:cNvPr id="16" name="body-1-1-word-11">
            <a:extLst>
              <a:ext uri="{FF2B5EF4-FFF2-40B4-BE49-F238E27FC236}">
                <ns2:creationId id="{BC8F4F5D-F904-4686-920D-D2C2843F6784}"/>
              </a:ext>
            </a:extLst>
          </p:cNvPr>
          <p:cNvSpPr>
            <a:spLocks noGrp="1"/>
          </p:cNvSpPr>
          <p:nvPr/>
        </p:nvSpPr>
        <p:spPr>
          <a:xfrm>
            <a:off x="1287875" y="1762125"/>
            <a:ext cx="5968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‏הכלל</a:t>
            </a:r>
          </a:p>
        </p:txBody>
      </p:sp>
      <p:sp>
        <p:nvSpPr>
          <p:cNvPr id="17" name="body-1-1-word-12">
            <a:extLst>
              <a:ext uri="{FF2B5EF4-FFF2-40B4-BE49-F238E27FC236}">
                <ns2:creationId id="{5F149594-B332-4955-A905-774A068ADC9E}"/>
              </a:ext>
            </a:extLst>
          </p:cNvPr>
          <p:cNvSpPr>
            <a:spLocks noGrp="1"/>
          </p:cNvSpPr>
          <p:nvPr/>
        </p:nvSpPr>
        <p:spPr>
          <a:xfrm>
            <a:off x="895636" y="1762125"/>
            <a:ext cx="3319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a:t>
            </a:r>
          </a:p>
        </p:txBody>
      </p:sp>
      <p:sp>
        <p:nvSpPr>
          <p:cNvPr id="18" name="body-1-2-word-0">
            <a:extLst>
              <a:ext uri="{FF2B5EF4-FFF2-40B4-BE49-F238E27FC236}">
                <ns2:creationId id="{29A196F7-BA99-4768-9075-571F036EE156}"/>
              </a:ext>
            </a:extLst>
          </p:cNvPr>
          <p:cNvSpPr>
            <a:spLocks noGrp="1"/>
          </p:cNvSpPr>
          <p:nvPr/>
        </p:nvSpPr>
        <p:spPr>
          <a:xfrm>
            <a:off x="11135392" y="2113598"/>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19" name="body-1-2-word-1">
            <a:extLst>
              <a:ext uri="{FF2B5EF4-FFF2-40B4-BE49-F238E27FC236}">
                <ns2:creationId id="{AFEB547C-AD5C-4D73-960D-30FC59ACE0E5}"/>
              </a:ext>
            </a:extLst>
          </p:cNvPr>
          <p:cNvSpPr>
            <a:spLocks noGrp="1"/>
          </p:cNvSpPr>
          <p:nvPr/>
        </p:nvSpPr>
        <p:spPr>
          <a:xfrm>
            <a:off x="10762964" y="2113598"/>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20" name="body-1-2-word-2">
            <a:extLst>
              <a:ext uri="{FF2B5EF4-FFF2-40B4-BE49-F238E27FC236}">
                <ns2:creationId id="{6514B84E-122A-47EF-8ED1-B504F8CAF994}"/>
              </a:ext>
            </a:extLst>
          </p:cNvPr>
          <p:cNvSpPr>
            <a:spLocks noGrp="1"/>
          </p:cNvSpPr>
          <p:nvPr/>
        </p:nvSpPr>
        <p:spPr>
          <a:xfrm>
            <a:off x="10040683" y="2113598"/>
            <a:ext cx="6619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‏הקהל</a:t>
            </a:r>
          </a:p>
        </p:txBody>
      </p:sp>
      <p:sp>
        <p:nvSpPr>
          <p:cNvPr id="21" name="body-1-2-word-3">
            <a:extLst>
              <a:ext uri="{FF2B5EF4-FFF2-40B4-BE49-F238E27FC236}">
                <ns2:creationId id="{ACC7806F-4A82-481E-BEB6-0BB95C139911}"/>
              </a:ext>
            </a:extLst>
          </p:cNvPr>
          <p:cNvSpPr>
            <a:spLocks noGrp="1"/>
          </p:cNvSpPr>
          <p:nvPr/>
        </p:nvSpPr>
        <p:spPr>
          <a:xfrm>
            <a:off x="9177433" y="2113598"/>
            <a:ext cx="8029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‏הצבאי.</a:t>
            </a:r>
          </a:p>
        </p:txBody>
      </p:sp>
      <p:sp>
        <p:nvSpPr>
          <p:cNvPr id="22" name="body-2-1-word-0">
            <a:extLst>
              <a:ext uri="{FF2B5EF4-FFF2-40B4-BE49-F238E27FC236}">
                <ns2:creationId id="{54DEB273-2BA3-4FA4-99B0-CB733D1E662D}"/>
              </a:ext>
            </a:extLst>
          </p:cNvPr>
          <p:cNvSpPr>
            <a:spLocks noGrp="1"/>
          </p:cNvSpPr>
          <p:nvPr/>
        </p:nvSpPr>
        <p:spPr>
          <a:xfrm>
            <a:off x="10733056" y="2655570"/>
            <a:ext cx="7159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‏משמר</a:t>
            </a:r>
          </a:p>
        </p:txBody>
      </p:sp>
      <p:sp>
        <p:nvSpPr>
          <p:cNvPr id="23" name="body-2-1-word-1">
            <a:extLst>
              <a:ext uri="{FF2B5EF4-FFF2-40B4-BE49-F238E27FC236}">
                <ns2:creationId id="{D18CD266-A769-478D-9A70-123C99C325E4}"/>
              </a:ext>
            </a:extLst>
          </p:cNvPr>
          <p:cNvSpPr>
            <a:spLocks noGrp="1"/>
          </p:cNvSpPr>
          <p:nvPr/>
        </p:nvSpPr>
        <p:spPr>
          <a:xfrm>
            <a:off x="10141934" y="2655570"/>
            <a:ext cx="5308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‏כבוד</a:t>
            </a:r>
          </a:p>
        </p:txBody>
      </p:sp>
      <p:sp>
        <p:nvSpPr>
          <p:cNvPr id="24" name="body-2-1-word-2">
            <a:extLst>
              <a:ext uri="{FF2B5EF4-FFF2-40B4-BE49-F238E27FC236}">
                <ns2:creationId id="{CBE22F40-F507-44AE-8131-D05F546A5558}"/>
              </a:ext>
            </a:extLst>
          </p:cNvPr>
          <p:cNvSpPr>
            <a:spLocks noGrp="1"/>
          </p:cNvSpPr>
          <p:nvPr/>
        </p:nvSpPr>
        <p:spPr>
          <a:xfrm>
            <a:off x="9270016" y="2655570"/>
            <a:ext cx="8116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‏ותפקיד</a:t>
            </a:r>
          </a:p>
        </p:txBody>
      </p:sp>
      <p:sp>
        <p:nvSpPr>
          <p:cNvPr id="25" name="body-2-1-word-3">
            <a:extLst>
              <a:ext uri="{FF2B5EF4-FFF2-40B4-BE49-F238E27FC236}">
                <ns2:creationId id="{0D947F9E-D00C-4977-902B-AED2B32B314F}"/>
              </a:ext>
            </a:extLst>
          </p:cNvPr>
          <p:cNvSpPr>
            <a:spLocks noGrp="1"/>
          </p:cNvSpPr>
          <p:nvPr/>
        </p:nvSpPr>
        <p:spPr>
          <a:xfrm>
            <a:off x="8620982" y="2655570"/>
            <a:ext cx="58874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‏טקסי</a:t>
            </a:r>
          </a:p>
        </p:txBody>
      </p:sp>
      <p:sp>
        <p:nvSpPr>
          <p:cNvPr id="26" name="body-2-1-word-4">
            <a:extLst>
              <a:ext uri="{FF2B5EF4-FFF2-40B4-BE49-F238E27FC236}">
                <ns2:creationId id="{2B12762F-FB7A-43C0-829E-2BBB98A295DC}"/>
              </a:ext>
            </a:extLst>
          </p:cNvPr>
          <p:cNvSpPr>
            <a:spLocks noGrp="1"/>
          </p:cNvSpPr>
          <p:nvPr/>
        </p:nvSpPr>
        <p:spPr>
          <a:xfrm>
            <a:off x="7945946" y="2655570"/>
            <a:ext cx="6147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‏רשמי</a:t>
            </a:r>
          </a:p>
        </p:txBody>
      </p:sp>
      <p:sp>
        <p:nvSpPr>
          <p:cNvPr id="27" name="body-2-1-word-5">
            <a:extLst>
              <a:ext uri="{FF2B5EF4-FFF2-40B4-BE49-F238E27FC236}">
                <ns2:creationId id="{41A77FC1-1C35-47C0-A053-9566F7A33F97}"/>
              </a:ext>
            </a:extLst>
          </p:cNvPr>
          <p:cNvSpPr>
            <a:spLocks noGrp="1"/>
          </p:cNvSpPr>
          <p:nvPr/>
        </p:nvSpPr>
        <p:spPr>
          <a:xfrm>
            <a:off x="6976967" y="2655570"/>
            <a:ext cx="9086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‏מחייבים</a:t>
            </a:r>
          </a:p>
        </p:txBody>
      </p:sp>
      <p:sp>
        <p:nvSpPr>
          <p:cNvPr id="28" name="body-2-1-word-6">
            <a:extLst>
              <a:ext uri="{FF2B5EF4-FFF2-40B4-BE49-F238E27FC236}">
                <ns2:creationId id="{59E26F89-ABB2-4E54-8D77-86E25D4B3364}"/>
              </a:ext>
            </a:extLst>
          </p:cNvPr>
          <p:cNvSpPr>
            <a:spLocks noGrp="1"/>
          </p:cNvSpPr>
          <p:nvPr/>
        </p:nvSpPr>
        <p:spPr>
          <a:xfrm>
            <a:off x="6166199" y="2655570"/>
            <a:ext cx="750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‏הופעה</a:t>
            </a:r>
          </a:p>
        </p:txBody>
      </p:sp>
      <p:sp>
        <p:nvSpPr>
          <p:cNvPr id="29" name="body-2-1-word-7">
            <a:extLst>
              <a:ext uri="{FF2B5EF4-FFF2-40B4-BE49-F238E27FC236}">
                <ns2:creationId id="{9AB08F78-77FA-4EDC-BFF1-1BB725A44610}"/>
              </a:ext>
            </a:extLst>
          </p:cNvPr>
          <p:cNvSpPr>
            <a:spLocks noGrp="1"/>
          </p:cNvSpPr>
          <p:nvPr/>
        </p:nvSpPr>
        <p:spPr>
          <a:xfrm>
            <a:off x="5361146" y="2655570"/>
            <a:ext cx="7447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‏ייצוגית</a:t>
            </a:r>
          </a:p>
        </p:txBody>
      </p:sp>
      <p:sp>
        <p:nvSpPr>
          <p:cNvPr id="30" name="body-2-1-word-8">
            <a:extLst>
              <a:ext uri="{FF2B5EF4-FFF2-40B4-BE49-F238E27FC236}">
                <ns2:creationId id="{F72C5EB8-6281-4970-93D5-851E6581608D}"/>
              </a:ext>
            </a:extLst>
          </p:cNvPr>
          <p:cNvSpPr>
            <a:spLocks noGrp="1"/>
          </p:cNvSpPr>
          <p:nvPr/>
        </p:nvSpPr>
        <p:spPr>
          <a:xfrm>
            <a:off x="4913376" y="265557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31" name="body-2-1-word-9">
            <a:extLst>
              <a:ext uri="{FF2B5EF4-FFF2-40B4-BE49-F238E27FC236}">
                <ns2:creationId id="{44611EF3-A1CA-4E2C-A6E8-C8A446D5E795}"/>
              </a:ext>
            </a:extLst>
          </p:cNvPr>
          <p:cNvSpPr>
            <a:spLocks noGrp="1"/>
          </p:cNvSpPr>
          <p:nvPr/>
        </p:nvSpPr>
        <p:spPr>
          <a:xfrm>
            <a:off x="4021550" y="2655570"/>
            <a:ext cx="831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‏הוראות</a:t>
            </a:r>
          </a:p>
        </p:txBody>
      </p:sp>
      <p:sp>
        <p:nvSpPr>
          <p:cNvPr id="32" name="body-2-1-word-10">
            <a:extLst>
              <a:ext uri="{FF2B5EF4-FFF2-40B4-BE49-F238E27FC236}">
                <ns2:creationId id="{1720181A-786C-4F79-800C-175A7D759D44}"/>
              </a:ext>
            </a:extLst>
          </p:cNvPr>
          <p:cNvSpPr>
            <a:spLocks noGrp="1"/>
          </p:cNvSpPr>
          <p:nvPr/>
        </p:nvSpPr>
        <p:spPr>
          <a:xfrm>
            <a:off x="3082671" y="2655570"/>
            <a:ext cx="8785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‏האירוע:</a:t>
            </a:r>
          </a:p>
        </p:txBody>
      </p:sp>
      <p:sp>
        <p:nvSpPr>
          <p:cNvPr id="33" name="body-2-1-word-11">
            <a:extLst>
              <a:ext uri="{FF2B5EF4-FFF2-40B4-BE49-F238E27FC236}">
                <ns2:creationId id="{119F341F-E47F-44A0-A4EE-4E30E3A31FA1}"/>
              </a:ext>
            </a:extLst>
          </p:cNvPr>
          <p:cNvSpPr>
            <a:spLocks noGrp="1"/>
          </p:cNvSpPr>
          <p:nvPr/>
        </p:nvSpPr>
        <p:spPr>
          <a:xfrm>
            <a:off x="2297525" y="2655570"/>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‏נעליים</a:t>
            </a:r>
          </a:p>
        </p:txBody>
      </p:sp>
      <p:sp>
        <p:nvSpPr>
          <p:cNvPr id="34" name="body-2-1-word-12">
            <a:extLst>
              <a:ext uri="{FF2B5EF4-FFF2-40B4-BE49-F238E27FC236}">
                <ns2:creationId id="{C2557186-9826-4965-8952-A5DD49500A63}"/>
              </a:ext>
            </a:extLst>
          </p:cNvPr>
          <p:cNvSpPr>
            <a:spLocks noGrp="1"/>
          </p:cNvSpPr>
          <p:nvPr/>
        </p:nvSpPr>
        <p:spPr>
          <a:xfrm>
            <a:off x="1381125" y="2655570"/>
            <a:ext cx="8561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‏סגורות,</a:t>
            </a:r>
          </a:p>
        </p:txBody>
      </p:sp>
      <p:sp>
        <p:nvSpPr>
          <p:cNvPr id="35" name="body-2-2-word-0">
            <a:extLst>
              <a:ext uri="{FF2B5EF4-FFF2-40B4-BE49-F238E27FC236}">
                <ns2:creationId id="{A4A31E4E-CDB8-4A35-BDDC-B466C034C99A}"/>
              </a:ext>
            </a:extLst>
          </p:cNvPr>
          <p:cNvSpPr>
            <a:spLocks noGrp="1"/>
          </p:cNvSpPr>
          <p:nvPr/>
        </p:nvSpPr>
        <p:spPr>
          <a:xfrm>
            <a:off x="10792777" y="3007043"/>
            <a:ext cx="6562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‏איסוף</a:t>
            </a:r>
          </a:p>
        </p:txBody>
      </p:sp>
      <p:sp>
        <p:nvSpPr>
          <p:cNvPr id="36" name="body-2-2-word-1">
            <a:extLst>
              <a:ext uri="{FF2B5EF4-FFF2-40B4-BE49-F238E27FC236}">
                <ns2:creationId id="{D33C0653-5E60-44E4-8AAD-D65C66D3B7D7}"/>
              </a:ext>
            </a:extLst>
          </p:cNvPr>
          <p:cNvSpPr>
            <a:spLocks noGrp="1"/>
          </p:cNvSpPr>
          <p:nvPr/>
        </p:nvSpPr>
        <p:spPr>
          <a:xfrm>
            <a:off x="10138315" y="3007043"/>
            <a:ext cx="594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‏שיער</a:t>
            </a:r>
          </a:p>
        </p:txBody>
      </p:sp>
      <p:sp>
        <p:nvSpPr>
          <p:cNvPr id="37" name="body-2-2-word-2">
            <a:extLst>
              <a:ext uri="{FF2B5EF4-FFF2-40B4-BE49-F238E27FC236}">
                <ns2:creationId id="{3DA7B482-B761-41D9-B105-10FFF5E40BB1}"/>
              </a:ext>
            </a:extLst>
          </p:cNvPr>
          <p:cNvSpPr>
            <a:spLocks noGrp="1"/>
          </p:cNvSpPr>
          <p:nvPr/>
        </p:nvSpPr>
        <p:spPr>
          <a:xfrm>
            <a:off x="9505188" y="3007043"/>
            <a:ext cx="5728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‏מלא,</a:t>
            </a:r>
          </a:p>
        </p:txBody>
      </p:sp>
      <p:sp>
        <p:nvSpPr>
          <p:cNvPr id="38" name="body-2-2-word-3">
            <a:extLst>
              <a:ext uri="{FF2B5EF4-FFF2-40B4-BE49-F238E27FC236}">
                <ns2:creationId id="{47DDAF9A-BFE4-4F6F-BA63-A50EC1714E82}"/>
              </a:ext>
            </a:extLst>
          </p:cNvPr>
          <p:cNvSpPr>
            <a:spLocks noGrp="1"/>
          </p:cNvSpPr>
          <p:nvPr/>
        </p:nvSpPr>
        <p:spPr>
          <a:xfrm>
            <a:off x="9126950" y="3007043"/>
            <a:ext cx="3179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a:t>
            </a:r>
          </a:p>
        </p:txBody>
      </p:sp>
      <p:sp>
        <p:nvSpPr>
          <p:cNvPr id="39" name="body-2-2-word-4">
            <a:extLst>
              <a:ext uri="{FF2B5EF4-FFF2-40B4-BE49-F238E27FC236}">
                <ns2:creationId id="{A02AABE4-C743-4C3D-A616-EA76DBE964C2}"/>
              </a:ext>
            </a:extLst>
          </p:cNvPr>
          <p:cNvSpPr>
            <a:spLocks noGrp="1"/>
          </p:cNvSpPr>
          <p:nvPr/>
        </p:nvSpPr>
        <p:spPr>
          <a:xfrm>
            <a:off x="8557451" y="3007043"/>
            <a:ext cx="5092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‏חסר</a:t>
            </a:r>
          </a:p>
        </p:txBody>
      </p:sp>
      <p:sp>
        <p:nvSpPr>
          <p:cNvPr id="40" name="body-2-2-word-5">
            <a:extLst>
              <a:ext uri="{FF2B5EF4-FFF2-40B4-BE49-F238E27FC236}">
                <ns2:creationId id="{B366CA94-06DB-486A-8E0B-3938DCFF7EED}"/>
              </a:ext>
            </a:extLst>
          </p:cNvPr>
          <p:cNvSpPr>
            <a:spLocks noGrp="1"/>
          </p:cNvSpPr>
          <p:nvPr/>
        </p:nvSpPr>
        <p:spPr>
          <a:xfrm>
            <a:off x="8025765" y="3007043"/>
            <a:ext cx="4713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a:t>
            </a:r>
          </a:p>
        </p:txBody>
      </p:sp>
      <p:sp>
        <p:nvSpPr>
          <p:cNvPr id="41" name="body-2-2-word-6">
            <a:extLst>
              <a:ext uri="{FF2B5EF4-FFF2-40B4-BE49-F238E27FC236}">
                <ns2:creationId id="{0BECFBF3-D906-4C45-9260-08D07BF0DE89}"/>
              </a:ext>
            </a:extLst>
          </p:cNvPr>
          <p:cNvSpPr>
            <a:spLocks noGrp="1"/>
          </p:cNvSpPr>
          <p:nvPr/>
        </p:nvSpPr>
        <p:spPr>
          <a:xfrm>
            <a:off x="7441025" y="3007043"/>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42" name="body-2-2-word-7">
            <a:extLst>
              <a:ext uri="{FF2B5EF4-FFF2-40B4-BE49-F238E27FC236}">
                <ns2:creationId id="{788AFD19-F193-46F7-A7D4-E1785ACB8E89}"/>
              </a:ext>
            </a:extLst>
          </p:cNvPr>
          <p:cNvSpPr>
            <a:spLocks noGrp="1"/>
          </p:cNvSpPr>
          <p:nvPr/>
        </p:nvSpPr>
        <p:spPr>
          <a:xfrm>
            <a:off x="6598253" y="3007043"/>
            <a:ext cx="7824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‏משקפי</a:t>
            </a:r>
          </a:p>
        </p:txBody>
      </p:sp>
      <p:sp>
        <p:nvSpPr>
          <p:cNvPr id="43" name="body-2-2-word-8">
            <a:extLst>
              <a:ext uri="{FF2B5EF4-FFF2-40B4-BE49-F238E27FC236}">
                <ns2:creationId id="{B94F9026-142B-4B3E-9DD5-B576078F7879}"/>
              </a:ext>
            </a:extLst>
          </p:cNvPr>
          <p:cNvSpPr>
            <a:spLocks noGrp="1"/>
          </p:cNvSpPr>
          <p:nvPr/>
        </p:nvSpPr>
        <p:spPr>
          <a:xfrm>
            <a:off x="5861399" y="3007043"/>
            <a:ext cx="6765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‏שמש.</a:t>
            </a:r>
          </a:p>
        </p:txBody>
      </p:sp>
      <p:sp>
        <p:nvSpPr>
          <p:cNvPr id="44" name="body-3-1-word-0">
            <a:extLst>
              <a:ext uri="{FF2B5EF4-FFF2-40B4-BE49-F238E27FC236}">
                <ns2:creationId id="{CF3F47D2-B7ED-49FE-BF6E-DCC05E5298CA}"/>
              </a:ext>
            </a:extLst>
          </p:cNvPr>
          <p:cNvSpPr>
            <a:spLocks noGrp="1"/>
          </p:cNvSpPr>
          <p:nvPr/>
        </p:nvSpPr>
        <p:spPr>
          <a:xfrm>
            <a:off x="11071955" y="3549015"/>
            <a:ext cx="3770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‏סוג</a:t>
            </a:r>
          </a:p>
        </p:txBody>
      </p:sp>
      <p:sp>
        <p:nvSpPr>
          <p:cNvPr id="45" name="body-3-1-word-1">
            <a:extLst>
              <a:ext uri="{FF2B5EF4-FFF2-40B4-BE49-F238E27FC236}">
                <ns2:creationId id="{9763F9FF-59C4-442B-9B00-98A021D1B922}"/>
              </a:ext>
            </a:extLst>
          </p:cNvPr>
          <p:cNvSpPr>
            <a:spLocks noGrp="1"/>
          </p:cNvSpPr>
          <p:nvPr/>
        </p:nvSpPr>
        <p:spPr>
          <a:xfrm>
            <a:off x="10252520" y="3549015"/>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46" name="body-3-1-word-2">
            <a:extLst>
              <a:ext uri="{FF2B5EF4-FFF2-40B4-BE49-F238E27FC236}">
                <ns2:creationId id="{A7EA4850-B44D-4389-A075-769513AFABE3}"/>
              </a:ext>
            </a:extLst>
          </p:cNvPr>
          <p:cNvSpPr>
            <a:spLocks noGrp="1"/>
          </p:cNvSpPr>
          <p:nvPr/>
        </p:nvSpPr>
        <p:spPr>
          <a:xfrm>
            <a:off x="9599676" y="3549015"/>
            <a:ext cx="5925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‏נקבע</a:t>
            </a:r>
          </a:p>
        </p:txBody>
      </p:sp>
      <p:sp>
        <p:nvSpPr>
          <p:cNvPr id="47" name="body-3-1-word-3">
            <a:extLst>
              <a:ext uri="{FF2B5EF4-FFF2-40B4-BE49-F238E27FC236}">
                <ns2:creationId id="{2DAA0413-4727-4926-9010-4CD9FE13B9F5}"/>
              </a:ext>
            </a:extLst>
          </p:cNvPr>
          <p:cNvSpPr>
            <a:spLocks noGrp="1"/>
          </p:cNvSpPr>
          <p:nvPr/>
        </p:nvSpPr>
        <p:spPr>
          <a:xfrm>
            <a:off x="9151906" y="354901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48" name="body-3-1-word-4">
            <a:extLst>
              <a:ext uri="{FF2B5EF4-FFF2-40B4-BE49-F238E27FC236}">
                <ns2:creationId id="{E0F7CB9D-833B-4E13-8FB7-9BDC0A7ABA91}"/>
              </a:ext>
            </a:extLst>
          </p:cNvPr>
          <p:cNvSpPr>
            <a:spLocks noGrp="1"/>
          </p:cNvSpPr>
          <p:nvPr/>
        </p:nvSpPr>
        <p:spPr>
          <a:xfrm>
            <a:off x="8292465" y="3549015"/>
            <a:ext cx="7991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‏האירוע</a:t>
            </a:r>
          </a:p>
        </p:txBody>
      </p:sp>
      <p:sp>
        <p:nvSpPr>
          <p:cNvPr id="49" name="body-3-1-word-5">
            <a:extLst>
              <a:ext uri="{FF2B5EF4-FFF2-40B4-BE49-F238E27FC236}">
                <ns2:creationId id="{9AC6E4D2-12FD-45FC-8F85-8960D074F396}"/>
              </a:ext>
            </a:extLst>
          </p:cNvPr>
          <p:cNvSpPr>
            <a:spLocks noGrp="1"/>
          </p:cNvSpPr>
          <p:nvPr/>
        </p:nvSpPr>
        <p:spPr>
          <a:xfrm>
            <a:off x="6838855" y="3549015"/>
            <a:ext cx="13933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‏והאוכלוסייה.</a:t>
            </a:r>
          </a:p>
        </p:txBody>
      </p:sp>
      <p:sp>
        <p:nvSpPr>
          <p:cNvPr id="50" name="body-3-1-word-6">
            <a:extLst>
              <a:ext uri="{FF2B5EF4-FFF2-40B4-BE49-F238E27FC236}">
                <ns2:creationId id="{9E4A6C79-A644-4165-800F-386B51EE95E9}"/>
              </a:ext>
            </a:extLst>
          </p:cNvPr>
          <p:cNvSpPr>
            <a:spLocks noGrp="1"/>
          </p:cNvSpPr>
          <p:nvPr/>
        </p:nvSpPr>
        <p:spPr>
          <a:xfrm>
            <a:off x="6104287" y="3549015"/>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51" name="body-3-1-word-7">
            <a:extLst>
              <a:ext uri="{FF2B5EF4-FFF2-40B4-BE49-F238E27FC236}">
                <ns2:creationId id="{3C4F3FE2-5EE4-4EB9-A4AB-21CFF0C9FD36}"/>
              </a:ext>
            </a:extLst>
          </p:cNvPr>
          <p:cNvSpPr>
            <a:spLocks noGrp="1"/>
          </p:cNvSpPr>
          <p:nvPr/>
        </p:nvSpPr>
        <p:spPr>
          <a:xfrm>
            <a:off x="5303425" y="3549015"/>
            <a:ext cx="7405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‏שגרתי</a:t>
            </a:r>
          </a:p>
        </p:txBody>
      </p:sp>
      <p:sp>
        <p:nvSpPr>
          <p:cNvPr id="52" name="body-3-1-word-8">
            <a:extLst>
              <a:ext uri="{FF2B5EF4-FFF2-40B4-BE49-F238E27FC236}">
                <ns2:creationId id="{8FA60C88-EE26-4959-A188-354FA2725A52}"/>
              </a:ext>
            </a:extLst>
          </p:cNvPr>
          <p:cNvSpPr>
            <a:spLocks noGrp="1"/>
          </p:cNvSpPr>
          <p:nvPr/>
        </p:nvSpPr>
        <p:spPr>
          <a:xfrm>
            <a:off x="4694777" y="3549015"/>
            <a:ext cx="5483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‏למדי</a:t>
            </a:r>
          </a:p>
        </p:txBody>
      </p:sp>
      <p:sp>
        <p:nvSpPr>
          <p:cNvPr id="53" name="body-3-1-word-9">
            <a:extLst>
              <a:ext uri="{FF2B5EF4-FFF2-40B4-BE49-F238E27FC236}">
                <ns2:creationId id="{CDFBF264-F228-46EF-B1AF-A071AA26D389}"/>
              </a:ext>
            </a:extLst>
          </p:cNvPr>
          <p:cNvSpPr>
            <a:spLocks noGrp="1"/>
          </p:cNvSpPr>
          <p:nvPr/>
        </p:nvSpPr>
        <p:spPr>
          <a:xfrm>
            <a:off x="4383691" y="3549015"/>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54" name="body-3-1-word-10">
            <a:extLst>
              <a:ext uri="{FF2B5EF4-FFF2-40B4-BE49-F238E27FC236}">
                <ns2:creationId id="{23CD9D92-0D75-4C51-A06D-8E33209CFE3C}"/>
              </a:ext>
            </a:extLst>
          </p:cNvPr>
          <p:cNvSpPr>
            <a:spLocks noGrp="1"/>
          </p:cNvSpPr>
          <p:nvPr/>
        </p:nvSpPr>
        <p:spPr>
          <a:xfrm>
            <a:off x="4063460"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5" name="body-3-1-word-11">
            <a:extLst>
              <a:ext uri="{FF2B5EF4-FFF2-40B4-BE49-F238E27FC236}">
                <ns2:creationId id="{4060108E-57A1-459A-B659-B99051BD859F}"/>
              </a:ext>
            </a:extLst>
          </p:cNvPr>
          <p:cNvSpPr>
            <a:spLocks noGrp="1"/>
          </p:cNvSpPr>
          <p:nvPr/>
        </p:nvSpPr>
        <p:spPr>
          <a:xfrm>
            <a:off x="3409950" y="3549015"/>
            <a:ext cx="5932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‏טקטי</a:t>
            </a:r>
          </a:p>
        </p:txBody>
      </p:sp>
      <p:sp>
        <p:nvSpPr>
          <p:cNvPr id="56" name="body-3-1-word-12">
            <a:extLst>
              <a:ext uri="{FF2B5EF4-FFF2-40B4-BE49-F238E27FC236}">
                <ns2:creationId id="{64B52D83-2E57-437D-95CE-A1240001899D}"/>
              </a:ext>
            </a:extLst>
          </p:cNvPr>
          <p:cNvSpPr>
            <a:spLocks noGrp="1"/>
          </p:cNvSpPr>
          <p:nvPr/>
        </p:nvSpPr>
        <p:spPr>
          <a:xfrm>
            <a:off x="2918555" y="3549015"/>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57" name="body-3-1-word-13">
            <a:extLst>
              <a:ext uri="{FF2B5EF4-FFF2-40B4-BE49-F238E27FC236}">
                <ns2:creationId id="{75B9111C-D331-4334-AE75-F89BDD3BEDC6}"/>
              </a:ext>
            </a:extLst>
          </p:cNvPr>
          <p:cNvSpPr>
            <a:spLocks noGrp="1"/>
          </p:cNvSpPr>
          <p:nvPr/>
        </p:nvSpPr>
        <p:spPr>
          <a:xfrm>
            <a:off x="2202275" y="3549015"/>
            <a:ext cx="6559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‏מבטל</a:t>
            </a:r>
          </a:p>
        </p:txBody>
      </p:sp>
      <p:sp>
        <p:nvSpPr>
          <p:cNvPr id="58" name="body-3-1-word-14">
            <a:extLst>
              <a:ext uri="{FF2B5EF4-FFF2-40B4-BE49-F238E27FC236}">
                <ns2:creationId id="{B085C0E9-9F7E-42F1-ABE0-D8B56F7B3870}"/>
              </a:ext>
            </a:extLst>
          </p:cNvPr>
          <p:cNvSpPr>
            <a:spLocks noGrp="1"/>
          </p:cNvSpPr>
          <p:nvPr/>
        </p:nvSpPr>
        <p:spPr>
          <a:xfrm>
            <a:off x="1768888"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9" name="body-3-1-word-15">
            <a:extLst>
              <a:ext uri="{FF2B5EF4-FFF2-40B4-BE49-F238E27FC236}">
                <ns2:creationId id="{791E8AF9-A2A7-4207-A5EC-216BBBC756CD}"/>
              </a:ext>
            </a:extLst>
          </p:cNvPr>
          <p:cNvSpPr>
            <a:spLocks noGrp="1"/>
          </p:cNvSpPr>
          <p:nvPr/>
        </p:nvSpPr>
        <p:spPr>
          <a:xfrm>
            <a:off x="877062" y="3549015"/>
            <a:ext cx="831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‏הוראות</a:t>
            </a:r>
          </a:p>
        </p:txBody>
      </p:sp>
      <p:sp>
        <p:nvSpPr>
          <p:cNvPr id="60" name="body-3-2-word-0">
            <a:extLst>
              <a:ext uri="{FF2B5EF4-FFF2-40B4-BE49-F238E27FC236}">
                <ns2:creationId id="{2BE3B4CC-7465-4EA9-B98B-98A95355063C}"/>
              </a:ext>
            </a:extLst>
          </p:cNvPr>
          <p:cNvSpPr>
            <a:spLocks noGrp="1"/>
          </p:cNvSpPr>
          <p:nvPr/>
        </p:nvSpPr>
        <p:spPr>
          <a:xfrm>
            <a:off x="10679335" y="3900488"/>
            <a:ext cx="7697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‏הטקס.</a:t>
            </a:r>
          </a:p>
        </p:txBody>
      </p:sp>
      <p:sp>
        <p:nvSpPr>
          <p:cNvPr id="61" name="body-4-1-word-0">
            <a:extLst>
              <a:ext uri="{FF2B5EF4-FFF2-40B4-BE49-F238E27FC236}">
                <ns2:creationId id="{9C9FA246-49A2-4D27-A3B0-09FCB7E17288}"/>
              </a:ext>
            </a:extLst>
          </p:cNvPr>
          <p:cNvSpPr>
            <a:spLocks noGrp="1"/>
          </p:cNvSpPr>
          <p:nvPr/>
        </p:nvSpPr>
        <p:spPr>
          <a:xfrm>
            <a:off x="10960894" y="4442460"/>
            <a:ext cx="48815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‏לפני</a:t>
            </a:r>
          </a:p>
        </p:txBody>
      </p:sp>
      <p:sp>
        <p:nvSpPr>
          <p:cNvPr id="62" name="body-4-1-word-1">
            <a:extLst>
              <a:ext uri="{FF2B5EF4-FFF2-40B4-BE49-F238E27FC236}">
                <ns2:creationId id="{4BD6C0F5-8D80-4B23-A6EC-CED4C0D355D0}"/>
              </a:ext>
            </a:extLst>
          </p:cNvPr>
          <p:cNvSpPr>
            <a:spLocks noGrp="1"/>
          </p:cNvSpPr>
          <p:nvPr/>
        </p:nvSpPr>
        <p:spPr>
          <a:xfrm>
            <a:off x="10382250" y="4442460"/>
            <a:ext cx="5183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‏טקס</a:t>
            </a:r>
          </a:p>
        </p:txBody>
      </p:sp>
      <p:sp>
        <p:nvSpPr>
          <p:cNvPr id="63" name="body-4-1-word-2">
            <a:extLst>
              <a:ext uri="{FF2B5EF4-FFF2-40B4-BE49-F238E27FC236}">
                <ns2:creationId id="{7F03883D-B130-444B-95B3-3AC62B3ADB59}"/>
              </a:ext>
            </a:extLst>
          </p:cNvPr>
          <p:cNvSpPr>
            <a:spLocks noGrp="1"/>
          </p:cNvSpPr>
          <p:nvPr/>
        </p:nvSpPr>
        <p:spPr>
          <a:xfrm>
            <a:off x="9468898" y="4442460"/>
            <a:ext cx="8530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‏מתקיים</a:t>
            </a:r>
          </a:p>
        </p:txBody>
      </p:sp>
      <p:sp>
        <p:nvSpPr>
          <p:cNvPr id="64" name="body-4-1-word-3">
            <a:extLst>
              <a:ext uri="{FF2B5EF4-FFF2-40B4-BE49-F238E27FC236}">
                <ns2:creationId id="{B475C44E-B12E-4F4C-BD63-32E5A2227197}"/>
              </a:ext>
            </a:extLst>
          </p:cNvPr>
          <p:cNvSpPr>
            <a:spLocks noGrp="1"/>
          </p:cNvSpPr>
          <p:nvPr/>
        </p:nvSpPr>
        <p:spPr>
          <a:xfrm>
            <a:off x="8723567" y="4442460"/>
            <a:ext cx="6850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‏תיאום</a:t>
            </a:r>
          </a:p>
        </p:txBody>
      </p:sp>
      <p:sp>
        <p:nvSpPr>
          <p:cNvPr id="65" name="body-4-1-word-4">
            <a:extLst>
              <a:ext uri="{FF2B5EF4-FFF2-40B4-BE49-F238E27FC236}">
                <ns2:creationId id="{785D689F-90C3-4EEC-9CC4-8AF7CB089E18}"/>
              </a:ext>
            </a:extLst>
          </p:cNvPr>
          <p:cNvSpPr>
            <a:spLocks noGrp="1"/>
          </p:cNvSpPr>
          <p:nvPr/>
        </p:nvSpPr>
        <p:spPr>
          <a:xfrm>
            <a:off x="8312372" y="4442460"/>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66" name="body-4-1-word-5">
            <a:extLst>
              <a:ext uri="{FF2B5EF4-FFF2-40B4-BE49-F238E27FC236}">
                <ns2:creationId id="{FC3B5FBF-5CD0-4C29-AC6B-E9A9738F510C}"/>
              </a:ext>
            </a:extLst>
          </p:cNvPr>
          <p:cNvSpPr>
            <a:spLocks noGrp="1"/>
          </p:cNvSpPr>
          <p:nvPr/>
        </p:nvSpPr>
        <p:spPr>
          <a:xfrm>
            <a:off x="7550468" y="4442460"/>
            <a:ext cx="7016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‏הגורם</a:t>
            </a:r>
          </a:p>
        </p:txBody>
      </p:sp>
      <p:sp>
        <p:nvSpPr>
          <p:cNvPr id="67" name="body-4-1-word-6">
            <a:extLst>
              <a:ext uri="{FF2B5EF4-FFF2-40B4-BE49-F238E27FC236}">
                <ns2:creationId id="{E7F43B0E-B40E-4B82-84BA-2B58AD2A5B74}"/>
              </a:ext>
            </a:extLst>
          </p:cNvPr>
          <p:cNvSpPr>
            <a:spLocks noGrp="1"/>
          </p:cNvSpPr>
          <p:nvPr/>
        </p:nvSpPr>
        <p:spPr>
          <a:xfrm>
            <a:off x="6547580" y="4442460"/>
            <a:ext cx="9425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‏המארגן,</a:t>
            </a:r>
          </a:p>
        </p:txBody>
      </p:sp>
      <p:sp>
        <p:nvSpPr>
          <p:cNvPr id="68" name="body-4-1-word-7">
            <a:extLst>
              <a:ext uri="{FF2B5EF4-FFF2-40B4-BE49-F238E27FC236}">
                <ns2:creationId id="{BD8A9557-EFE2-4625-9ED5-D8444435230B}"/>
              </a:ext>
            </a:extLst>
          </p:cNvPr>
          <p:cNvSpPr>
            <a:spLocks noGrp="1"/>
          </p:cNvSpPr>
          <p:nvPr/>
        </p:nvSpPr>
        <p:spPr>
          <a:xfrm>
            <a:off x="5674900" y="4442460"/>
            <a:ext cx="8123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‏במיוחד</a:t>
            </a:r>
          </a:p>
        </p:txBody>
      </p:sp>
      <p:sp>
        <p:nvSpPr>
          <p:cNvPr id="69" name="body-4-1-word-8">
            <a:extLst>
              <a:ext uri="{FF2B5EF4-FFF2-40B4-BE49-F238E27FC236}">
                <ns2:creationId id="{89C3E60A-ABF9-480B-A27F-8AB85A257BD7}"/>
              </a:ext>
            </a:extLst>
          </p:cNvPr>
          <p:cNvSpPr>
            <a:spLocks noGrp="1"/>
          </p:cNvSpPr>
          <p:nvPr/>
        </p:nvSpPr>
        <p:spPr>
          <a:xfrm>
            <a:off x="5114449" y="4442460"/>
            <a:ext cx="5001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‏לגבי</a:t>
            </a:r>
          </a:p>
        </p:txBody>
      </p:sp>
      <p:sp>
        <p:nvSpPr>
          <p:cNvPr id="70" name="body-4-1-word-9">
            <a:extLst>
              <a:ext uri="{FF2B5EF4-FFF2-40B4-BE49-F238E27FC236}">
                <ns2:creationId id="{81CA29A6-6738-4428-8C7F-C4973A026432}"/>
              </a:ext>
            </a:extLst>
          </p:cNvPr>
          <p:cNvSpPr>
            <a:spLocks noGrp="1"/>
          </p:cNvSpPr>
          <p:nvPr/>
        </p:nvSpPr>
        <p:spPr>
          <a:xfrm>
            <a:off x="4387691" y="4442460"/>
            <a:ext cx="6664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‏מדים,</a:t>
            </a:r>
          </a:p>
        </p:txBody>
      </p:sp>
      <p:sp>
        <p:nvSpPr>
          <p:cNvPr id="71" name="body-4-1-word-10">
            <a:extLst>
              <a:ext uri="{FF2B5EF4-FFF2-40B4-BE49-F238E27FC236}">
                <ns2:creationId id="{23CE7F79-FF0C-4939-841F-178462188A7D}"/>
              </a:ext>
            </a:extLst>
          </p:cNvPr>
          <p:cNvSpPr>
            <a:spLocks noGrp="1"/>
          </p:cNvSpPr>
          <p:nvPr/>
        </p:nvSpPr>
        <p:spPr>
          <a:xfrm>
            <a:off x="3791617" y="4442460"/>
            <a:ext cx="5357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‏כיסוי</a:t>
            </a:r>
          </a:p>
        </p:txBody>
      </p:sp>
      <p:sp>
        <p:nvSpPr>
          <p:cNvPr id="72" name="body-4-1-word-11">
            <a:extLst>
              <a:ext uri="{FF2B5EF4-FFF2-40B4-BE49-F238E27FC236}">
                <ns2:creationId id="{B522092F-3AEC-40E4-ACE1-B3E72F132F18}"/>
              </a:ext>
            </a:extLst>
          </p:cNvPr>
          <p:cNvSpPr>
            <a:spLocks noGrp="1"/>
          </p:cNvSpPr>
          <p:nvPr/>
        </p:nvSpPr>
        <p:spPr>
          <a:xfrm>
            <a:off x="3197924" y="4442460"/>
            <a:ext cx="533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‏ראש</a:t>
            </a:r>
          </a:p>
        </p:txBody>
      </p:sp>
      <p:sp>
        <p:nvSpPr>
          <p:cNvPr id="73" name="body-4-1-word-12">
            <a:extLst>
              <a:ext uri="{FF2B5EF4-FFF2-40B4-BE49-F238E27FC236}">
                <ns2:creationId id="{057E38A9-A56C-471E-9DFB-992F8E351B04}"/>
              </a:ext>
            </a:extLst>
          </p:cNvPr>
          <p:cNvSpPr>
            <a:spLocks noGrp="1"/>
          </p:cNvSpPr>
          <p:nvPr/>
        </p:nvSpPr>
        <p:spPr>
          <a:xfrm>
            <a:off x="2249615" y="4442460"/>
            <a:ext cx="8880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‏וסמלים.</a:t>
            </a:r>
          </a:p>
        </p:txBody>
      </p:sp>
      <p:sp>
        <p:nvSpPr>
          <p:cNvPr id="74" name="sources-word-0">
            <a:extLst>
              <a:ext uri="{FF2B5EF4-FFF2-40B4-BE49-F238E27FC236}">
                <ns2:creationId id="{7B35EDAA-9AFA-4C32-A49D-4BABFA54BF09}"/>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5" name="sources-word-1">
            <a:extLst>
              <a:ext uri="{FF2B5EF4-FFF2-40B4-BE49-F238E27FC236}">
                <ns2:creationId id="{2B88AD25-1D45-45F1-B59D-F0E7FDAE0EB1}"/>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6" name="sources-word-2">
            <a:extLst>
              <a:ext uri="{FF2B5EF4-FFF2-40B4-BE49-F238E27FC236}">
                <ns2:creationId id="{B3F4D770-B27C-421A-B612-07A0E84DFE85}"/>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7" name="sources-word-3">
            <a:extLst>
              <a:ext uri="{FF2B5EF4-FFF2-40B4-BE49-F238E27FC236}">
                <ns2:creationId id="{E4D626A7-0E4E-416D-991D-83478C0ADBE3}"/>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8" name="sources-word-4">
            <a:extLst>
              <a:ext uri="{FF2B5EF4-FFF2-40B4-BE49-F238E27FC236}">
                <ns2:creationId id="{B0B5E8AF-0ECB-44EB-8C14-8B27180197E4}"/>
              </a:ext>
            </a:extLst>
          </p:cNvPr>
          <p:cNvSpPr>
            <a:spLocks noGrp="1"/>
          </p:cNvSpPr>
          <p:nvPr/>
        </p:nvSpPr>
        <p:spPr>
          <a:xfrm>
            <a:off x="9566910"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9" name="sources-word-5">
            <a:extLst>
              <a:ext uri="{FF2B5EF4-FFF2-40B4-BE49-F238E27FC236}">
                <ns2:creationId id="{92D6E0B1-A9ED-4F96-AC72-779ED69AB054}"/>
              </a:ext>
            </a:extLst>
          </p:cNvPr>
          <p:cNvSpPr>
            <a:spLocks noGrp="1"/>
          </p:cNvSpPr>
          <p:nvPr/>
        </p:nvSpPr>
        <p:spPr>
          <a:xfrm>
            <a:off x="9203531"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80" name="sources-word-6">
            <a:extLst>
              <a:ext uri="{FF2B5EF4-FFF2-40B4-BE49-F238E27FC236}">
                <ns2:creationId id="{C625FB80-1C4D-40E3-B636-8F4F74E3C153}"/>
              </a:ext>
            </a:extLst>
          </p:cNvPr>
          <p:cNvSpPr>
            <a:spLocks noGrp="1"/>
          </p:cNvSpPr>
          <p:nvPr/>
        </p:nvSpPr>
        <p:spPr>
          <a:xfrm>
            <a:off x="843924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81" name="sources-word-7">
            <a:extLst>
              <a:ext uri="{FF2B5EF4-FFF2-40B4-BE49-F238E27FC236}">
                <ns2:creationId id="{504E0BD3-63C2-4ADB-AEE2-16E4496DE157}"/>
              </a:ext>
            </a:extLst>
          </p:cNvPr>
          <p:cNvSpPr>
            <a:spLocks noGrp="1"/>
          </p:cNvSpPr>
          <p:nvPr/>
        </p:nvSpPr>
        <p:spPr>
          <a:xfrm>
            <a:off x="8342376"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2" name="sources-word-8">
            <a:extLst>
              <a:ext uri="{FF2B5EF4-FFF2-40B4-BE49-F238E27FC236}">
                <ns2:creationId id="{0E853E07-E8DF-46F0-8037-54C1E7946B02}"/>
              </a:ext>
            </a:extLst>
          </p:cNvPr>
          <p:cNvSpPr>
            <a:spLocks noGrp="1"/>
          </p:cNvSpPr>
          <p:nvPr/>
        </p:nvSpPr>
        <p:spPr>
          <a:xfrm>
            <a:off x="8008525"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3" name="sources-word-9">
            <a:extLst>
              <a:ext uri="{FF2B5EF4-FFF2-40B4-BE49-F238E27FC236}">
                <ns2:creationId id="{CCA59A58-8D9A-4F29-AB7F-0C85A1FC3537}"/>
              </a:ext>
            </a:extLst>
          </p:cNvPr>
          <p:cNvSpPr>
            <a:spLocks noGrp="1"/>
          </p:cNvSpPr>
          <p:nvPr/>
        </p:nvSpPr>
        <p:spPr>
          <a:xfrm>
            <a:off x="7634002"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4" name="sources-word-10">
            <a:extLst>
              <a:ext uri="{FF2B5EF4-FFF2-40B4-BE49-F238E27FC236}">
                <ns2:creationId id="{9D301697-41DE-4FD8-9287-51636FB3EF33}"/>
              </a:ext>
            </a:extLst>
          </p:cNvPr>
          <p:cNvSpPr>
            <a:spLocks noGrp="1"/>
          </p:cNvSpPr>
          <p:nvPr/>
        </p:nvSpPr>
        <p:spPr>
          <a:xfrm>
            <a:off x="6869716"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5" name="page">
            <a:extLst>
              <a:ext uri="{FF2B5EF4-FFF2-40B4-BE49-F238E27FC236}">
                <ns2:creationId id="{9061E10A-3111-4742-B5FC-CC512808055B}"/>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21 / 35</a:t>
            </a:r>
          </a:p>
        </p:txBody>
      </p:sp>
      <p:sp>
        <p:nvSpPr>
          <p:cNvPr id="86" name="timing-word-0">
            <a:extLst>
              <a:ext uri="{FF2B5EF4-FFF2-40B4-BE49-F238E27FC236}">
                <ns2:creationId id="{AF5D4429-C615-4F79-B3D6-13667532C101}"/>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‏17:30</a:t>
            </a:r>
          </a:p>
        </p:txBody>
      </p:sp>
      <p:sp>
        <p:nvSpPr>
          <p:cNvPr id="87" name="timing-word-1">
            <a:extLst>
              <a:ext uri="{FF2B5EF4-FFF2-40B4-BE49-F238E27FC236}">
                <ns2:creationId id="{F5324AEB-8DFE-40A9-83A7-187F7235235D}"/>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8" name="timing-word-2">
            <a:extLst>
              <a:ext uri="{FF2B5EF4-FFF2-40B4-BE49-F238E27FC236}">
                <ns2:creationId id="{7DF66CBC-BE66-49BB-8553-AED226C31D37}"/>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‏18:15</a:t>
            </a:r>
          </a:p>
        </p:txBody>
      </p:sp>
      <p:sp>
        <p:nvSpPr>
          <p:cNvPr id="89" name="timing-word-3">
            <a:extLst>
              <a:ext uri="{FF2B5EF4-FFF2-40B4-BE49-F238E27FC236}">
                <ns2:creationId id="{2D2EE614-EC92-401D-8490-EC7896FB5050}"/>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90" name="timing-word-4">
            <a:extLst>
              <a:ext uri="{FF2B5EF4-FFF2-40B4-BE49-F238E27FC236}">
                <ns2:creationId id="{CE464132-D1F9-4B36-8108-8DB1F40330C1}"/>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343168794"/>
      </p:ext>
    </p:extLst>
  </p:cSld>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2" name="title-word-0">
            <a:extLst>
              <a:ext uri="{FF2B5EF4-FFF2-40B4-BE49-F238E27FC236}">
                <ns2:creationId id="{E3199185-C465-4B91-8E2A-EACDD3333364}"/>
              </a:ext>
            </a:extLst>
          </p:cNvPr>
          <p:cNvSpPr>
            <a:spLocks noGrp="1"/>
          </p:cNvSpPr>
          <p:nvPr/>
        </p:nvSpPr>
        <p:spPr>
          <a:xfrm>
            <a:off x="10208609" y="571500"/>
            <a:ext cx="124044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‏פטורים</a:t>
            </a:r>
          </a:p>
        </p:txBody>
      </p:sp>
      <p:sp>
        <p:nvSpPr>
          <p:cNvPr id="2" name="title-word-1">
            <a:extLst>
              <a:ext uri="{FF2B5EF4-FFF2-40B4-BE49-F238E27FC236}">
                <ns2:creationId id="{09870EAC-9BBB-41D8-B238-12459A18D54A}"/>
              </a:ext>
            </a:extLst>
          </p:cNvPr>
          <p:cNvSpPr>
            <a:spLocks noGrp="1"/>
          </p:cNvSpPr>
          <p:nvPr/>
        </p:nvSpPr>
        <p:spPr>
          <a:xfrm>
            <a:off x="8606790" y="571500"/>
            <a:ext cx="150447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‏ואישורים</a:t>
            </a:r>
          </a:p>
        </p:txBody>
      </p:sp>
      <p:sp>
        <p:nvSpPr>
          <p:cNvPr id="3" name="title-word-2">
            <a:extLst>
              <a:ext uri="{FF2B5EF4-FFF2-40B4-BE49-F238E27FC236}">
                <ns2:creationId id="{40BE5D18-F72C-4E92-B5EC-AE633E127991}"/>
              </a:ext>
            </a:extLst>
          </p:cNvPr>
          <p:cNvSpPr>
            <a:spLocks noGrp="1"/>
          </p:cNvSpPr>
          <p:nvPr/>
        </p:nvSpPr>
        <p:spPr>
          <a:xfrm>
            <a:off x="7328154" y="571500"/>
            <a:ext cx="118129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‏חריגים</a:t>
            </a:r>
          </a:p>
        </p:txBody>
      </p:sp>
      <p:sp>
        <p:nvSpPr>
          <p:cNvPr id="4" name="body-1-1-word-0">
            <a:extLst>
              <a:ext uri="{FF2B5EF4-FFF2-40B4-BE49-F238E27FC236}">
                <ns2:creationId id="{34C94358-0862-4366-A97D-21E9EA554F87}"/>
              </a:ext>
            </a:extLst>
          </p:cNvPr>
          <p:cNvSpPr>
            <a:spLocks noGrp="1"/>
          </p:cNvSpPr>
          <p:nvPr/>
        </p:nvSpPr>
        <p:spPr>
          <a:xfrm>
            <a:off x="10924032" y="1762125"/>
            <a:ext cx="52501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‏קושי</a:t>
            </a:r>
          </a:p>
        </p:txBody>
      </p:sp>
      <p:sp>
        <p:nvSpPr>
          <p:cNvPr id="5" name="body-1-1-word-1">
            <a:extLst>
              <a:ext uri="{FF2B5EF4-FFF2-40B4-BE49-F238E27FC236}">
                <ns2:creationId id="{2ED2B221-903C-466A-894F-310EFFFD8BF4}"/>
              </a:ext>
            </a:extLst>
          </p:cNvPr>
          <p:cNvSpPr>
            <a:spLocks noGrp="1"/>
          </p:cNvSpPr>
          <p:nvPr/>
        </p:nvSpPr>
        <p:spPr>
          <a:xfrm>
            <a:off x="10231755" y="1762125"/>
            <a:ext cx="6319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‏רפואי</a:t>
            </a:r>
          </a:p>
        </p:txBody>
      </p:sp>
      <p:sp>
        <p:nvSpPr>
          <p:cNvPr id="6" name="body-1-1-word-2">
            <a:extLst>
              <a:ext uri="{FF2B5EF4-FFF2-40B4-BE49-F238E27FC236}">
                <ns2:creationId id="{F3C59E10-192E-4C16-B37D-DCAE14F169D3}"/>
              </a:ext>
            </a:extLst>
          </p:cNvPr>
          <p:cNvSpPr>
            <a:spLocks noGrp="1"/>
          </p:cNvSpPr>
          <p:nvPr/>
        </p:nvSpPr>
        <p:spPr>
          <a:xfrm>
            <a:off x="9180290" y="1762125"/>
            <a:ext cx="9911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‏בהנעלה,</a:t>
            </a:r>
          </a:p>
        </p:txBody>
      </p:sp>
      <p:sp>
        <p:nvSpPr>
          <p:cNvPr id="7" name="body-1-1-word-3">
            <a:extLst>
              <a:ext uri="{FF2B5EF4-FFF2-40B4-BE49-F238E27FC236}">
                <ns2:creationId id="{3DA6C3E0-089B-4D26-AD07-35E14A5B3334}"/>
              </a:ext>
            </a:extLst>
          </p:cNvPr>
          <p:cNvSpPr>
            <a:spLocks noGrp="1"/>
          </p:cNvSpPr>
          <p:nvPr/>
        </p:nvSpPr>
        <p:spPr>
          <a:xfrm>
            <a:off x="8033099" y="1762125"/>
            <a:ext cx="10868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‏בתספורת</a:t>
            </a:r>
          </a:p>
        </p:txBody>
      </p:sp>
      <p:sp>
        <p:nvSpPr>
          <p:cNvPr id="8" name="body-1-1-word-4">
            <a:extLst>
              <a:ext uri="{FF2B5EF4-FFF2-40B4-BE49-F238E27FC236}">
                <ns2:creationId id="{93E2DC19-2099-4818-9710-4737C2005A29}"/>
              </a:ext>
            </a:extLst>
          </p:cNvPr>
          <p:cNvSpPr>
            <a:spLocks noGrp="1"/>
          </p:cNvSpPr>
          <p:nvPr/>
        </p:nvSpPr>
        <p:spPr>
          <a:xfrm>
            <a:off x="7712869"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9" name="body-1-1-word-5">
            <a:extLst>
              <a:ext uri="{FF2B5EF4-FFF2-40B4-BE49-F238E27FC236}">
                <ns2:creationId id="{E847F60F-61ED-4C72-B654-F1A63DC6C1BB}"/>
              </a:ext>
            </a:extLst>
          </p:cNvPr>
          <p:cNvSpPr>
            <a:spLocks noGrp="1"/>
          </p:cNvSpPr>
          <p:nvPr/>
        </p:nvSpPr>
        <p:spPr>
          <a:xfrm>
            <a:off x="6910864" y="1762125"/>
            <a:ext cx="7417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‏בגילוח</a:t>
            </a:r>
          </a:p>
        </p:txBody>
      </p:sp>
      <p:sp>
        <p:nvSpPr>
          <p:cNvPr id="10" name="body-1-1-word-6">
            <a:extLst>
              <a:ext uri="{FF2B5EF4-FFF2-40B4-BE49-F238E27FC236}">
                <ns2:creationId id="{BEBA8B16-6485-49A0-ABA9-658E4414BEC1}"/>
              </a:ext>
            </a:extLst>
          </p:cNvPr>
          <p:cNvSpPr>
            <a:spLocks noGrp="1"/>
          </p:cNvSpPr>
          <p:nvPr/>
        </p:nvSpPr>
        <p:spPr>
          <a:xfrm>
            <a:off x="6150864" y="1762125"/>
            <a:ext cx="6997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‏מופנה</a:t>
            </a:r>
          </a:p>
        </p:txBody>
      </p:sp>
      <p:sp>
        <p:nvSpPr>
          <p:cNvPr id="11" name="body-1-1-word-7">
            <a:extLst>
              <a:ext uri="{FF2B5EF4-FFF2-40B4-BE49-F238E27FC236}">
                <ns2:creationId id="{375CA2D9-0AC6-405D-AAB8-E5F672F4D132}"/>
              </a:ext>
            </a:extLst>
          </p:cNvPr>
          <p:cNvSpPr>
            <a:spLocks noGrp="1"/>
          </p:cNvSpPr>
          <p:nvPr/>
        </p:nvSpPr>
        <p:spPr>
          <a:xfrm>
            <a:off x="5428679" y="1762125"/>
            <a:ext cx="6618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‏לגורם</a:t>
            </a:r>
          </a:p>
        </p:txBody>
      </p:sp>
      <p:sp>
        <p:nvSpPr>
          <p:cNvPr id="12" name="body-1-1-word-8">
            <a:extLst>
              <a:ext uri="{FF2B5EF4-FFF2-40B4-BE49-F238E27FC236}">
                <ns2:creationId id="{68F12459-8EE7-442B-87CF-C38308EF72E0}"/>
              </a:ext>
            </a:extLst>
          </p:cNvPr>
          <p:cNvSpPr>
            <a:spLocks noGrp="1"/>
          </p:cNvSpPr>
          <p:nvPr/>
        </p:nvSpPr>
        <p:spPr>
          <a:xfrm>
            <a:off x="4564285" y="1762125"/>
            <a:ext cx="8041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‏הרפואי</a:t>
            </a:r>
          </a:p>
        </p:txBody>
      </p:sp>
      <p:sp>
        <p:nvSpPr>
          <p:cNvPr id="13" name="body-1-1-word-9">
            <a:extLst>
              <a:ext uri="{FF2B5EF4-FFF2-40B4-BE49-F238E27FC236}">
                <ns2:creationId id="{FBE2D09E-EC42-473D-BAAA-63F992CE4B70}"/>
              </a:ext>
            </a:extLst>
          </p:cNvPr>
          <p:cNvSpPr>
            <a:spLocks noGrp="1"/>
          </p:cNvSpPr>
          <p:nvPr/>
        </p:nvSpPr>
        <p:spPr>
          <a:xfrm>
            <a:off x="3500438" y="1762125"/>
            <a:ext cx="10035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‏המוסמך.</a:t>
            </a:r>
          </a:p>
        </p:txBody>
      </p:sp>
      <p:sp>
        <p:nvSpPr>
          <p:cNvPr id="14" name="body-1-1-word-10">
            <a:extLst>
              <a:ext uri="{FF2B5EF4-FFF2-40B4-BE49-F238E27FC236}">
                <ns2:creationId id="{31638A87-4DEE-483B-A560-44FC2F4A81AB}"/>
              </a:ext>
            </a:extLst>
          </p:cNvPr>
          <p:cNvSpPr>
            <a:spLocks noGrp="1"/>
          </p:cNvSpPr>
          <p:nvPr/>
        </p:nvSpPr>
        <p:spPr>
          <a:xfrm>
            <a:off x="2901029" y="1762125"/>
            <a:ext cx="5391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‏שינוי</a:t>
            </a:r>
          </a:p>
        </p:txBody>
      </p:sp>
      <p:sp>
        <p:nvSpPr>
          <p:cNvPr id="15" name="body-1-1-word-11">
            <a:extLst>
              <a:ext uri="{FF2B5EF4-FFF2-40B4-BE49-F238E27FC236}">
                <ns2:creationId id="{C5625A5B-D815-4F79-B87C-AA51EAE4F93B}"/>
              </a:ext>
            </a:extLst>
          </p:cNvPr>
          <p:cNvSpPr>
            <a:spLocks noGrp="1"/>
          </p:cNvSpPr>
          <p:nvPr/>
        </p:nvSpPr>
        <p:spPr>
          <a:xfrm>
            <a:off x="2116646" y="1762125"/>
            <a:ext cx="7240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‏בפריט</a:t>
            </a:r>
          </a:p>
        </p:txBody>
      </p:sp>
      <p:sp>
        <p:nvSpPr>
          <p:cNvPr id="16" name="body-1-1-word-12">
            <a:extLst>
              <a:ext uri="{FF2B5EF4-FFF2-40B4-BE49-F238E27FC236}">
                <ns2:creationId id="{93AE5C8E-08A4-422D-A28D-F6814DB9E125}"/>
              </a:ext>
            </a:extLst>
          </p:cNvPr>
          <p:cNvSpPr>
            <a:spLocks noGrp="1"/>
          </p:cNvSpPr>
          <p:nvPr/>
        </p:nvSpPr>
        <p:spPr>
          <a:xfrm>
            <a:off x="1796415"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7" name="body-1-1-word-13">
            <a:extLst>
              <a:ext uri="{FF2B5EF4-FFF2-40B4-BE49-F238E27FC236}">
                <ns2:creationId id="{D42B05AB-7657-4E6D-BCE2-7B4A68E4B33E}"/>
              </a:ext>
            </a:extLst>
          </p:cNvPr>
          <p:cNvSpPr>
            <a:spLocks noGrp="1"/>
          </p:cNvSpPr>
          <p:nvPr/>
        </p:nvSpPr>
        <p:spPr>
          <a:xfrm>
            <a:off x="830771" y="1762125"/>
            <a:ext cx="9053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‏בהופעה</a:t>
            </a:r>
          </a:p>
        </p:txBody>
      </p:sp>
      <p:sp>
        <p:nvSpPr>
          <p:cNvPr id="18" name="body-1-2-word-0">
            <a:extLst>
              <a:ext uri="{FF2B5EF4-FFF2-40B4-BE49-F238E27FC236}">
                <ns2:creationId id="{BE9D630A-68E8-40EE-A675-C22DD72DFF58}"/>
              </a:ext>
            </a:extLst>
          </p:cNvPr>
          <p:cNvSpPr>
            <a:spLocks noGrp="1"/>
          </p:cNvSpPr>
          <p:nvPr/>
        </p:nvSpPr>
        <p:spPr>
          <a:xfrm>
            <a:off x="10798016" y="2113598"/>
            <a:ext cx="6510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‏נעשה</a:t>
            </a:r>
          </a:p>
        </p:txBody>
      </p:sp>
      <p:sp>
        <p:nvSpPr>
          <p:cNvPr id="19" name="body-1-2-word-1">
            <a:extLst>
              <a:ext uri="{FF2B5EF4-FFF2-40B4-BE49-F238E27FC236}">
                <ns2:creationId id="{D1F01C14-4F38-42A1-A229-CB28722023DA}"/>
              </a:ext>
            </a:extLst>
          </p:cNvPr>
          <p:cNvSpPr>
            <a:spLocks noGrp="1"/>
          </p:cNvSpPr>
          <p:nvPr/>
        </p:nvSpPr>
        <p:spPr>
          <a:xfrm>
            <a:off x="10350246" y="2113598"/>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20" name="body-1-2-word-2">
            <a:extLst>
              <a:ext uri="{FF2B5EF4-FFF2-40B4-BE49-F238E27FC236}">
                <ns2:creationId id="{A61A5230-DA28-4E1B-B0BF-C198BA8126E8}"/>
              </a:ext>
            </a:extLst>
          </p:cNvPr>
          <p:cNvSpPr>
            <a:spLocks noGrp="1"/>
          </p:cNvSpPr>
          <p:nvPr/>
        </p:nvSpPr>
        <p:spPr>
          <a:xfrm>
            <a:off x="9443657" y="2113598"/>
            <a:ext cx="8462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‏האישור</a:t>
            </a:r>
          </a:p>
        </p:txBody>
      </p:sp>
      <p:sp>
        <p:nvSpPr>
          <p:cNvPr id="21" name="body-1-2-word-3">
            <a:extLst>
              <a:ext uri="{FF2B5EF4-FFF2-40B4-BE49-F238E27FC236}">
                <ns2:creationId id="{B1E7A270-28C6-45AF-8D55-BE70BE817D7A}"/>
              </a:ext>
            </a:extLst>
          </p:cNvPr>
          <p:cNvSpPr>
            <a:spLocks noGrp="1"/>
          </p:cNvSpPr>
          <p:nvPr/>
        </p:nvSpPr>
        <p:spPr>
          <a:xfrm>
            <a:off x="8731091" y="2113598"/>
            <a:ext cx="6522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‏שניתן</a:t>
            </a:r>
          </a:p>
        </p:txBody>
      </p:sp>
      <p:sp>
        <p:nvSpPr>
          <p:cNvPr id="22" name="body-1-2-word-4">
            <a:extLst>
              <a:ext uri="{FF2B5EF4-FFF2-40B4-BE49-F238E27FC236}">
                <ns2:creationId id="{99A3E6CE-9858-4236-8481-CEA65ABE786A}"/>
              </a:ext>
            </a:extLst>
          </p:cNvPr>
          <p:cNvSpPr>
            <a:spLocks noGrp="1"/>
          </p:cNvSpPr>
          <p:nvPr/>
        </p:nvSpPr>
        <p:spPr>
          <a:xfrm>
            <a:off x="7897844" y="2113598"/>
            <a:ext cx="7729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‏בפועל.</a:t>
            </a:r>
          </a:p>
        </p:txBody>
      </p:sp>
      <p:sp>
        <p:nvSpPr>
          <p:cNvPr id="23" name="body-2-1-word-0">
            <a:extLst>
              <a:ext uri="{FF2B5EF4-FFF2-40B4-BE49-F238E27FC236}">
                <ns2:creationId id="{DF4B8F4E-BDBB-4F2D-8273-342F60597FFA}"/>
              </a:ext>
            </a:extLst>
          </p:cNvPr>
          <p:cNvSpPr>
            <a:spLocks noGrp="1"/>
          </p:cNvSpPr>
          <p:nvPr/>
        </p:nvSpPr>
        <p:spPr>
          <a:xfrm>
            <a:off x="10651236" y="2655570"/>
            <a:ext cx="797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‏בודקים</a:t>
            </a:r>
          </a:p>
        </p:txBody>
      </p:sp>
      <p:sp>
        <p:nvSpPr>
          <p:cNvPr id="24" name="body-2-1-word-1">
            <a:extLst>
              <a:ext uri="{FF2B5EF4-FFF2-40B4-BE49-F238E27FC236}">
                <ns2:creationId id="{DCDC5C53-10DC-4A8F-BC93-C2335CBDADFE}"/>
              </a:ext>
            </a:extLst>
          </p:cNvPr>
          <p:cNvSpPr>
            <a:spLocks noGrp="1"/>
          </p:cNvSpPr>
          <p:nvPr/>
        </p:nvSpPr>
        <p:spPr>
          <a:xfrm>
            <a:off x="10218610" y="2655570"/>
            <a:ext cx="3723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a:t>
            </a:r>
          </a:p>
        </p:txBody>
      </p:sp>
      <p:sp>
        <p:nvSpPr>
          <p:cNvPr id="25" name="body-2-1-word-2">
            <a:extLst>
              <a:ext uri="{FF2B5EF4-FFF2-40B4-BE49-F238E27FC236}">
                <ns2:creationId id="{F3115365-457A-440A-AABC-5EBB1C3FFA6D}"/>
              </a:ext>
            </a:extLst>
          </p:cNvPr>
          <p:cNvSpPr>
            <a:spLocks noGrp="1"/>
          </p:cNvSpPr>
          <p:nvPr/>
        </p:nvSpPr>
        <p:spPr>
          <a:xfrm>
            <a:off x="9312021" y="2655570"/>
            <a:ext cx="8462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‏האישור</a:t>
            </a:r>
          </a:p>
        </p:txBody>
      </p:sp>
      <p:sp>
        <p:nvSpPr>
          <p:cNvPr id="26" name="body-2-1-word-3">
            <a:extLst>
              <a:ext uri="{FF2B5EF4-FFF2-40B4-BE49-F238E27FC236}">
                <ns2:creationId id="{5F5644A8-135E-4E1C-9C46-9C7BC2AF53DB}"/>
              </a:ext>
            </a:extLst>
          </p:cNvPr>
          <p:cNvSpPr>
            <a:spLocks noGrp="1"/>
          </p:cNvSpPr>
          <p:nvPr/>
        </p:nvSpPr>
        <p:spPr>
          <a:xfrm>
            <a:off x="8572405" y="2655570"/>
            <a:ext cx="6793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‏מתיר,</a:t>
            </a:r>
          </a:p>
        </p:txBody>
      </p:sp>
      <p:sp>
        <p:nvSpPr>
          <p:cNvPr id="27" name="body-2-1-word-4">
            <a:extLst>
              <a:ext uri="{FF2B5EF4-FFF2-40B4-BE49-F238E27FC236}">
                <ns2:creationId id="{765F1F44-332E-4F60-A20B-6232B6A11ACF}"/>
              </a:ext>
            </a:extLst>
          </p:cNvPr>
          <p:cNvSpPr>
            <a:spLocks noGrp="1"/>
          </p:cNvSpPr>
          <p:nvPr/>
        </p:nvSpPr>
        <p:spPr>
          <a:xfrm>
            <a:off x="8241316" y="2655570"/>
            <a:ext cx="2707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a:t>
            </a:r>
          </a:p>
        </p:txBody>
      </p:sp>
      <p:sp>
        <p:nvSpPr>
          <p:cNvPr id="28" name="body-2-1-word-5">
            <a:extLst>
              <a:ext uri="{FF2B5EF4-FFF2-40B4-BE49-F238E27FC236}">
                <ns2:creationId id="{11109F16-6537-44B0-A2DD-D0B6B41E793D}"/>
              </a:ext>
            </a:extLst>
          </p:cNvPr>
          <p:cNvSpPr>
            <a:spLocks noGrp="1"/>
          </p:cNvSpPr>
          <p:nvPr/>
        </p:nvSpPr>
        <p:spPr>
          <a:xfrm>
            <a:off x="7541895" y="2655570"/>
            <a:ext cx="6391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‏הוציא</a:t>
            </a:r>
          </a:p>
        </p:txBody>
      </p:sp>
      <p:sp>
        <p:nvSpPr>
          <p:cNvPr id="29" name="body-2-1-word-6">
            <a:extLst>
              <a:ext uri="{FF2B5EF4-FFF2-40B4-BE49-F238E27FC236}">
                <ns2:creationId id="{E09D1825-944A-4C72-B4F0-A1B422F2B78B}"/>
              </a:ext>
            </a:extLst>
          </p:cNvPr>
          <p:cNvSpPr>
            <a:spLocks noGrp="1"/>
          </p:cNvSpPr>
          <p:nvPr/>
        </p:nvSpPr>
        <p:spPr>
          <a:xfrm>
            <a:off x="6888194" y="2655570"/>
            <a:ext cx="5934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‏אותו,</a:t>
            </a:r>
          </a:p>
        </p:txBody>
      </p:sp>
      <p:sp>
        <p:nvSpPr>
          <p:cNvPr id="30" name="body-2-1-word-7">
            <a:extLst>
              <a:ext uri="{FF2B5EF4-FFF2-40B4-BE49-F238E27FC236}">
                <ns2:creationId id="{69330EC0-0BFF-4A27-AF23-E43EBDEFBF46}"/>
              </a:ext>
            </a:extLst>
          </p:cNvPr>
          <p:cNvSpPr>
            <a:spLocks noGrp="1"/>
          </p:cNvSpPr>
          <p:nvPr/>
        </p:nvSpPr>
        <p:spPr>
          <a:xfrm>
            <a:off x="6424803" y="2655570"/>
            <a:ext cx="403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‏למי</a:t>
            </a:r>
          </a:p>
        </p:txBody>
      </p:sp>
      <p:sp>
        <p:nvSpPr>
          <p:cNvPr id="31" name="body-2-1-word-8">
            <a:extLst>
              <a:ext uri="{FF2B5EF4-FFF2-40B4-BE49-F238E27FC236}">
                <ns2:creationId id="{34BAC97D-E1A2-4EB4-BD98-0CF7BF72408E}"/>
              </a:ext>
            </a:extLst>
          </p:cNvPr>
          <p:cNvSpPr>
            <a:spLocks noGrp="1"/>
          </p:cNvSpPr>
          <p:nvPr/>
        </p:nvSpPr>
        <p:spPr>
          <a:xfrm>
            <a:off x="5932551" y="2655570"/>
            <a:ext cx="431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‏הוא</a:t>
            </a:r>
          </a:p>
        </p:txBody>
      </p:sp>
      <p:sp>
        <p:nvSpPr>
          <p:cNvPr id="32" name="body-2-1-word-9">
            <a:extLst>
              <a:ext uri="{FF2B5EF4-FFF2-40B4-BE49-F238E27FC236}">
                <ns2:creationId id="{28C38B65-942A-4033-B2E7-5A5BE30F8B8E}"/>
              </a:ext>
            </a:extLst>
          </p:cNvPr>
          <p:cNvSpPr>
            <a:spLocks noGrp="1"/>
          </p:cNvSpPr>
          <p:nvPr/>
        </p:nvSpPr>
        <p:spPr>
          <a:xfrm>
            <a:off x="5234464" y="2655570"/>
            <a:ext cx="637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‏מיועד</a:t>
            </a:r>
          </a:p>
        </p:txBody>
      </p:sp>
      <p:sp>
        <p:nvSpPr>
          <p:cNvPr id="33" name="body-2-1-word-10">
            <a:extLst>
              <a:ext uri="{FF2B5EF4-FFF2-40B4-BE49-F238E27FC236}">
                <ns2:creationId id="{D3DBAAA8-09CF-4E93-ACEE-2AC12621C1D9}"/>
              </a:ext>
            </a:extLst>
          </p:cNvPr>
          <p:cNvSpPr>
            <a:spLocks noGrp="1"/>
          </p:cNvSpPr>
          <p:nvPr/>
        </p:nvSpPr>
        <p:spPr>
          <a:xfrm>
            <a:off x="4731353" y="2655570"/>
            <a:ext cx="4428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‏ומה</a:t>
            </a:r>
          </a:p>
        </p:txBody>
      </p:sp>
      <p:sp>
        <p:nvSpPr>
          <p:cNvPr id="34" name="body-2-1-word-11">
            <a:extLst>
              <a:ext uri="{FF2B5EF4-FFF2-40B4-BE49-F238E27FC236}">
                <ns2:creationId id="{E2F0EA36-5990-412E-930D-B2E5A7C4813A}"/>
              </a:ext>
            </a:extLst>
          </p:cNvPr>
          <p:cNvSpPr>
            <a:spLocks noGrp="1"/>
          </p:cNvSpPr>
          <p:nvPr/>
        </p:nvSpPr>
        <p:spPr>
          <a:xfrm>
            <a:off x="3925348" y="2655570"/>
            <a:ext cx="7457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‏תוקפו.</a:t>
            </a:r>
          </a:p>
        </p:txBody>
      </p:sp>
      <p:sp>
        <p:nvSpPr>
          <p:cNvPr id="35" name="body-2-1-word-12">
            <a:extLst>
              <a:ext uri="{FF2B5EF4-FFF2-40B4-BE49-F238E27FC236}">
                <ns2:creationId id="{B029087E-44C5-4EE1-B3F6-98A5B2D88421}"/>
              </a:ext>
            </a:extLst>
          </p:cNvPr>
          <p:cNvSpPr>
            <a:spLocks noGrp="1"/>
          </p:cNvSpPr>
          <p:nvPr/>
        </p:nvSpPr>
        <p:spPr>
          <a:xfrm>
            <a:off x="3295841" y="2655570"/>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‏פטור</a:t>
            </a:r>
          </a:p>
        </p:txBody>
      </p:sp>
      <p:sp>
        <p:nvSpPr>
          <p:cNvPr id="36" name="body-2-1-word-13">
            <a:extLst>
              <a:ext uri="{FF2B5EF4-FFF2-40B4-BE49-F238E27FC236}">
                <ns2:creationId id="{CB5A4CEE-6BE4-4285-9BBF-C907BD98670D}"/>
              </a:ext>
            </a:extLst>
          </p:cNvPr>
          <p:cNvSpPr>
            <a:spLocks noGrp="1"/>
          </p:cNvSpPr>
          <p:nvPr/>
        </p:nvSpPr>
        <p:spPr>
          <a:xfrm>
            <a:off x="2494598" y="2655570"/>
            <a:ext cx="7409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‏מפריט</a:t>
            </a:r>
          </a:p>
        </p:txBody>
      </p:sp>
      <p:sp>
        <p:nvSpPr>
          <p:cNvPr id="37" name="body-2-1-word-14">
            <a:extLst>
              <a:ext uri="{FF2B5EF4-FFF2-40B4-BE49-F238E27FC236}">
                <ns2:creationId id="{AC03A878-DE70-4A91-9CB5-CD91F937E68A}"/>
              </a:ext>
            </a:extLst>
          </p:cNvPr>
          <p:cNvSpPr>
            <a:spLocks noGrp="1"/>
          </p:cNvSpPr>
          <p:nvPr/>
        </p:nvSpPr>
        <p:spPr>
          <a:xfrm>
            <a:off x="1928527" y="2655570"/>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38" name="body-2-1-word-15">
            <a:extLst>
              <a:ext uri="{FF2B5EF4-FFF2-40B4-BE49-F238E27FC236}">
                <ns2:creationId id="{16531564-D55A-486A-890A-AE80C3D18AF0}"/>
              </a:ext>
            </a:extLst>
          </p:cNvPr>
          <p:cNvSpPr>
            <a:spLocks noGrp="1"/>
          </p:cNvSpPr>
          <p:nvPr/>
        </p:nvSpPr>
        <p:spPr>
          <a:xfrm>
            <a:off x="1437132" y="2655570"/>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39" name="body-2-1-word-16">
            <a:extLst>
              <a:ext uri="{FF2B5EF4-FFF2-40B4-BE49-F238E27FC236}">
                <ns2:creationId id="{1DD7090F-C6F4-463C-88EA-6406AC16F0DE}"/>
              </a:ext>
            </a:extLst>
          </p:cNvPr>
          <p:cNvSpPr>
            <a:spLocks noGrp="1"/>
          </p:cNvSpPr>
          <p:nvPr/>
        </p:nvSpPr>
        <p:spPr>
          <a:xfrm>
            <a:off x="807625" y="2655570"/>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‏פטור</a:t>
            </a:r>
          </a:p>
        </p:txBody>
      </p:sp>
      <p:sp>
        <p:nvSpPr>
          <p:cNvPr id="40" name="body-2-2-word-0">
            <a:extLst>
              <a:ext uri="{FF2B5EF4-FFF2-40B4-BE49-F238E27FC236}">
                <ns2:creationId id="{F0203698-449F-4175-9C61-0ED9824CA1D4}"/>
              </a:ext>
            </a:extLst>
          </p:cNvPr>
          <p:cNvSpPr>
            <a:spLocks noGrp="1"/>
          </p:cNvSpPr>
          <p:nvPr/>
        </p:nvSpPr>
        <p:spPr>
          <a:xfrm>
            <a:off x="10743914" y="3007043"/>
            <a:ext cx="7051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‏משאר</a:t>
            </a:r>
          </a:p>
        </p:txBody>
      </p:sp>
      <p:sp>
        <p:nvSpPr>
          <p:cNvPr id="41" name="body-2-2-word-1">
            <a:extLst>
              <a:ext uri="{FF2B5EF4-FFF2-40B4-BE49-F238E27FC236}">
                <ns2:creationId id="{C92AF34B-7223-4C39-8130-CC0AF7775E64}"/>
              </a:ext>
            </a:extLst>
          </p:cNvPr>
          <p:cNvSpPr>
            <a:spLocks noGrp="1"/>
          </p:cNvSpPr>
          <p:nvPr/>
        </p:nvSpPr>
        <p:spPr>
          <a:xfrm>
            <a:off x="10188321" y="3007043"/>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a:t>
            </a:r>
          </a:p>
        </p:txBody>
      </p:sp>
      <p:sp>
        <p:nvSpPr>
          <p:cNvPr id="42" name="body-2-2-word-2">
            <a:extLst>
              <a:ext uri="{FF2B5EF4-FFF2-40B4-BE49-F238E27FC236}">
                <ns2:creationId id="{5C8E41E8-591B-4BB1-BB46-826B674D1AE9}"/>
              </a:ext>
            </a:extLst>
          </p:cNvPr>
          <p:cNvSpPr>
            <a:spLocks noGrp="1"/>
          </p:cNvSpPr>
          <p:nvPr/>
        </p:nvSpPr>
        <p:spPr>
          <a:xfrm>
            <a:off x="9276778" y="3007043"/>
            <a:ext cx="8512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‏הדיגום.</a:t>
            </a:r>
          </a:p>
        </p:txBody>
      </p:sp>
      <p:sp>
        <p:nvSpPr>
          <p:cNvPr id="43" name="body-3-1-word-0">
            <a:extLst>
              <a:ext uri="{FF2B5EF4-FFF2-40B4-BE49-F238E27FC236}">
                <ns2:creationId id="{373995FE-DEA1-4872-A2ED-B8B836A41075}"/>
              </a:ext>
            </a:extLst>
          </p:cNvPr>
          <p:cNvSpPr>
            <a:spLocks noGrp="1"/>
          </p:cNvSpPr>
          <p:nvPr/>
        </p:nvSpPr>
        <p:spPr>
          <a:xfrm>
            <a:off x="10648474" y="3549015"/>
            <a:ext cx="8005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‏נושאים</a:t>
            </a:r>
          </a:p>
        </p:txBody>
      </p:sp>
      <p:sp>
        <p:nvSpPr>
          <p:cNvPr id="44" name="body-3-1-word-1">
            <a:extLst>
              <a:ext uri="{FF2B5EF4-FFF2-40B4-BE49-F238E27FC236}">
                <ns2:creationId id="{5E73842E-0945-4512-85F0-9E6B966575F2}"/>
              </a:ext>
            </a:extLst>
          </p:cNvPr>
          <p:cNvSpPr>
            <a:spLocks noGrp="1"/>
          </p:cNvSpPr>
          <p:nvPr/>
        </p:nvSpPr>
        <p:spPr>
          <a:xfrm>
            <a:off x="9913906" y="3549015"/>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45" name="body-3-1-word-2">
            <a:extLst>
              <a:ext uri="{FF2B5EF4-FFF2-40B4-BE49-F238E27FC236}">
                <ns2:creationId id="{AB9943DD-0BC1-4833-9CFD-F6866E422B3F}"/>
              </a:ext>
            </a:extLst>
          </p:cNvPr>
          <p:cNvSpPr>
            <a:spLocks noGrp="1"/>
          </p:cNvSpPr>
          <p:nvPr/>
        </p:nvSpPr>
        <p:spPr>
          <a:xfrm>
            <a:off x="9235154" y="3549015"/>
            <a:ext cx="6184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‏נדרש</a:t>
            </a:r>
          </a:p>
        </p:txBody>
      </p:sp>
      <p:sp>
        <p:nvSpPr>
          <p:cNvPr id="46" name="body-3-1-word-3">
            <a:extLst>
              <a:ext uri="{FF2B5EF4-FFF2-40B4-BE49-F238E27FC236}">
                <ns2:creationId id="{BCA8B5BB-05ED-45CC-80A9-7595E187A016}"/>
              </a:ext>
            </a:extLst>
          </p:cNvPr>
          <p:cNvSpPr>
            <a:spLocks noGrp="1"/>
          </p:cNvSpPr>
          <p:nvPr/>
        </p:nvSpPr>
        <p:spPr>
          <a:xfrm>
            <a:off x="8653939" y="3549015"/>
            <a:ext cx="5209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‏וזמין</a:t>
            </a:r>
          </a:p>
        </p:txBody>
      </p:sp>
      <p:sp>
        <p:nvSpPr>
          <p:cNvPr id="47" name="body-3-1-word-4">
            <a:extLst>
              <a:ext uri="{FF2B5EF4-FFF2-40B4-BE49-F238E27FC236}">
                <ns2:creationId id="{0B09679A-BA6E-4830-8C3E-0D8DA0ED0B1D}"/>
              </a:ext>
            </a:extLst>
          </p:cNvPr>
          <p:cNvSpPr>
            <a:spLocks noGrp="1"/>
          </p:cNvSpPr>
          <p:nvPr/>
        </p:nvSpPr>
        <p:spPr>
          <a:xfrm>
            <a:off x="7722584" y="3549015"/>
            <a:ext cx="871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‏בהתאם</a:t>
            </a:r>
          </a:p>
        </p:txBody>
      </p:sp>
      <p:sp>
        <p:nvSpPr>
          <p:cNvPr id="48" name="body-3-1-word-5">
            <a:extLst>
              <a:ext uri="{FF2B5EF4-FFF2-40B4-BE49-F238E27FC236}">
                <ns2:creationId id="{7A79C586-8088-4940-9D82-8AB489DF7EC1}"/>
              </a:ext>
            </a:extLst>
          </p:cNvPr>
          <p:cNvSpPr>
            <a:spLocks noGrp="1"/>
          </p:cNvSpPr>
          <p:nvPr/>
        </p:nvSpPr>
        <p:spPr>
          <a:xfrm>
            <a:off x="6946583" y="3549015"/>
            <a:ext cx="7157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‏לנוהל.</a:t>
            </a:r>
          </a:p>
        </p:txBody>
      </p:sp>
      <p:sp>
        <p:nvSpPr>
          <p:cNvPr id="49" name="body-3-1-word-6">
            <a:extLst>
              <a:ext uri="{FF2B5EF4-FFF2-40B4-BE49-F238E27FC236}">
                <ns2:creationId id="{78567BE4-C45D-403F-AD44-11B29C39652A}"/>
              </a:ext>
            </a:extLst>
          </p:cNvPr>
          <p:cNvSpPr>
            <a:spLocks noGrp="1"/>
          </p:cNvSpPr>
          <p:nvPr/>
        </p:nvSpPr>
        <p:spPr>
          <a:xfrm>
            <a:off x="6212015" y="3549015"/>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50" name="body-3-1-word-7">
            <a:extLst>
              <a:ext uri="{FF2B5EF4-FFF2-40B4-BE49-F238E27FC236}">
                <ns2:creationId id="{4F67C82C-2A95-4CF4-A246-0156D33A4436}"/>
              </a:ext>
            </a:extLst>
          </p:cNvPr>
          <p:cNvSpPr>
            <a:spLocks noGrp="1"/>
          </p:cNvSpPr>
          <p:nvPr/>
        </p:nvSpPr>
        <p:spPr>
          <a:xfrm>
            <a:off x="5684711" y="3549015"/>
            <a:ext cx="4670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‏בעל</a:t>
            </a:r>
          </a:p>
        </p:txBody>
      </p:sp>
      <p:sp>
        <p:nvSpPr>
          <p:cNvPr id="51" name="body-3-1-word-8">
            <a:extLst>
              <a:ext uri="{FF2B5EF4-FFF2-40B4-BE49-F238E27FC236}">
                <ns2:creationId id="{A4678FDF-8D8C-4851-B128-673232D78380}"/>
              </a:ext>
            </a:extLst>
          </p:cNvPr>
          <p:cNvSpPr>
            <a:spLocks noGrp="1"/>
          </p:cNvSpPr>
          <p:nvPr/>
        </p:nvSpPr>
        <p:spPr>
          <a:xfrm>
            <a:off x="5267706" y="3549015"/>
            <a:ext cx="3567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‏פה</a:t>
            </a:r>
          </a:p>
        </p:txBody>
      </p:sp>
      <p:sp>
        <p:nvSpPr>
          <p:cNvPr id="52" name="body-3-1-word-9">
            <a:extLst>
              <a:ext uri="{FF2B5EF4-FFF2-40B4-BE49-F238E27FC236}">
                <ns2:creationId id="{AD0F3728-EEE0-4A52-B8C5-0E46F37C3FF3}"/>
              </a:ext>
            </a:extLst>
          </p:cNvPr>
          <p:cNvSpPr>
            <a:spLocks noGrp="1"/>
          </p:cNvSpPr>
          <p:nvPr/>
        </p:nvSpPr>
        <p:spPr>
          <a:xfrm>
            <a:off x="4947476" y="354901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3" name="body-3-1-word-10">
            <a:extLst>
              <a:ext uri="{FF2B5EF4-FFF2-40B4-BE49-F238E27FC236}">
                <ns2:creationId id="{0A48CBA3-999E-4D86-9D57-7B54365FD6DD}"/>
              </a:ext>
            </a:extLst>
          </p:cNvPr>
          <p:cNvSpPr>
            <a:spLocks noGrp="1"/>
          </p:cNvSpPr>
          <p:nvPr/>
        </p:nvSpPr>
        <p:spPr>
          <a:xfrm>
            <a:off x="4277582" y="3549015"/>
            <a:ext cx="6096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‏צילום</a:t>
            </a:r>
          </a:p>
        </p:txBody>
      </p:sp>
      <p:sp>
        <p:nvSpPr>
          <p:cNvPr id="54" name="body-3-1-word-11">
            <a:extLst>
              <a:ext uri="{FF2B5EF4-FFF2-40B4-BE49-F238E27FC236}">
                <ns2:creationId id="{2EE40F73-3703-4CF6-A370-05C8C3034487}"/>
              </a:ext>
            </a:extLst>
          </p:cNvPr>
          <p:cNvSpPr>
            <a:spLocks noGrp="1"/>
          </p:cNvSpPr>
          <p:nvPr/>
        </p:nvSpPr>
        <p:spPr>
          <a:xfrm>
            <a:off x="3858006" y="354901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55" name="body-3-1-word-12">
            <a:extLst>
              <a:ext uri="{FF2B5EF4-FFF2-40B4-BE49-F238E27FC236}">
                <ns2:creationId id="{0E600B19-40E3-46C0-B5AC-6BEA7D483F2B}"/>
              </a:ext>
            </a:extLst>
          </p:cNvPr>
          <p:cNvSpPr>
            <a:spLocks noGrp="1"/>
          </p:cNvSpPr>
          <p:nvPr/>
        </p:nvSpPr>
        <p:spPr>
          <a:xfrm>
            <a:off x="3228499" y="3549015"/>
            <a:ext cx="569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‏פטור</a:t>
            </a:r>
          </a:p>
        </p:txBody>
      </p:sp>
      <p:sp>
        <p:nvSpPr>
          <p:cNvPr id="56" name="body-3-1-word-13">
            <a:extLst>
              <a:ext uri="{FF2B5EF4-FFF2-40B4-BE49-F238E27FC236}">
                <ns2:creationId id="{E2300361-2350-4F65-B024-EDFAE3B9EE79}"/>
              </a:ext>
            </a:extLst>
          </p:cNvPr>
          <p:cNvSpPr>
            <a:spLocks noGrp="1"/>
          </p:cNvSpPr>
          <p:nvPr/>
        </p:nvSpPr>
        <p:spPr>
          <a:xfrm>
            <a:off x="2482787" y="3549015"/>
            <a:ext cx="6854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‏השייך</a:t>
            </a:r>
          </a:p>
        </p:txBody>
      </p:sp>
      <p:sp>
        <p:nvSpPr>
          <p:cNvPr id="57" name="body-3-1-word-14">
            <a:extLst>
              <a:ext uri="{FF2B5EF4-FFF2-40B4-BE49-F238E27FC236}">
                <ns2:creationId id="{D68EE518-E26A-4868-9CF3-CDDC9A1287B7}"/>
              </a:ext>
            </a:extLst>
          </p:cNvPr>
          <p:cNvSpPr>
            <a:spLocks noGrp="1"/>
          </p:cNvSpPr>
          <p:nvPr/>
        </p:nvSpPr>
        <p:spPr>
          <a:xfrm>
            <a:off x="1784509" y="3549015"/>
            <a:ext cx="6379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‏לאדם</a:t>
            </a:r>
          </a:p>
        </p:txBody>
      </p:sp>
      <p:sp>
        <p:nvSpPr>
          <p:cNvPr id="58" name="body-3-1-word-15">
            <a:extLst>
              <a:ext uri="{FF2B5EF4-FFF2-40B4-BE49-F238E27FC236}">
                <ns2:creationId id="{BFDFEBE1-BE66-4448-9375-256C3C852F63}"/>
              </a:ext>
            </a:extLst>
          </p:cNvPr>
          <p:cNvSpPr>
            <a:spLocks noGrp="1"/>
          </p:cNvSpPr>
          <p:nvPr/>
        </p:nvSpPr>
        <p:spPr>
          <a:xfrm>
            <a:off x="1218152" y="3549015"/>
            <a:ext cx="5060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‏אחר</a:t>
            </a:r>
          </a:p>
        </p:txBody>
      </p:sp>
      <p:sp>
        <p:nvSpPr>
          <p:cNvPr id="59" name="body-3-2-word-0">
            <a:extLst>
              <a:ext uri="{FF2B5EF4-FFF2-40B4-BE49-F238E27FC236}">
                <ns2:creationId id="{AAC8484C-B0AE-45E4-A633-48D0A4EF1E9D}"/>
              </a:ext>
            </a:extLst>
          </p:cNvPr>
          <p:cNvSpPr>
            <a:spLocks noGrp="1"/>
          </p:cNvSpPr>
          <p:nvPr/>
        </p:nvSpPr>
        <p:spPr>
          <a:xfrm>
            <a:off x="10917365" y="3900488"/>
            <a:ext cx="5316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‏אינם</a:t>
            </a:r>
          </a:p>
        </p:txBody>
      </p:sp>
      <p:sp>
        <p:nvSpPr>
          <p:cNvPr id="60" name="body-3-2-word-1">
            <a:extLst>
              <a:ext uri="{FF2B5EF4-FFF2-40B4-BE49-F238E27FC236}">
                <ns2:creationId id="{FAC8C4D7-FE38-4660-829B-E4EE7BB56158}"/>
              </a:ext>
            </a:extLst>
          </p:cNvPr>
          <p:cNvSpPr>
            <a:spLocks noGrp="1"/>
          </p:cNvSpPr>
          <p:nvPr/>
        </p:nvSpPr>
        <p:spPr>
          <a:xfrm>
            <a:off x="10274998" y="3900488"/>
            <a:ext cx="5820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‏בסיס</a:t>
            </a:r>
          </a:p>
        </p:txBody>
      </p:sp>
      <p:sp>
        <p:nvSpPr>
          <p:cNvPr id="61" name="body-3-2-word-2">
            <a:extLst>
              <a:ext uri="{FF2B5EF4-FFF2-40B4-BE49-F238E27FC236}">
                <ns2:creationId id="{6BC9A6CE-F51D-4083-9B4F-F468FDDC080B}"/>
              </a:ext>
            </a:extLst>
          </p:cNvPr>
          <p:cNvSpPr>
            <a:spLocks noGrp="1"/>
          </p:cNvSpPr>
          <p:nvPr/>
        </p:nvSpPr>
        <p:spPr>
          <a:xfrm>
            <a:off x="9397936" y="3900488"/>
            <a:ext cx="8167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‏לזכאות</a:t>
            </a:r>
          </a:p>
        </p:txBody>
      </p:sp>
      <p:sp>
        <p:nvSpPr>
          <p:cNvPr id="62" name="body-3-2-word-3">
            <a:extLst>
              <a:ext uri="{FF2B5EF4-FFF2-40B4-BE49-F238E27FC236}">
                <ns2:creationId id="{207B8F34-0734-4F49-9B0F-104A19DDF59D}"/>
              </a:ext>
            </a:extLst>
          </p:cNvPr>
          <p:cNvSpPr>
            <a:spLocks noGrp="1"/>
          </p:cNvSpPr>
          <p:nvPr/>
        </p:nvSpPr>
        <p:spPr>
          <a:xfrm>
            <a:off x="8545830" y="3900488"/>
            <a:ext cx="7918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‏אישית.</a:t>
            </a:r>
          </a:p>
        </p:txBody>
      </p:sp>
      <p:sp>
        <p:nvSpPr>
          <p:cNvPr id="63" name="body-4-1-word-0">
            <a:extLst>
              <a:ext uri="{FF2B5EF4-FFF2-40B4-BE49-F238E27FC236}">
                <ns2:creationId id="{66537BCB-3FF3-4B23-8E5E-060D2565358E}"/>
              </a:ext>
            </a:extLst>
          </p:cNvPr>
          <p:cNvSpPr>
            <a:spLocks noGrp="1"/>
          </p:cNvSpPr>
          <p:nvPr/>
        </p:nvSpPr>
        <p:spPr>
          <a:xfrm>
            <a:off x="10788301" y="4442460"/>
            <a:ext cx="6607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‏בספק</a:t>
            </a:r>
          </a:p>
        </p:txBody>
      </p:sp>
      <p:sp>
        <p:nvSpPr>
          <p:cNvPr id="64" name="body-4-1-word-1">
            <a:extLst>
              <a:ext uri="{FF2B5EF4-FFF2-40B4-BE49-F238E27FC236}">
                <ns2:creationId id="{C06F8EFC-9AB7-443C-AF98-2ACA47968928}"/>
              </a:ext>
            </a:extLst>
          </p:cNvPr>
          <p:cNvSpPr>
            <a:spLocks noGrp="1"/>
          </p:cNvSpPr>
          <p:nvPr/>
        </p:nvSpPr>
        <p:spPr>
          <a:xfrm>
            <a:off x="9941623" y="4442460"/>
            <a:ext cx="7863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‏מקצועי</a:t>
            </a:r>
          </a:p>
        </p:txBody>
      </p:sp>
      <p:sp>
        <p:nvSpPr>
          <p:cNvPr id="65" name="body-4-1-word-2">
            <a:extLst>
              <a:ext uri="{FF2B5EF4-FFF2-40B4-BE49-F238E27FC236}">
                <ns2:creationId id="{F724C363-5BA8-4547-8389-B22EC334F401}"/>
              </a:ext>
            </a:extLst>
          </p:cNvPr>
          <p:cNvSpPr>
            <a:spLocks noGrp="1"/>
          </p:cNvSpPr>
          <p:nvPr/>
        </p:nvSpPr>
        <p:spPr>
          <a:xfrm>
            <a:off x="9283922" y="4442460"/>
            <a:ext cx="5974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‏פונים</a:t>
            </a:r>
          </a:p>
        </p:txBody>
      </p:sp>
      <p:sp>
        <p:nvSpPr>
          <p:cNvPr id="66" name="body-4-1-word-3">
            <a:extLst>
              <a:ext uri="{FF2B5EF4-FFF2-40B4-BE49-F238E27FC236}">
                <ns2:creationId id="{BDE5A7F1-AC13-4460-B4C2-390CB4F64081}"/>
              </a:ext>
            </a:extLst>
          </p:cNvPr>
          <p:cNvSpPr>
            <a:spLocks noGrp="1"/>
          </p:cNvSpPr>
          <p:nvPr/>
        </p:nvSpPr>
        <p:spPr>
          <a:xfrm>
            <a:off x="8432578" y="4442460"/>
            <a:ext cx="7910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‏למפקד</a:t>
            </a:r>
          </a:p>
        </p:txBody>
      </p:sp>
      <p:sp>
        <p:nvSpPr>
          <p:cNvPr id="67" name="body-4-1-word-4">
            <a:extLst>
              <a:ext uri="{FF2B5EF4-FFF2-40B4-BE49-F238E27FC236}">
                <ns2:creationId id="{0407972A-B086-4DF0-A5FF-0006AFE9866E}"/>
              </a:ext>
            </a:extLst>
          </p:cNvPr>
          <p:cNvSpPr>
            <a:spLocks noGrp="1"/>
          </p:cNvSpPr>
          <p:nvPr/>
        </p:nvSpPr>
        <p:spPr>
          <a:xfrm>
            <a:off x="7566660" y="4442460"/>
            <a:ext cx="8056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‏ולרס״ר</a:t>
            </a:r>
          </a:p>
        </p:txBody>
      </p:sp>
      <p:sp>
        <p:nvSpPr>
          <p:cNvPr id="68" name="body-4-1-word-5">
            <a:extLst>
              <a:ext uri="{FF2B5EF4-FFF2-40B4-BE49-F238E27FC236}">
                <ns2:creationId id="{9CEAA43D-5BC0-4E6A-8081-0DF6567034AD}"/>
              </a:ext>
            </a:extLst>
          </p:cNvPr>
          <p:cNvSpPr>
            <a:spLocks noGrp="1"/>
          </p:cNvSpPr>
          <p:nvPr/>
        </p:nvSpPr>
        <p:spPr>
          <a:xfrm>
            <a:off x="7246429" y="444246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9" name="body-4-1-word-6">
            <a:extLst>
              <a:ext uri="{FF2B5EF4-FFF2-40B4-BE49-F238E27FC236}">
                <ns2:creationId id="{7CC6015E-FCE2-4D00-8850-E72A661E8463}"/>
              </a:ext>
            </a:extLst>
          </p:cNvPr>
          <p:cNvSpPr>
            <a:spLocks noGrp="1"/>
          </p:cNvSpPr>
          <p:nvPr/>
        </p:nvSpPr>
        <p:spPr>
          <a:xfrm>
            <a:off x="6117526" y="4442460"/>
            <a:ext cx="106861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‏לרס״רית.</a:t>
            </a:r>
          </a:p>
        </p:txBody>
      </p:sp>
      <p:sp>
        <p:nvSpPr>
          <p:cNvPr id="70" name="body-4-1-word-7">
            <a:extLst>
              <a:ext uri="{FF2B5EF4-FFF2-40B4-BE49-F238E27FC236}">
                <ns2:creationId id="{ABB50993-F571-4E32-9780-C5ED05BA1ABB}"/>
              </a:ext>
            </a:extLst>
          </p:cNvPr>
          <p:cNvSpPr>
            <a:spLocks noGrp="1"/>
          </p:cNvSpPr>
          <p:nvPr/>
        </p:nvSpPr>
        <p:spPr>
          <a:xfrm>
            <a:off x="5696712" y="4442460"/>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71" name="body-4-1-word-8">
            <a:extLst>
              <a:ext uri="{FF2B5EF4-FFF2-40B4-BE49-F238E27FC236}">
                <ns2:creationId id="{06489B29-22CB-42CE-AB3A-1EFC41E02637}"/>
              </a:ext>
            </a:extLst>
          </p:cNvPr>
          <p:cNvSpPr>
            <a:spLocks noGrp="1"/>
          </p:cNvSpPr>
          <p:nvPr/>
        </p:nvSpPr>
        <p:spPr>
          <a:xfrm>
            <a:off x="4938522" y="4442460"/>
            <a:ext cx="6978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‏נדרש,</a:t>
            </a:r>
          </a:p>
        </p:txBody>
      </p:sp>
      <p:sp>
        <p:nvSpPr>
          <p:cNvPr id="72" name="body-4-1-word-9">
            <a:extLst>
              <a:ext uri="{FF2B5EF4-FFF2-40B4-BE49-F238E27FC236}">
                <ns2:creationId id="{109ACAAE-120B-407C-823E-E54B58B6CF21}"/>
              </a:ext>
            </a:extLst>
          </p:cNvPr>
          <p:cNvSpPr>
            <a:spLocks noGrp="1"/>
          </p:cNvSpPr>
          <p:nvPr/>
        </p:nvSpPr>
        <p:spPr>
          <a:xfrm>
            <a:off x="4506563" y="4442460"/>
            <a:ext cx="3716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‏הם</a:t>
            </a:r>
          </a:p>
        </p:txBody>
      </p:sp>
      <p:sp>
        <p:nvSpPr>
          <p:cNvPr id="73" name="body-4-1-word-10">
            <a:extLst>
              <a:ext uri="{FF2B5EF4-FFF2-40B4-BE49-F238E27FC236}">
                <ns2:creationId id="{06B45367-F383-493D-86CD-BB63730181B9}"/>
              </a:ext>
            </a:extLst>
          </p:cNvPr>
          <p:cNvSpPr>
            <a:spLocks noGrp="1"/>
          </p:cNvSpPr>
          <p:nvPr/>
        </p:nvSpPr>
        <p:spPr>
          <a:xfrm>
            <a:off x="3558445" y="4442460"/>
            <a:ext cx="8878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‏מבררים</a:t>
            </a:r>
          </a:p>
        </p:txBody>
      </p:sp>
      <p:sp>
        <p:nvSpPr>
          <p:cNvPr id="74" name="body-4-1-word-11">
            <a:extLst>
              <a:ext uri="{FF2B5EF4-FFF2-40B4-BE49-F238E27FC236}">
                <ns2:creationId id="{256908A0-C64E-492B-9B95-521CC237ECC7}"/>
              </a:ext>
            </a:extLst>
          </p:cNvPr>
          <p:cNvSpPr>
            <a:spLocks noGrp="1"/>
          </p:cNvSpPr>
          <p:nvPr/>
        </p:nvSpPr>
        <p:spPr>
          <a:xfrm>
            <a:off x="3147250" y="4442460"/>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75" name="body-4-1-word-12">
            <a:extLst>
              <a:ext uri="{FF2B5EF4-FFF2-40B4-BE49-F238E27FC236}">
                <ns2:creationId id="{5E46E626-4889-4A76-9F03-DE9BD8A99621}"/>
              </a:ext>
            </a:extLst>
          </p:cNvPr>
          <p:cNvSpPr>
            <a:spLocks noGrp="1"/>
          </p:cNvSpPr>
          <p:nvPr/>
        </p:nvSpPr>
        <p:spPr>
          <a:xfrm>
            <a:off x="2644521" y="4442460"/>
            <a:ext cx="4424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‏ענף</a:t>
            </a:r>
          </a:p>
        </p:txBody>
      </p:sp>
      <p:sp>
        <p:nvSpPr>
          <p:cNvPr id="76" name="body-4-1-word-13">
            <a:extLst>
              <a:ext uri="{FF2B5EF4-FFF2-40B4-BE49-F238E27FC236}">
                <ns2:creationId id="{2706B272-BD8B-42E6-A2FA-44C99B2F2548}"/>
              </a:ext>
            </a:extLst>
          </p:cNvPr>
          <p:cNvSpPr>
            <a:spLocks noGrp="1"/>
          </p:cNvSpPr>
          <p:nvPr/>
        </p:nvSpPr>
        <p:spPr>
          <a:xfrm>
            <a:off x="1699355" y="4442460"/>
            <a:ext cx="8848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‏המשטר</a:t>
            </a:r>
          </a:p>
        </p:txBody>
      </p:sp>
      <p:sp>
        <p:nvSpPr>
          <p:cNvPr id="77" name="body-4-2-word-0">
            <a:extLst>
              <a:ext uri="{FF2B5EF4-FFF2-40B4-BE49-F238E27FC236}">
                <ns2:creationId id="{CBA2A891-A122-4CB7-A651-6CCA8EB1ADEB}"/>
              </a:ext>
            </a:extLst>
          </p:cNvPr>
          <p:cNvSpPr>
            <a:spLocks noGrp="1"/>
          </p:cNvSpPr>
          <p:nvPr/>
        </p:nvSpPr>
        <p:spPr>
          <a:xfrm>
            <a:off x="10221849" y="4793933"/>
            <a:ext cx="12272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‏והמשמעת.</a:t>
            </a:r>
          </a:p>
        </p:txBody>
      </p:sp>
      <p:sp>
        <p:nvSpPr>
          <p:cNvPr id="78" name="sources-word-0">
            <a:extLst>
              <a:ext uri="{FF2B5EF4-FFF2-40B4-BE49-F238E27FC236}">
                <ns2:creationId id="{8A89530D-2435-4744-9E03-31BAA125CEFD}"/>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9" name="sources-word-1">
            <a:extLst>
              <a:ext uri="{FF2B5EF4-FFF2-40B4-BE49-F238E27FC236}">
                <ns2:creationId id="{C6C85652-F53F-4B63-A2EF-B49DF622424A}"/>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0" name="sources-word-2">
            <a:extLst>
              <a:ext uri="{FF2B5EF4-FFF2-40B4-BE49-F238E27FC236}">
                <ns2:creationId id="{C282279E-0451-4FD9-B9B1-328152CFFB78}"/>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1" name="sources-word-3">
            <a:extLst>
              <a:ext uri="{FF2B5EF4-FFF2-40B4-BE49-F238E27FC236}">
                <ns2:creationId id="{EBDC6FA4-22AE-4FF1-BBD9-C8D54CC68781}"/>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2" name="sources-word-4">
            <a:extLst>
              <a:ext uri="{FF2B5EF4-FFF2-40B4-BE49-F238E27FC236}">
                <ns2:creationId id="{273A2F92-19FF-4B98-87EA-E50B9FD24CDB}"/>
              </a:ext>
            </a:extLst>
          </p:cNvPr>
          <p:cNvSpPr>
            <a:spLocks noGrp="1"/>
          </p:cNvSpPr>
          <p:nvPr/>
        </p:nvSpPr>
        <p:spPr>
          <a:xfrm>
            <a:off x="9547955"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83" name="sources-word-5">
            <a:extLst>
              <a:ext uri="{FF2B5EF4-FFF2-40B4-BE49-F238E27FC236}">
                <ns2:creationId id="{370FF594-28E4-4001-9C96-6349FFBB7372}"/>
              </a:ext>
            </a:extLst>
          </p:cNvPr>
          <p:cNvSpPr>
            <a:spLocks noGrp="1"/>
          </p:cNvSpPr>
          <p:nvPr/>
        </p:nvSpPr>
        <p:spPr>
          <a:xfrm>
            <a:off x="9136951"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84" name="sources-word-6">
            <a:extLst>
              <a:ext uri="{FF2B5EF4-FFF2-40B4-BE49-F238E27FC236}">
                <ns2:creationId id="{891370F1-1B6A-4A6E-9DA7-FD787D6CE1B9}"/>
              </a:ext>
            </a:extLst>
          </p:cNvPr>
          <p:cNvSpPr>
            <a:spLocks noGrp="1"/>
          </p:cNvSpPr>
          <p:nvPr/>
        </p:nvSpPr>
        <p:spPr>
          <a:xfrm>
            <a:off x="8531542"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85" name="sources-word-7">
            <a:extLst>
              <a:ext uri="{FF2B5EF4-FFF2-40B4-BE49-F238E27FC236}">
                <ns2:creationId id="{DFE274EC-B2F3-45CB-8EA8-248C083D808D}"/>
              </a:ext>
            </a:extLst>
          </p:cNvPr>
          <p:cNvSpPr>
            <a:spLocks noGrp="1"/>
          </p:cNvSpPr>
          <p:nvPr/>
        </p:nvSpPr>
        <p:spPr>
          <a:xfrm>
            <a:off x="8203025"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86" name="page">
            <a:extLst>
              <a:ext uri="{FF2B5EF4-FFF2-40B4-BE49-F238E27FC236}">
                <ns2:creationId id="{44E41900-C82C-4078-8ADC-66336395F8F1}"/>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22 / 35</a:t>
            </a:r>
          </a:p>
        </p:txBody>
      </p:sp>
      <p:sp>
        <p:nvSpPr>
          <p:cNvPr id="87" name="timing-word-0">
            <a:extLst>
              <a:ext uri="{FF2B5EF4-FFF2-40B4-BE49-F238E27FC236}">
                <ns2:creationId id="{9CCD63AD-6221-4DD6-81A3-FE5D0AFC7793}"/>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‏18:15</a:t>
            </a:r>
          </a:p>
        </p:txBody>
      </p:sp>
      <p:sp>
        <p:nvSpPr>
          <p:cNvPr id="88" name="timing-word-1">
            <a:extLst>
              <a:ext uri="{FF2B5EF4-FFF2-40B4-BE49-F238E27FC236}">
                <ns2:creationId id="{291CD5DF-39CF-430E-8F8B-370ADA7BFE36}"/>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9" name="timing-word-2">
            <a:extLst>
              <a:ext uri="{FF2B5EF4-FFF2-40B4-BE49-F238E27FC236}">
                <ns2:creationId id="{5EFFC70B-5423-4010-9046-94B2120AAA7C}"/>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‏19:00</a:t>
            </a:r>
          </a:p>
        </p:txBody>
      </p:sp>
      <p:sp>
        <p:nvSpPr>
          <p:cNvPr id="90" name="timing-word-3">
            <a:extLst>
              <a:ext uri="{FF2B5EF4-FFF2-40B4-BE49-F238E27FC236}">
                <ns2:creationId id="{0F515621-8066-4EBB-8D01-1C3FCDD340F6}"/>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91" name="timing-word-4">
            <a:extLst>
              <a:ext uri="{FF2B5EF4-FFF2-40B4-BE49-F238E27FC236}">
                <ns2:creationId id="{907D67B6-1D6F-4576-8318-E5091C972463}"/>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893233187"/>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5" name="title-word-0">
            <a:extLst>
              <a:ext uri="{FF2B5EF4-FFF2-40B4-BE49-F238E27FC236}">
                <ns2:creationId id="{60F6A523-61B4-428C-8421-FA3AB6C95939}"/>
              </a:ext>
            </a:extLst>
          </p:cNvPr>
          <p:cNvSpPr>
            <a:spLocks noGrp="1"/>
          </p:cNvSpPr>
          <p:nvPr/>
        </p:nvSpPr>
        <p:spPr>
          <a:xfrm>
            <a:off x="10099738" y="571500"/>
            <a:ext cx="1349312"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‏אוזניות,</a:t>
            </a:r>
          </a:p>
        </p:txBody>
      </p:sp>
      <p:sp>
        <p:nvSpPr>
          <p:cNvPr id="2" name="title-word-1">
            <a:extLst>
              <a:ext uri="{FF2B5EF4-FFF2-40B4-BE49-F238E27FC236}">
                <ns2:creationId id="{19B48DC2-8B1D-4643-BA9B-4C03F37A9DCF}"/>
              </a:ext>
            </a:extLst>
          </p:cNvPr>
          <p:cNvSpPr>
            <a:spLocks noGrp="1"/>
          </p:cNvSpPr>
          <p:nvPr/>
        </p:nvSpPr>
        <p:spPr>
          <a:xfrm>
            <a:off x="8809863" y="571500"/>
            <a:ext cx="119253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‏משקפי</a:t>
            </a:r>
          </a:p>
        </p:txBody>
      </p:sp>
      <p:sp>
        <p:nvSpPr>
          <p:cNvPr id="3" name="title-word-2">
            <a:extLst>
              <a:ext uri="{FF2B5EF4-FFF2-40B4-BE49-F238E27FC236}">
                <ns2:creationId id="{523E2489-0927-42BC-9954-02CD08D3D067}"/>
              </a:ext>
            </a:extLst>
          </p:cNvPr>
          <p:cNvSpPr>
            <a:spLocks noGrp="1"/>
          </p:cNvSpPr>
          <p:nvPr/>
        </p:nvSpPr>
        <p:spPr>
          <a:xfrm>
            <a:off x="7820787" y="571500"/>
            <a:ext cx="89173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‏שמש</a:t>
            </a:r>
          </a:p>
        </p:txBody>
      </p:sp>
      <p:sp>
        <p:nvSpPr>
          <p:cNvPr id="4" name="title-word-3">
            <a:extLst>
              <a:ext uri="{FF2B5EF4-FFF2-40B4-BE49-F238E27FC236}">
                <ns2:creationId id="{3146CFEA-C6AF-4164-8A2C-7A19747700FA}"/>
              </a:ext>
            </a:extLst>
          </p:cNvPr>
          <p:cNvSpPr>
            <a:spLocks noGrp="1"/>
          </p:cNvSpPr>
          <p:nvPr/>
        </p:nvSpPr>
        <p:spPr>
          <a:xfrm>
            <a:off x="6456426" y="571500"/>
            <a:ext cx="126701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‏ודסקית</a:t>
            </a:r>
          </a:p>
        </p:txBody>
      </p:sp>
      <p:sp>
        <p:nvSpPr>
          <p:cNvPr id="5" name="body-1-1-word-0">
            <a:extLst>
              <a:ext uri="{FF2B5EF4-FFF2-40B4-BE49-F238E27FC236}">
                <ns2:creationId id="{62722015-4217-424C-ACE6-D2DAE61F53D9}"/>
              </a:ext>
            </a:extLst>
          </p:cNvPr>
          <p:cNvSpPr>
            <a:spLocks noGrp="1"/>
          </p:cNvSpPr>
          <p:nvPr/>
        </p:nvSpPr>
        <p:spPr>
          <a:xfrm>
            <a:off x="10587514" y="1762125"/>
            <a:ext cx="8615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‏בתנועה</a:t>
            </a:r>
          </a:p>
        </p:txBody>
      </p:sp>
      <p:sp>
        <p:nvSpPr>
          <p:cNvPr id="6" name="body-1-1-word-1">
            <a:extLst>
              <a:ext uri="{FF2B5EF4-FFF2-40B4-BE49-F238E27FC236}">
                <ns2:creationId id="{B57EBA0B-3A06-46B9-BD44-95DDD7590C69}"/>
              </a:ext>
            </a:extLst>
          </p:cNvPr>
          <p:cNvSpPr>
            <a:spLocks noGrp="1"/>
          </p:cNvSpPr>
          <p:nvPr/>
        </p:nvSpPr>
        <p:spPr>
          <a:xfrm>
            <a:off x="9852755" y="1762125"/>
            <a:ext cx="6744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‏רגלית</a:t>
            </a:r>
          </a:p>
        </p:txBody>
      </p:sp>
      <p:sp>
        <p:nvSpPr>
          <p:cNvPr id="7" name="body-1-1-word-2">
            <a:extLst>
              <a:ext uri="{FF2B5EF4-FFF2-40B4-BE49-F238E27FC236}">
                <ns2:creationId id="{C72E3F66-AC8B-4632-9648-764897F8A3A0}"/>
              </a:ext>
            </a:extLst>
          </p:cNvPr>
          <p:cNvSpPr>
            <a:spLocks noGrp="1"/>
          </p:cNvSpPr>
          <p:nvPr/>
        </p:nvSpPr>
        <p:spPr>
          <a:xfrm>
            <a:off x="9050465" y="1762125"/>
            <a:ext cx="7419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‏במדים</a:t>
            </a:r>
          </a:p>
        </p:txBody>
      </p:sp>
      <p:sp>
        <p:nvSpPr>
          <p:cNvPr id="8" name="body-1-1-word-3">
            <a:extLst>
              <a:ext uri="{FF2B5EF4-FFF2-40B4-BE49-F238E27FC236}">
                <ns2:creationId id="{6EA58585-1127-4E89-8685-CE4B5ACE0B0D}"/>
              </a:ext>
            </a:extLst>
          </p:cNvPr>
          <p:cNvSpPr>
            <a:spLocks noGrp="1"/>
          </p:cNvSpPr>
          <p:nvPr/>
        </p:nvSpPr>
        <p:spPr>
          <a:xfrm>
            <a:off x="8659844" y="1762125"/>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9" name="body-1-1-word-4">
            <a:extLst>
              <a:ext uri="{FF2B5EF4-FFF2-40B4-BE49-F238E27FC236}">
                <ns2:creationId id="{56CE4C44-7BBD-441E-939A-D0B7B54126F8}"/>
              </a:ext>
            </a:extLst>
          </p:cNvPr>
          <p:cNvSpPr>
            <a:spLocks noGrp="1"/>
          </p:cNvSpPr>
          <p:nvPr/>
        </p:nvSpPr>
        <p:spPr>
          <a:xfrm>
            <a:off x="7514463" y="1762125"/>
            <a:ext cx="108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‏להשתמש</a:t>
            </a:r>
          </a:p>
        </p:txBody>
      </p:sp>
      <p:sp>
        <p:nvSpPr>
          <p:cNvPr id="10" name="body-1-1-word-5">
            <a:extLst>
              <a:ext uri="{FF2B5EF4-FFF2-40B4-BE49-F238E27FC236}">
                <ns2:creationId id="{F710303A-FFA0-4BAB-BC6A-474F384F451C}"/>
              </a:ext>
            </a:extLst>
          </p:cNvPr>
          <p:cNvSpPr>
            <a:spLocks noGrp="1"/>
          </p:cNvSpPr>
          <p:nvPr/>
        </p:nvSpPr>
        <p:spPr>
          <a:xfrm>
            <a:off x="6504813" y="1762125"/>
            <a:ext cx="9493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‏באוזניות</a:t>
            </a:r>
          </a:p>
        </p:txBody>
      </p:sp>
      <p:sp>
        <p:nvSpPr>
          <p:cNvPr id="11" name="body-1-1-word-6">
            <a:extLst>
              <a:ext uri="{FF2B5EF4-FFF2-40B4-BE49-F238E27FC236}">
                <ns2:creationId id="{57461E16-F47F-4171-9440-CDB724D909AD}"/>
              </a:ext>
            </a:extLst>
          </p:cNvPr>
          <p:cNvSpPr>
            <a:spLocks noGrp="1"/>
          </p:cNvSpPr>
          <p:nvPr/>
        </p:nvSpPr>
        <p:spPr>
          <a:xfrm>
            <a:off x="5489353" y="1762125"/>
            <a:ext cx="9551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‏להאזנה.</a:t>
            </a:r>
          </a:p>
        </p:txBody>
      </p:sp>
      <p:sp>
        <p:nvSpPr>
          <p:cNvPr id="12" name="body-1-1-word-7">
            <a:extLst>
              <a:ext uri="{FF2B5EF4-FFF2-40B4-BE49-F238E27FC236}">
                <ns2:creationId id="{4A99392B-2636-4CE4-9432-4129AF31B42B}"/>
              </a:ext>
            </a:extLst>
          </p:cNvPr>
          <p:cNvSpPr>
            <a:spLocks noGrp="1"/>
          </p:cNvSpPr>
          <p:nvPr/>
        </p:nvSpPr>
        <p:spPr>
          <a:xfrm>
            <a:off x="4646200" y="1762125"/>
            <a:ext cx="7828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‏אוזנייה</a:t>
            </a:r>
          </a:p>
        </p:txBody>
      </p:sp>
      <p:sp>
        <p:nvSpPr>
          <p:cNvPr id="13" name="body-1-1-word-8">
            <a:extLst>
              <a:ext uri="{FF2B5EF4-FFF2-40B4-BE49-F238E27FC236}">
                <ns2:creationId id="{B06954FB-84E2-4937-B0D0-82AD14DF105D}"/>
              </a:ext>
            </a:extLst>
          </p:cNvPr>
          <p:cNvSpPr>
            <a:spLocks noGrp="1"/>
          </p:cNvSpPr>
          <p:nvPr/>
        </p:nvSpPr>
        <p:spPr>
          <a:xfrm>
            <a:off x="4041743" y="1762125"/>
            <a:ext cx="544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14" name="body-1-1-word-9">
            <a:extLst>
              <a:ext uri="{FF2B5EF4-FFF2-40B4-BE49-F238E27FC236}">
                <ns2:creationId id="{E483E5FC-BDA4-49F5-919B-AE9FA300FF6D}"/>
              </a:ext>
            </a:extLst>
          </p:cNvPr>
          <p:cNvSpPr>
            <a:spLocks noGrp="1"/>
          </p:cNvSpPr>
          <p:nvPr/>
        </p:nvSpPr>
        <p:spPr>
          <a:xfrm>
            <a:off x="3197924" y="1762125"/>
            <a:ext cx="7835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‏מותרת</a:t>
            </a:r>
          </a:p>
        </p:txBody>
      </p:sp>
      <p:sp>
        <p:nvSpPr>
          <p:cNvPr id="15" name="body-1-1-word-10">
            <a:extLst>
              <a:ext uri="{FF2B5EF4-FFF2-40B4-BE49-F238E27FC236}">
                <ns2:creationId id="{115E59C6-9C22-46A6-A562-99F9144383E2}"/>
              </a:ext>
            </a:extLst>
          </p:cNvPr>
          <p:cNvSpPr>
            <a:spLocks noGrp="1"/>
          </p:cNvSpPr>
          <p:nvPr/>
        </p:nvSpPr>
        <p:spPr>
          <a:xfrm>
            <a:off x="2478500" y="1762125"/>
            <a:ext cx="6591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‏לצורך</a:t>
            </a:r>
          </a:p>
        </p:txBody>
      </p:sp>
      <p:sp>
        <p:nvSpPr>
          <p:cNvPr id="16" name="body-1-1-word-11">
            <a:extLst>
              <a:ext uri="{FF2B5EF4-FFF2-40B4-BE49-F238E27FC236}">
                <ns2:creationId id="{30168D25-4758-4103-A20C-C641172932E9}"/>
              </a:ext>
            </a:extLst>
          </p:cNvPr>
          <p:cNvSpPr>
            <a:spLocks noGrp="1"/>
          </p:cNvSpPr>
          <p:nvPr/>
        </p:nvSpPr>
        <p:spPr>
          <a:xfrm>
            <a:off x="1766126" y="1762125"/>
            <a:ext cx="6520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‏שיחת</a:t>
            </a:r>
          </a:p>
        </p:txBody>
      </p:sp>
      <p:sp>
        <p:nvSpPr>
          <p:cNvPr id="17" name="body-1-1-word-12">
            <a:extLst>
              <a:ext uri="{FF2B5EF4-FFF2-40B4-BE49-F238E27FC236}">
                <ns2:creationId id="{041DFD20-12F5-4E85-9F74-D8CEA4C9C6CE}"/>
              </a:ext>
            </a:extLst>
          </p:cNvPr>
          <p:cNvSpPr>
            <a:spLocks noGrp="1"/>
          </p:cNvSpPr>
          <p:nvPr/>
        </p:nvSpPr>
        <p:spPr>
          <a:xfrm>
            <a:off x="1000030" y="1762125"/>
            <a:ext cx="7058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‏טלפון,</a:t>
            </a:r>
          </a:p>
        </p:txBody>
      </p:sp>
      <p:sp>
        <p:nvSpPr>
          <p:cNvPr id="18" name="body-1-2-word-0">
            <a:extLst>
              <a:ext uri="{FF2B5EF4-FFF2-40B4-BE49-F238E27FC236}">
                <ns2:creationId id="{D2F46BB2-7FBA-4C39-AF90-5B69B751B21F}"/>
              </a:ext>
            </a:extLst>
          </p:cNvPr>
          <p:cNvSpPr>
            <a:spLocks noGrp="1"/>
          </p:cNvSpPr>
          <p:nvPr/>
        </p:nvSpPr>
        <p:spPr>
          <a:xfrm>
            <a:off x="10745438" y="2113598"/>
            <a:ext cx="7036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‏בכפוף</a:t>
            </a:r>
          </a:p>
        </p:txBody>
      </p:sp>
      <p:sp>
        <p:nvSpPr>
          <p:cNvPr id="19" name="body-1-2-word-1">
            <a:extLst>
              <a:ext uri="{FF2B5EF4-FFF2-40B4-BE49-F238E27FC236}">
                <ns2:creationId id="{0931A350-69ED-49D6-BC01-B3287D4C2A59}"/>
              </a:ext>
            </a:extLst>
          </p:cNvPr>
          <p:cNvSpPr>
            <a:spLocks noGrp="1"/>
          </p:cNvSpPr>
          <p:nvPr/>
        </p:nvSpPr>
        <p:spPr>
          <a:xfrm>
            <a:off x="9781699" y="2113598"/>
            <a:ext cx="9034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‏לחריגים</a:t>
            </a:r>
          </a:p>
        </p:txBody>
      </p:sp>
      <p:sp>
        <p:nvSpPr>
          <p:cNvPr id="20" name="body-1-2-word-2">
            <a:extLst>
              <a:ext uri="{FF2B5EF4-FFF2-40B4-BE49-F238E27FC236}">
                <ns2:creationId id="{9DAB30D1-FB11-4D0F-A502-CFF0DB67CBC0}"/>
              </a:ext>
            </a:extLst>
          </p:cNvPr>
          <p:cNvSpPr>
            <a:spLocks noGrp="1"/>
          </p:cNvSpPr>
          <p:nvPr/>
        </p:nvSpPr>
        <p:spPr>
          <a:xfrm>
            <a:off x="8847868" y="2113598"/>
            <a:ext cx="8735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‏רפואיים</a:t>
            </a:r>
          </a:p>
        </p:txBody>
      </p:sp>
      <p:sp>
        <p:nvSpPr>
          <p:cNvPr id="21" name="body-1-2-word-3">
            <a:extLst>
              <a:ext uri="{FF2B5EF4-FFF2-40B4-BE49-F238E27FC236}">
                <ns2:creationId id="{045F8558-7CB5-4B3D-9300-B85D78A8ED0E}"/>
              </a:ext>
            </a:extLst>
          </p:cNvPr>
          <p:cNvSpPr>
            <a:spLocks noGrp="1"/>
          </p:cNvSpPr>
          <p:nvPr/>
        </p:nvSpPr>
        <p:spPr>
          <a:xfrm>
            <a:off x="8527637" y="211359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22" name="body-1-2-word-4">
            <a:extLst>
              <a:ext uri="{FF2B5EF4-FFF2-40B4-BE49-F238E27FC236}">
                <ns2:creationId id="{DD23E163-4E4F-47F1-8D14-0DC99C4818DB}"/>
              </a:ext>
            </a:extLst>
          </p:cNvPr>
          <p:cNvSpPr>
            <a:spLocks noGrp="1"/>
          </p:cNvSpPr>
          <p:nvPr/>
        </p:nvSpPr>
        <p:spPr>
          <a:xfrm>
            <a:off x="7414260" y="2113598"/>
            <a:ext cx="10530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‏תפקידיים</a:t>
            </a:r>
          </a:p>
        </p:txBody>
      </p:sp>
      <p:sp>
        <p:nvSpPr>
          <p:cNvPr id="23" name="body-1-2-word-5">
            <a:extLst>
              <a:ext uri="{FF2B5EF4-FFF2-40B4-BE49-F238E27FC236}">
                <ns2:creationId id="{6C69AABC-1982-4F4D-B184-AC14DFF95A95}"/>
              </a:ext>
            </a:extLst>
          </p:cNvPr>
          <p:cNvSpPr>
            <a:spLocks noGrp="1"/>
          </p:cNvSpPr>
          <p:nvPr/>
        </p:nvSpPr>
        <p:spPr>
          <a:xfrm>
            <a:off x="6401848" y="2113598"/>
            <a:ext cx="9521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‏שאושרו.</a:t>
            </a:r>
          </a:p>
        </p:txBody>
      </p:sp>
      <p:sp>
        <p:nvSpPr>
          <p:cNvPr id="24" name="body-2-1-word-0">
            <a:extLst>
              <a:ext uri="{FF2B5EF4-FFF2-40B4-BE49-F238E27FC236}">
                <ns2:creationId id="{3F8A427D-48F8-4D8E-9F42-1A0CBEE38A29}"/>
              </a:ext>
            </a:extLst>
          </p:cNvPr>
          <p:cNvSpPr>
            <a:spLocks noGrp="1"/>
          </p:cNvSpPr>
          <p:nvPr/>
        </p:nvSpPr>
        <p:spPr>
          <a:xfrm>
            <a:off x="10666571" y="2655570"/>
            <a:ext cx="7824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‏משקפי</a:t>
            </a:r>
          </a:p>
        </p:txBody>
      </p:sp>
      <p:sp>
        <p:nvSpPr>
          <p:cNvPr id="25" name="body-2-1-word-1">
            <a:extLst>
              <a:ext uri="{FF2B5EF4-FFF2-40B4-BE49-F238E27FC236}">
                <ns2:creationId id="{1B4F0AC2-FE9E-4FB3-B11F-FADE9FE90F92}"/>
              </a:ext>
            </a:extLst>
          </p:cNvPr>
          <p:cNvSpPr>
            <a:spLocks noGrp="1"/>
          </p:cNvSpPr>
          <p:nvPr/>
        </p:nvSpPr>
        <p:spPr>
          <a:xfrm>
            <a:off x="10009156" y="2655570"/>
            <a:ext cx="5971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‏שמש</a:t>
            </a:r>
          </a:p>
        </p:txBody>
      </p:sp>
      <p:sp>
        <p:nvSpPr>
          <p:cNvPr id="26" name="body-2-1-word-2">
            <a:extLst>
              <a:ext uri="{FF2B5EF4-FFF2-40B4-BE49-F238E27FC236}">
                <ns2:creationId id="{6A1AC39F-CA96-4D4C-8A06-7B55F358FD39}"/>
              </a:ext>
            </a:extLst>
          </p:cNvPr>
          <p:cNvSpPr>
            <a:spLocks noGrp="1"/>
          </p:cNvSpPr>
          <p:nvPr/>
        </p:nvSpPr>
        <p:spPr>
          <a:xfrm>
            <a:off x="9382125" y="2655570"/>
            <a:ext cx="5667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‏נועדו</a:t>
            </a:r>
          </a:p>
        </p:txBody>
      </p:sp>
      <p:sp>
        <p:nvSpPr>
          <p:cNvPr id="27" name="body-2-1-word-3">
            <a:extLst>
              <a:ext uri="{FF2B5EF4-FFF2-40B4-BE49-F238E27FC236}">
                <ns2:creationId id="{3486BE38-0F14-4F4F-8890-4740B2054EDD}"/>
              </a:ext>
            </a:extLst>
          </p:cNvPr>
          <p:cNvSpPr>
            <a:spLocks noGrp="1"/>
          </p:cNvSpPr>
          <p:nvPr/>
        </p:nvSpPr>
        <p:spPr>
          <a:xfrm>
            <a:off x="8602218" y="2655570"/>
            <a:ext cx="7196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‏להגנה</a:t>
            </a:r>
          </a:p>
        </p:txBody>
      </p:sp>
      <p:sp>
        <p:nvSpPr>
          <p:cNvPr id="28" name="body-2-1-word-4">
            <a:extLst>
              <a:ext uri="{FF2B5EF4-FFF2-40B4-BE49-F238E27FC236}">
                <ns2:creationId id="{54616A0E-EC10-44E6-821C-B42647176B7D}"/>
              </a:ext>
            </a:extLst>
          </p:cNvPr>
          <p:cNvSpPr>
            <a:spLocks noGrp="1"/>
          </p:cNvSpPr>
          <p:nvPr/>
        </p:nvSpPr>
        <p:spPr>
          <a:xfrm>
            <a:off x="7521607" y="2655570"/>
            <a:ext cx="102031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‏מהשמש.</a:t>
            </a:r>
          </a:p>
        </p:txBody>
      </p:sp>
      <p:sp>
        <p:nvSpPr>
          <p:cNvPr id="29" name="body-2-1-word-5">
            <a:extLst>
              <a:ext uri="{FF2B5EF4-FFF2-40B4-BE49-F238E27FC236}">
                <ns2:creationId id="{E67A04C0-1576-49CC-B65B-CA7E087FA94E}"/>
              </a:ext>
            </a:extLst>
          </p:cNvPr>
          <p:cNvSpPr>
            <a:spLocks noGrp="1"/>
          </p:cNvSpPr>
          <p:nvPr/>
        </p:nvSpPr>
        <p:spPr>
          <a:xfrm>
            <a:off x="6674167" y="2655570"/>
            <a:ext cx="7871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‏בשעות</a:t>
            </a:r>
          </a:p>
        </p:txBody>
      </p:sp>
      <p:sp>
        <p:nvSpPr>
          <p:cNvPr id="30" name="body-2-1-word-6">
            <a:extLst>
              <a:ext uri="{FF2B5EF4-FFF2-40B4-BE49-F238E27FC236}">
                <ns2:creationId id="{C1EA9A59-C110-479E-B8D3-C5C2EBF06363}"/>
              </a:ext>
            </a:extLst>
          </p:cNvPr>
          <p:cNvSpPr>
            <a:spLocks noGrp="1"/>
          </p:cNvSpPr>
          <p:nvPr/>
        </p:nvSpPr>
        <p:spPr>
          <a:xfrm>
            <a:off x="5649087" y="2655570"/>
            <a:ext cx="9647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‏הפעילות</a:t>
            </a:r>
          </a:p>
        </p:txBody>
      </p:sp>
      <p:sp>
        <p:nvSpPr>
          <p:cNvPr id="31" name="body-2-1-word-7">
            <a:extLst>
              <a:ext uri="{FF2B5EF4-FFF2-40B4-BE49-F238E27FC236}">
                <ns2:creationId id="{1993F8DE-421F-46DE-922B-AD2EB55824A0}"/>
              </a:ext>
            </a:extLst>
          </p:cNvPr>
          <p:cNvSpPr>
            <a:spLocks noGrp="1"/>
          </p:cNvSpPr>
          <p:nvPr/>
        </p:nvSpPr>
        <p:spPr>
          <a:xfrm>
            <a:off x="5258467" y="2655570"/>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32" name="body-2-1-word-8">
            <a:extLst>
              <a:ext uri="{FF2B5EF4-FFF2-40B4-BE49-F238E27FC236}">
                <ns2:creationId id="{DAE2AD16-AA26-46AC-8B4B-823C31033E6D}"/>
              </a:ext>
            </a:extLst>
          </p:cNvPr>
          <p:cNvSpPr>
            <a:spLocks noGrp="1"/>
          </p:cNvSpPr>
          <p:nvPr/>
        </p:nvSpPr>
        <p:spPr>
          <a:xfrm>
            <a:off x="4191667" y="2655570"/>
            <a:ext cx="10065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‏להרכיבם</a:t>
            </a:r>
          </a:p>
        </p:txBody>
      </p:sp>
      <p:sp>
        <p:nvSpPr>
          <p:cNvPr id="33" name="body-2-1-word-9">
            <a:extLst>
              <a:ext uri="{FF2B5EF4-FFF2-40B4-BE49-F238E27FC236}">
                <ns2:creationId id="{368BA09B-1521-4333-B4AF-78AE807F0963}"/>
              </a:ext>
            </a:extLst>
          </p:cNvPr>
          <p:cNvSpPr>
            <a:spLocks noGrp="1"/>
          </p:cNvSpPr>
          <p:nvPr/>
        </p:nvSpPr>
        <p:spPr>
          <a:xfrm>
            <a:off x="3377565" y="2655570"/>
            <a:ext cx="7538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‏במקום</a:t>
            </a:r>
          </a:p>
        </p:txBody>
      </p:sp>
      <p:sp>
        <p:nvSpPr>
          <p:cNvPr id="34" name="body-2-1-word-10">
            <a:extLst>
              <a:ext uri="{FF2B5EF4-FFF2-40B4-BE49-F238E27FC236}">
                <ns2:creationId id="{3507AD1B-1EA0-49CF-A6CC-2EA43BA531C0}"/>
              </a:ext>
            </a:extLst>
          </p:cNvPr>
          <p:cNvSpPr>
            <a:spLocks noGrp="1"/>
          </p:cNvSpPr>
          <p:nvPr/>
        </p:nvSpPr>
        <p:spPr>
          <a:xfrm>
            <a:off x="2571845" y="2655570"/>
            <a:ext cx="7454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‏מקורה</a:t>
            </a:r>
          </a:p>
        </p:txBody>
      </p:sp>
      <p:sp>
        <p:nvSpPr>
          <p:cNvPr id="35" name="body-2-1-word-11">
            <a:extLst>
              <a:ext uri="{FF2B5EF4-FFF2-40B4-BE49-F238E27FC236}">
                <ns2:creationId id="{367B8B7A-9255-455C-96E3-9FAB44E1EDFD}"/>
              </a:ext>
            </a:extLst>
          </p:cNvPr>
          <p:cNvSpPr>
            <a:spLocks noGrp="1"/>
          </p:cNvSpPr>
          <p:nvPr/>
        </p:nvSpPr>
        <p:spPr>
          <a:xfrm>
            <a:off x="2057590" y="2655570"/>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36" name="body-2-1-word-12">
            <a:extLst>
              <a:ext uri="{FF2B5EF4-FFF2-40B4-BE49-F238E27FC236}">
                <ns2:creationId id="{B4B01C3E-8392-4ECA-A6EF-A443FBDDFE5A}"/>
              </a:ext>
            </a:extLst>
          </p:cNvPr>
          <p:cNvSpPr>
            <a:spLocks noGrp="1"/>
          </p:cNvSpPr>
          <p:nvPr/>
        </p:nvSpPr>
        <p:spPr>
          <a:xfrm>
            <a:off x="1391126" y="2655570"/>
            <a:ext cx="6061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‏צורך.</a:t>
            </a:r>
          </a:p>
        </p:txBody>
      </p:sp>
      <p:sp>
        <p:nvSpPr>
          <p:cNvPr id="37" name="body-2-2-word-0">
            <a:extLst>
              <a:ext uri="{FF2B5EF4-FFF2-40B4-BE49-F238E27FC236}">
                <ns2:creationId id="{BD4B2D3D-3217-4531-8289-12D6987E5ACC}"/>
              </a:ext>
            </a:extLst>
          </p:cNvPr>
          <p:cNvSpPr>
            <a:spLocks noGrp="1"/>
          </p:cNvSpPr>
          <p:nvPr/>
        </p:nvSpPr>
        <p:spPr>
          <a:xfrm>
            <a:off x="10790206" y="3007043"/>
            <a:ext cx="6588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‏מפקד</a:t>
            </a:r>
          </a:p>
        </p:txBody>
      </p:sp>
      <p:sp>
        <p:nvSpPr>
          <p:cNvPr id="38" name="body-2-2-word-1">
            <a:extLst>
              <a:ext uri="{FF2B5EF4-FFF2-40B4-BE49-F238E27FC236}">
                <ns2:creationId id="{401B0BB7-8FBD-4A3E-AA0F-A27E38E1CAE9}"/>
              </a:ext>
            </a:extLst>
          </p:cNvPr>
          <p:cNvSpPr>
            <a:spLocks noGrp="1"/>
          </p:cNvSpPr>
          <p:nvPr/>
        </p:nvSpPr>
        <p:spPr>
          <a:xfrm>
            <a:off x="9977723" y="3007043"/>
            <a:ext cx="7521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‏מוסמך</a:t>
            </a:r>
          </a:p>
        </p:txBody>
      </p:sp>
      <p:sp>
        <p:nvSpPr>
          <p:cNvPr id="39" name="body-2-2-word-2">
            <a:extLst>
              <a:ext uri="{FF2B5EF4-FFF2-40B4-BE49-F238E27FC236}">
                <ns2:creationId id="{74CDBB12-88AD-4EAE-B42E-7C0F6BE5338C}"/>
              </a:ext>
            </a:extLst>
          </p:cNvPr>
          <p:cNvSpPr>
            <a:spLocks noGrp="1"/>
          </p:cNvSpPr>
          <p:nvPr/>
        </p:nvSpPr>
        <p:spPr>
          <a:xfrm>
            <a:off x="9313545" y="3007043"/>
            <a:ext cx="6038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‏רשאי</a:t>
            </a:r>
          </a:p>
        </p:txBody>
      </p:sp>
      <p:sp>
        <p:nvSpPr>
          <p:cNvPr id="40" name="body-2-2-word-3">
            <a:extLst>
              <a:ext uri="{FF2B5EF4-FFF2-40B4-BE49-F238E27FC236}">
                <ns2:creationId id="{7DA3B446-D92A-4291-8ECE-BFE7642B9F4A}"/>
              </a:ext>
            </a:extLst>
          </p:cNvPr>
          <p:cNvSpPr>
            <a:spLocks noGrp="1"/>
          </p:cNvSpPr>
          <p:nvPr/>
        </p:nvSpPr>
        <p:spPr>
          <a:xfrm>
            <a:off x="8277701" y="3007043"/>
            <a:ext cx="97555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‏להגבילם</a:t>
            </a:r>
          </a:p>
        </p:txBody>
      </p:sp>
      <p:sp>
        <p:nvSpPr>
          <p:cNvPr id="41" name="body-2-2-word-4">
            <a:extLst>
              <a:ext uri="{FF2B5EF4-FFF2-40B4-BE49-F238E27FC236}">
                <ns2:creationId id="{7E696D27-B2F1-48D7-B665-6801767CFCED}"/>
              </a:ext>
            </a:extLst>
          </p:cNvPr>
          <p:cNvSpPr>
            <a:spLocks noGrp="1"/>
          </p:cNvSpPr>
          <p:nvPr/>
        </p:nvSpPr>
        <p:spPr>
          <a:xfrm>
            <a:off x="7455027" y="3007043"/>
            <a:ext cx="7623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‏מטעמי</a:t>
            </a:r>
          </a:p>
        </p:txBody>
      </p:sp>
      <p:sp>
        <p:nvSpPr>
          <p:cNvPr id="42" name="body-2-2-word-5">
            <a:extLst>
              <a:ext uri="{FF2B5EF4-FFF2-40B4-BE49-F238E27FC236}">
                <ns2:creationId id="{040A0FEE-9DBF-4D8D-B48F-D5691D9D7323}"/>
              </a:ext>
            </a:extLst>
          </p:cNvPr>
          <p:cNvSpPr>
            <a:spLocks noGrp="1"/>
          </p:cNvSpPr>
          <p:nvPr/>
        </p:nvSpPr>
        <p:spPr>
          <a:xfrm>
            <a:off x="6467761" y="3007043"/>
            <a:ext cx="9269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‏בטיחות,</a:t>
            </a:r>
          </a:p>
        </p:txBody>
      </p:sp>
      <p:sp>
        <p:nvSpPr>
          <p:cNvPr id="43" name="body-2-2-word-6">
            <a:extLst>
              <a:ext uri="{FF2B5EF4-FFF2-40B4-BE49-F238E27FC236}">
                <ns2:creationId id="{B80F6BEC-78E6-43D1-9CED-5E7D93712E78}"/>
              </a:ext>
            </a:extLst>
          </p:cNvPr>
          <p:cNvSpPr>
            <a:spLocks noGrp="1"/>
          </p:cNvSpPr>
          <p:nvPr/>
        </p:nvSpPr>
        <p:spPr>
          <a:xfrm>
            <a:off x="5522786" y="3007043"/>
            <a:ext cx="8846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‏מבצעים</a:t>
            </a:r>
          </a:p>
        </p:txBody>
      </p:sp>
      <p:sp>
        <p:nvSpPr>
          <p:cNvPr id="44" name="body-2-2-word-7">
            <a:extLst>
              <a:ext uri="{FF2B5EF4-FFF2-40B4-BE49-F238E27FC236}">
                <ns2:creationId id="{39E99517-6478-408E-B255-BEFB981968B0}"/>
              </a:ext>
            </a:extLst>
          </p:cNvPr>
          <p:cNvSpPr>
            <a:spLocks noGrp="1"/>
          </p:cNvSpPr>
          <p:nvPr/>
        </p:nvSpPr>
        <p:spPr>
          <a:xfrm>
            <a:off x="5202555" y="30070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5" name="body-2-2-word-8">
            <a:extLst>
              <a:ext uri="{FF2B5EF4-FFF2-40B4-BE49-F238E27FC236}">
                <ns2:creationId id="{0A4F60FA-5F86-4B83-8BC3-2A0C0062F4BC}"/>
              </a:ext>
            </a:extLst>
          </p:cNvPr>
          <p:cNvSpPr>
            <a:spLocks noGrp="1"/>
          </p:cNvSpPr>
          <p:nvPr/>
        </p:nvSpPr>
        <p:spPr>
          <a:xfrm>
            <a:off x="4544568" y="3007043"/>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‏טקס.</a:t>
            </a:r>
          </a:p>
        </p:txBody>
      </p:sp>
      <p:sp>
        <p:nvSpPr>
          <p:cNvPr id="46" name="body-3-1-word-0">
            <a:extLst>
              <a:ext uri="{FF2B5EF4-FFF2-40B4-BE49-F238E27FC236}">
                <ns2:creationId id="{145D93C8-9F15-4030-9078-AE79250D0430}"/>
              </a:ext>
            </a:extLst>
          </p:cNvPr>
          <p:cNvSpPr>
            <a:spLocks noGrp="1"/>
          </p:cNvSpPr>
          <p:nvPr/>
        </p:nvSpPr>
        <p:spPr>
          <a:xfrm>
            <a:off x="10700004" y="3549015"/>
            <a:ext cx="7490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‏דסקית</a:t>
            </a:r>
          </a:p>
        </p:txBody>
      </p:sp>
      <p:sp>
        <p:nvSpPr>
          <p:cNvPr id="47" name="body-3-1-word-1">
            <a:extLst>
              <a:ext uri="{FF2B5EF4-FFF2-40B4-BE49-F238E27FC236}">
                <ns2:creationId id="{CEC5B49F-87FB-4986-BED0-E508A62B517C}"/>
              </a:ext>
            </a:extLst>
          </p:cNvPr>
          <p:cNvSpPr>
            <a:spLocks noGrp="1"/>
          </p:cNvSpPr>
          <p:nvPr/>
        </p:nvSpPr>
        <p:spPr>
          <a:xfrm>
            <a:off x="9855041" y="3549015"/>
            <a:ext cx="7846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‏הצוואר</a:t>
            </a:r>
          </a:p>
        </p:txBody>
      </p:sp>
      <p:sp>
        <p:nvSpPr>
          <p:cNvPr id="48" name="body-3-1-word-2">
            <a:extLst>
              <a:ext uri="{FF2B5EF4-FFF2-40B4-BE49-F238E27FC236}">
                <ns2:creationId id="{25607075-6B9A-4203-9AB3-7EB31837B078}"/>
              </a:ext>
            </a:extLst>
          </p:cNvPr>
          <p:cNvSpPr>
            <a:spLocks noGrp="1"/>
          </p:cNvSpPr>
          <p:nvPr/>
        </p:nvSpPr>
        <p:spPr>
          <a:xfrm>
            <a:off x="8847106" y="3549015"/>
            <a:ext cx="9476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‏מוסתרת</a:t>
            </a:r>
          </a:p>
        </p:txBody>
      </p:sp>
      <p:sp>
        <p:nvSpPr>
          <p:cNvPr id="49" name="body-3-1-word-3">
            <a:extLst>
              <a:ext uri="{FF2B5EF4-FFF2-40B4-BE49-F238E27FC236}">
                <ns2:creationId id="{7E612140-9195-4CF2-8D90-DBE596D09C1B}"/>
              </a:ext>
            </a:extLst>
          </p:cNvPr>
          <p:cNvSpPr>
            <a:spLocks noGrp="1"/>
          </p:cNvSpPr>
          <p:nvPr/>
        </p:nvSpPr>
        <p:spPr>
          <a:xfrm>
            <a:off x="8048149" y="3549015"/>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50" name="body-3-1-word-4">
            <a:extLst>
              <a:ext uri="{FF2B5EF4-FFF2-40B4-BE49-F238E27FC236}">
                <ns2:creationId id="{3DEDC761-FF71-43D1-B2CB-F4300B4FC5CC}"/>
              </a:ext>
            </a:extLst>
          </p:cNvPr>
          <p:cNvSpPr>
            <a:spLocks noGrp="1"/>
          </p:cNvSpPr>
          <p:nvPr/>
        </p:nvSpPr>
        <p:spPr>
          <a:xfrm>
            <a:off x="7065074" y="3549015"/>
            <a:ext cx="9227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‏לחולצה.</a:t>
            </a:r>
          </a:p>
        </p:txBody>
      </p:sp>
      <p:sp>
        <p:nvSpPr>
          <p:cNvPr id="51" name="body-3-1-word-5">
            <a:extLst>
              <a:ext uri="{FF2B5EF4-FFF2-40B4-BE49-F238E27FC236}">
                <ns2:creationId id="{D17E5347-3F5A-405D-868F-D18D0918BB45}"/>
              </a:ext>
            </a:extLst>
          </p:cNvPr>
          <p:cNvSpPr>
            <a:spLocks noGrp="1"/>
          </p:cNvSpPr>
          <p:nvPr/>
        </p:nvSpPr>
        <p:spPr>
          <a:xfrm>
            <a:off x="6733985" y="3549015"/>
            <a:ext cx="2707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a:t>
            </a:r>
          </a:p>
        </p:txBody>
      </p:sp>
      <p:sp>
        <p:nvSpPr>
          <p:cNvPr id="52" name="body-3-1-word-6">
            <a:extLst>
              <a:ext uri="{FF2B5EF4-FFF2-40B4-BE49-F238E27FC236}">
                <ns2:creationId id="{38C6F360-18D3-449D-BBB7-D6EF5262D37F}"/>
              </a:ext>
            </a:extLst>
          </p:cNvPr>
          <p:cNvSpPr>
            <a:spLocks noGrp="1"/>
          </p:cNvSpPr>
          <p:nvPr/>
        </p:nvSpPr>
        <p:spPr>
          <a:xfrm>
            <a:off x="5991987" y="3549015"/>
            <a:ext cx="6817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‏שנועל</a:t>
            </a:r>
          </a:p>
        </p:txBody>
      </p:sp>
      <p:sp>
        <p:nvSpPr>
          <p:cNvPr id="53" name="body-3-1-word-7">
            <a:extLst>
              <a:ext uri="{FF2B5EF4-FFF2-40B4-BE49-F238E27FC236}">
                <ns2:creationId id="{E7EE7339-A767-478D-9D4D-1DF93853CC8B}"/>
              </a:ext>
            </a:extLst>
          </p:cNvPr>
          <p:cNvSpPr>
            <a:spLocks noGrp="1"/>
          </p:cNvSpPr>
          <p:nvPr/>
        </p:nvSpPr>
        <p:spPr>
          <a:xfrm>
            <a:off x="5206841" y="3549015"/>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‏נעליים</a:t>
            </a:r>
          </a:p>
        </p:txBody>
      </p:sp>
      <p:sp>
        <p:nvSpPr>
          <p:cNvPr id="54" name="body-3-1-word-8">
            <a:extLst>
              <a:ext uri="{FF2B5EF4-FFF2-40B4-BE49-F238E27FC236}">
                <ns2:creationId id="{5525EE52-22CB-4F0A-B2C4-B725C63A0158}"/>
              </a:ext>
            </a:extLst>
          </p:cNvPr>
          <p:cNvSpPr>
            <a:spLocks noGrp="1"/>
          </p:cNvSpPr>
          <p:nvPr/>
        </p:nvSpPr>
        <p:spPr>
          <a:xfrm>
            <a:off x="4352544" y="3549015"/>
            <a:ext cx="7940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‏גבוהות</a:t>
            </a:r>
          </a:p>
        </p:txBody>
      </p:sp>
      <p:sp>
        <p:nvSpPr>
          <p:cNvPr id="55" name="body-3-1-word-9">
            <a:extLst>
              <a:ext uri="{FF2B5EF4-FFF2-40B4-BE49-F238E27FC236}">
                <ns2:creationId id="{070D215A-7298-4031-8290-6730747224D2}"/>
              </a:ext>
            </a:extLst>
          </p:cNvPr>
          <p:cNvSpPr>
            <a:spLocks noGrp="1"/>
          </p:cNvSpPr>
          <p:nvPr/>
        </p:nvSpPr>
        <p:spPr>
          <a:xfrm>
            <a:off x="3733229" y="3549015"/>
            <a:ext cx="5590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‏נושא</a:t>
            </a:r>
          </a:p>
        </p:txBody>
      </p:sp>
      <p:sp>
        <p:nvSpPr>
          <p:cNvPr id="56" name="body-3-1-word-10">
            <a:extLst>
              <a:ext uri="{FF2B5EF4-FFF2-40B4-BE49-F238E27FC236}">
                <ns2:creationId id="{278F2B46-0CD8-403D-A9E7-78579E615425}"/>
              </a:ext>
            </a:extLst>
          </p:cNvPr>
          <p:cNvSpPr>
            <a:spLocks noGrp="1"/>
          </p:cNvSpPr>
          <p:nvPr/>
        </p:nvSpPr>
        <p:spPr>
          <a:xfrm>
            <a:off x="3359277" y="3549015"/>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57" name="body-3-1-word-11">
            <a:extLst>
              <a:ext uri="{FF2B5EF4-FFF2-40B4-BE49-F238E27FC236}">
                <ns2:creationId id="{29B3A856-1D86-4752-801F-F59ED1856898}"/>
              </a:ext>
            </a:extLst>
          </p:cNvPr>
          <p:cNvSpPr>
            <a:spLocks noGrp="1"/>
          </p:cNvSpPr>
          <p:nvPr/>
        </p:nvSpPr>
        <p:spPr>
          <a:xfrm>
            <a:off x="2925890" y="3549015"/>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58" name="body-3-1-word-12">
            <a:extLst>
              <a:ext uri="{FF2B5EF4-FFF2-40B4-BE49-F238E27FC236}">
                <ns2:creationId id="{9E10A549-6A1A-46B3-B87B-AABE48DAF2C4}"/>
              </a:ext>
            </a:extLst>
          </p:cNvPr>
          <p:cNvSpPr>
            <a:spLocks noGrp="1"/>
          </p:cNvSpPr>
          <p:nvPr/>
        </p:nvSpPr>
        <p:spPr>
          <a:xfrm>
            <a:off x="1944434" y="3549015"/>
            <a:ext cx="921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‏הדסקית</a:t>
            </a:r>
          </a:p>
        </p:txBody>
      </p:sp>
      <p:sp>
        <p:nvSpPr>
          <p:cNvPr id="59" name="body-3-1-word-13">
            <a:extLst>
              <a:ext uri="{FF2B5EF4-FFF2-40B4-BE49-F238E27FC236}">
                <ns2:creationId id="{B5F1ACC4-DB57-421F-B913-680D915B4D0E}"/>
              </a:ext>
            </a:extLst>
          </p:cNvPr>
          <p:cNvSpPr>
            <a:spLocks noGrp="1"/>
          </p:cNvSpPr>
          <p:nvPr/>
        </p:nvSpPr>
        <p:spPr>
          <a:xfrm>
            <a:off x="1130332" y="3549015"/>
            <a:ext cx="7538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‏במקום</a:t>
            </a:r>
          </a:p>
        </p:txBody>
      </p:sp>
      <p:sp>
        <p:nvSpPr>
          <p:cNvPr id="60" name="body-3-2-word-0">
            <a:extLst>
              <a:ext uri="{FF2B5EF4-FFF2-40B4-BE49-F238E27FC236}">
                <ns2:creationId id="{2A62A55F-DDE4-40C8-B97C-3F6CBBB57D66}"/>
              </a:ext>
            </a:extLst>
          </p:cNvPr>
          <p:cNvSpPr>
            <a:spLocks noGrp="1"/>
          </p:cNvSpPr>
          <p:nvPr/>
        </p:nvSpPr>
        <p:spPr>
          <a:xfrm>
            <a:off x="10639235" y="3900488"/>
            <a:ext cx="8098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‏המיועד</a:t>
            </a:r>
          </a:p>
        </p:txBody>
      </p:sp>
      <p:sp>
        <p:nvSpPr>
          <p:cNvPr id="61" name="body-3-2-word-1">
            <a:extLst>
              <a:ext uri="{FF2B5EF4-FFF2-40B4-BE49-F238E27FC236}">
                <ns2:creationId id="{FD14B080-0456-4640-8D75-6402A8D706D9}"/>
              </a:ext>
            </a:extLst>
          </p:cNvPr>
          <p:cNvSpPr>
            <a:spLocks noGrp="1"/>
          </p:cNvSpPr>
          <p:nvPr/>
        </p:nvSpPr>
        <p:spPr>
          <a:xfrm>
            <a:off x="9619869" y="3900488"/>
            <a:ext cx="95907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‏בנעליים.</a:t>
            </a:r>
          </a:p>
        </p:txBody>
      </p:sp>
      <p:sp>
        <p:nvSpPr>
          <p:cNvPr id="62" name="body-4-1-word-0">
            <a:extLst>
              <a:ext uri="{FF2B5EF4-FFF2-40B4-BE49-F238E27FC236}">
                <ns2:creationId id="{7C6C3FC3-8019-4671-9835-731F3BF2DFE3}"/>
              </a:ext>
            </a:extLst>
          </p:cNvPr>
          <p:cNvSpPr>
            <a:spLocks noGrp="1"/>
          </p:cNvSpPr>
          <p:nvPr/>
        </p:nvSpPr>
        <p:spPr>
          <a:xfrm>
            <a:off x="11135392" y="444246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63" name="body-4-1-word-1">
            <a:extLst>
              <a:ext uri="{FF2B5EF4-FFF2-40B4-BE49-F238E27FC236}">
                <ns2:creationId id="{BC5784AD-E5BD-489A-993B-BE4B0467BFBD}"/>
              </a:ext>
            </a:extLst>
          </p:cNvPr>
          <p:cNvSpPr>
            <a:spLocks noGrp="1"/>
          </p:cNvSpPr>
          <p:nvPr/>
        </p:nvSpPr>
        <p:spPr>
          <a:xfrm>
            <a:off x="10455307" y="4442460"/>
            <a:ext cx="6197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‏בדרך</a:t>
            </a:r>
          </a:p>
        </p:txBody>
      </p:sp>
      <p:sp>
        <p:nvSpPr>
          <p:cNvPr id="64" name="body-4-1-word-2">
            <a:extLst>
              <a:ext uri="{FF2B5EF4-FFF2-40B4-BE49-F238E27FC236}">
                <ns2:creationId id="{9C472D97-5F6D-4C2D-BA88-EA7597B81DF8}"/>
              </a:ext>
            </a:extLst>
          </p:cNvPr>
          <p:cNvSpPr>
            <a:spLocks noGrp="1"/>
          </p:cNvSpPr>
          <p:nvPr/>
        </p:nvSpPr>
        <p:spPr>
          <a:xfrm>
            <a:off x="9606724" y="4442460"/>
            <a:ext cx="7882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‏לתחנה</a:t>
            </a:r>
          </a:p>
        </p:txBody>
      </p:sp>
      <p:sp>
        <p:nvSpPr>
          <p:cNvPr id="65" name="body-4-1-word-3">
            <a:extLst>
              <a:ext uri="{FF2B5EF4-FFF2-40B4-BE49-F238E27FC236}">
                <ns2:creationId id="{32DEBCBA-564F-402E-B1EA-A1C0F133A661}"/>
              </a:ext>
            </a:extLst>
          </p:cNvPr>
          <p:cNvSpPr>
            <a:spLocks noGrp="1"/>
          </p:cNvSpPr>
          <p:nvPr/>
        </p:nvSpPr>
        <p:spPr>
          <a:xfrm>
            <a:off x="8681942" y="4442460"/>
            <a:ext cx="8644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‏וביציאה</a:t>
            </a:r>
          </a:p>
        </p:txBody>
      </p:sp>
      <p:sp>
        <p:nvSpPr>
          <p:cNvPr id="66" name="body-4-1-word-4">
            <a:extLst>
              <a:ext uri="{FF2B5EF4-FFF2-40B4-BE49-F238E27FC236}">
                <ns2:creationId id="{B4301B3D-46E5-43E0-A889-F972EF452940}"/>
              </a:ext>
            </a:extLst>
          </p:cNvPr>
          <p:cNvSpPr>
            <a:spLocks noGrp="1"/>
          </p:cNvSpPr>
          <p:nvPr/>
        </p:nvSpPr>
        <p:spPr>
          <a:xfrm>
            <a:off x="7695819" y="4442460"/>
            <a:ext cx="9258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‏מהבסיס</a:t>
            </a:r>
          </a:p>
        </p:txBody>
      </p:sp>
      <p:sp>
        <p:nvSpPr>
          <p:cNvPr id="67" name="body-4-1-word-5">
            <a:extLst>
              <a:ext uri="{FF2B5EF4-FFF2-40B4-BE49-F238E27FC236}">
                <ns2:creationId id="{57A5BD00-7024-484A-975F-470656689AFC}"/>
              </a:ext>
            </a:extLst>
          </p:cNvPr>
          <p:cNvSpPr>
            <a:spLocks noGrp="1"/>
          </p:cNvSpPr>
          <p:nvPr/>
        </p:nvSpPr>
        <p:spPr>
          <a:xfrm>
            <a:off x="6621304" y="4442460"/>
            <a:ext cx="10142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‏ממשיכים</a:t>
            </a:r>
          </a:p>
        </p:txBody>
      </p:sp>
      <p:sp>
        <p:nvSpPr>
          <p:cNvPr id="68" name="body-4-1-word-6">
            <a:extLst>
              <a:ext uri="{FF2B5EF4-FFF2-40B4-BE49-F238E27FC236}">
                <ns2:creationId id="{FB4AFCDD-BF0F-49EE-86D6-3340E2BBEBD8}"/>
              </a:ext>
            </a:extLst>
          </p:cNvPr>
          <p:cNvSpPr>
            <a:spLocks noGrp="1"/>
          </p:cNvSpPr>
          <p:nvPr/>
        </p:nvSpPr>
        <p:spPr>
          <a:xfrm>
            <a:off x="5699188" y="4442460"/>
            <a:ext cx="8618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‏להקפיד</a:t>
            </a:r>
          </a:p>
        </p:txBody>
      </p:sp>
      <p:sp>
        <p:nvSpPr>
          <p:cNvPr id="69" name="body-4-1-word-7">
            <a:extLst>
              <a:ext uri="{FF2B5EF4-FFF2-40B4-BE49-F238E27FC236}">
                <ns2:creationId id="{F3358702-AC40-4CD7-B948-15901C0C9A1B}"/>
              </a:ext>
            </a:extLst>
          </p:cNvPr>
          <p:cNvSpPr>
            <a:spLocks noGrp="1"/>
          </p:cNvSpPr>
          <p:nvPr/>
        </p:nvSpPr>
        <p:spPr>
          <a:xfrm>
            <a:off x="5326761" y="4442460"/>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70" name="body-4-1-word-8">
            <a:extLst>
              <a:ext uri="{FF2B5EF4-FFF2-40B4-BE49-F238E27FC236}">
                <ns2:creationId id="{51B581E9-3FE3-4ED4-B9A7-0AC434A5E684}"/>
              </a:ext>
            </a:extLst>
          </p:cNvPr>
          <p:cNvSpPr>
            <a:spLocks noGrp="1"/>
          </p:cNvSpPr>
          <p:nvPr/>
        </p:nvSpPr>
        <p:spPr>
          <a:xfrm>
            <a:off x="4515993" y="4442460"/>
            <a:ext cx="750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‏הופעה</a:t>
            </a:r>
          </a:p>
        </p:txBody>
      </p:sp>
      <p:sp>
        <p:nvSpPr>
          <p:cNvPr id="71" name="body-4-1-word-9">
            <a:extLst>
              <a:ext uri="{FF2B5EF4-FFF2-40B4-BE49-F238E27FC236}">
                <ns2:creationId id="{8C1B3428-A2A4-488B-A8AC-ECC5C7F6F036}"/>
              </a:ext>
            </a:extLst>
          </p:cNvPr>
          <p:cNvSpPr>
            <a:spLocks noGrp="1"/>
          </p:cNvSpPr>
          <p:nvPr/>
        </p:nvSpPr>
        <p:spPr>
          <a:xfrm>
            <a:off x="3743134" y="4442460"/>
            <a:ext cx="71256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‏תקינה</a:t>
            </a:r>
          </a:p>
        </p:txBody>
      </p:sp>
      <p:sp>
        <p:nvSpPr>
          <p:cNvPr id="72" name="body-4-1-word-10">
            <a:extLst>
              <a:ext uri="{FF2B5EF4-FFF2-40B4-BE49-F238E27FC236}">
                <ns2:creationId id="{10E10CA3-BEC4-4712-85D6-93AE1F640D5B}"/>
              </a:ext>
            </a:extLst>
          </p:cNvPr>
          <p:cNvSpPr>
            <a:spLocks noGrp="1"/>
          </p:cNvSpPr>
          <p:nvPr/>
        </p:nvSpPr>
        <p:spPr>
          <a:xfrm>
            <a:off x="3300317" y="4442460"/>
            <a:ext cx="38252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‏ועל</a:t>
            </a:r>
          </a:p>
        </p:txBody>
      </p:sp>
      <p:sp>
        <p:nvSpPr>
          <p:cNvPr id="73" name="body-4-1-word-11">
            <a:extLst>
              <a:ext uri="{FF2B5EF4-FFF2-40B4-BE49-F238E27FC236}">
                <ns2:creationId id="{5C5B26FF-77A2-4557-BB0F-43AF5B55F677}"/>
              </a:ext>
            </a:extLst>
          </p:cNvPr>
          <p:cNvSpPr>
            <a:spLocks noGrp="1"/>
          </p:cNvSpPr>
          <p:nvPr/>
        </p:nvSpPr>
        <p:spPr>
          <a:xfrm>
            <a:off x="2408491" y="4442460"/>
            <a:ext cx="831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‏הוראות</a:t>
            </a:r>
          </a:p>
        </p:txBody>
      </p:sp>
      <p:sp>
        <p:nvSpPr>
          <p:cNvPr id="74" name="body-4-1-word-12">
            <a:extLst>
              <a:ext uri="{FF2B5EF4-FFF2-40B4-BE49-F238E27FC236}">
                <ns2:creationId id="{B1E24F2B-FF74-4103-A5C7-26759D9D3B73}"/>
              </a:ext>
            </a:extLst>
          </p:cNvPr>
          <p:cNvSpPr>
            <a:spLocks noGrp="1"/>
          </p:cNvSpPr>
          <p:nvPr/>
        </p:nvSpPr>
        <p:spPr>
          <a:xfrm>
            <a:off x="1469517" y="4442460"/>
            <a:ext cx="8786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‏התנועה</a:t>
            </a:r>
          </a:p>
        </p:txBody>
      </p:sp>
      <p:sp>
        <p:nvSpPr>
          <p:cNvPr id="75" name="body-4-2-word-0">
            <a:extLst>
              <a:ext uri="{FF2B5EF4-FFF2-40B4-BE49-F238E27FC236}">
                <ns2:creationId id="{712D7FC4-408E-4CCD-8ADB-60001830A4AA}"/>
              </a:ext>
            </a:extLst>
          </p:cNvPr>
          <p:cNvSpPr>
            <a:spLocks noGrp="1"/>
          </p:cNvSpPr>
          <p:nvPr/>
        </p:nvSpPr>
        <p:spPr>
          <a:xfrm>
            <a:off x="10156508" y="4793933"/>
            <a:ext cx="12925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‏הרלוונטיות.</a:t>
            </a:r>
          </a:p>
        </p:txBody>
      </p:sp>
      <p:sp>
        <p:nvSpPr>
          <p:cNvPr id="76" name="sources-word-0">
            <a:extLst>
              <a:ext uri="{FF2B5EF4-FFF2-40B4-BE49-F238E27FC236}">
                <ns2:creationId id="{5E64AFBF-8E2D-42A7-8D71-F3A29EBFA043}"/>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7" name="sources-word-1">
            <a:extLst>
              <a:ext uri="{FF2B5EF4-FFF2-40B4-BE49-F238E27FC236}">
                <ns2:creationId id="{1734A233-530B-44C0-95A3-5E92BEB04DB4}"/>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8" name="sources-word-2">
            <a:extLst>
              <a:ext uri="{FF2B5EF4-FFF2-40B4-BE49-F238E27FC236}">
                <ns2:creationId id="{07FADDF6-9C06-4A4C-95E9-CA0D84F34839}"/>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9" name="page">
            <a:extLst>
              <a:ext uri="{FF2B5EF4-FFF2-40B4-BE49-F238E27FC236}">
                <ns2:creationId id="{C41A5F5A-EC9D-4D4D-BC81-50F95979B000}"/>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23 / 35</a:t>
            </a:r>
          </a:p>
        </p:txBody>
      </p:sp>
      <p:sp>
        <p:nvSpPr>
          <p:cNvPr id="80" name="timing-word-0">
            <a:extLst>
              <a:ext uri="{FF2B5EF4-FFF2-40B4-BE49-F238E27FC236}">
                <ns2:creationId id="{3525D3AB-BF99-4888-89A9-E680E717C222}"/>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‏19:00</a:t>
            </a:r>
          </a:p>
        </p:txBody>
      </p:sp>
      <p:sp>
        <p:nvSpPr>
          <p:cNvPr id="81" name="timing-word-1">
            <a:extLst>
              <a:ext uri="{FF2B5EF4-FFF2-40B4-BE49-F238E27FC236}">
                <ns2:creationId id="{DEC62B2A-5887-4178-A0F7-2F697D3AA858}"/>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2" name="timing-word-2">
            <a:extLst>
              <a:ext uri="{FF2B5EF4-FFF2-40B4-BE49-F238E27FC236}">
                <ns2:creationId id="{1DF024E2-29AC-4ECD-BC66-443512DCA36E}"/>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‏19:45</a:t>
            </a:r>
          </a:p>
        </p:txBody>
      </p:sp>
      <p:sp>
        <p:nvSpPr>
          <p:cNvPr id="83" name="timing-word-3">
            <a:extLst>
              <a:ext uri="{FF2B5EF4-FFF2-40B4-BE49-F238E27FC236}">
                <ns2:creationId id="{847B3FFD-9933-4899-B522-3C06E92B5D46}"/>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‏(45</a:t>
            </a:r>
          </a:p>
        </p:txBody>
      </p:sp>
      <p:sp>
        <p:nvSpPr>
          <p:cNvPr id="84" name="timing-word-4">
            <a:extLst>
              <a:ext uri="{FF2B5EF4-FFF2-40B4-BE49-F238E27FC236}">
                <ns2:creationId id="{9A971E53-97D8-4E7B-8E73-F4058ADF922C}"/>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02713677"/>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382E"/>
        </a:solidFill>
      </p:bgPr>
    </p:bg>
    <p:spTree>
      <p:nvGrpSpPr>
        <p:cNvPr id="1" name=""/>
        <p:cNvGrpSpPr/>
        <p:nvPr/>
      </p:nvGrpSpPr>
      <p:grpSpPr>
        <a:xfrm/>
      </p:grpSpPr>
      <p:sp>
        <p:nvSpPr>
          <p:cNvPr id="85" name="title-word-0">
            <a:extLst>
              <a:ext uri="{FF2B5EF4-FFF2-40B4-BE49-F238E27FC236}">
                <ns2:creationId id="{E12173B9-874D-40CE-9F69-10C2DB3AC35D}"/>
              </a:ext>
            </a:extLst>
          </p:cNvPr>
          <p:cNvSpPr>
            <a:spLocks noGrp="1"/>
          </p:cNvSpPr>
          <p:nvPr/>
        </p:nvSpPr>
        <p:spPr>
          <a:xfrm>
            <a:off x="10406063" y="571500"/>
            <a:ext cx="1042988"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‏תרגול</a:t>
            </a:r>
          </a:p>
        </p:txBody>
      </p:sp>
      <p:sp>
        <p:nvSpPr>
          <p:cNvPr id="2" name="title-word-1">
            <a:extLst>
              <a:ext uri="{FF2B5EF4-FFF2-40B4-BE49-F238E27FC236}">
                <ns2:creationId id="{D1EDDA2A-2EA4-447B-8A51-CF0062FAAC23}"/>
              </a:ext>
            </a:extLst>
          </p:cNvPr>
          <p:cNvSpPr>
            <a:spLocks noGrp="1"/>
          </p:cNvSpPr>
          <p:nvPr/>
        </p:nvSpPr>
        <p:spPr>
          <a:xfrm>
            <a:off x="9149525" y="571500"/>
            <a:ext cx="1159192"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‏ראשון:</a:t>
            </a:r>
          </a:p>
        </p:txBody>
      </p:sp>
      <p:sp>
        <p:nvSpPr>
          <p:cNvPr id="3" name="title-word-2">
            <a:extLst>
              <a:ext uri="{FF2B5EF4-FFF2-40B4-BE49-F238E27FC236}">
                <ns2:creationId id="{5D8BBABB-6073-453E-AF65-E9B1547EF456}"/>
              </a:ext>
            </a:extLst>
          </p:cNvPr>
          <p:cNvSpPr>
            <a:spLocks noGrp="1"/>
          </p:cNvSpPr>
          <p:nvPr/>
        </p:nvSpPr>
        <p:spPr>
          <a:xfrm>
            <a:off x="8078819" y="571500"/>
            <a:ext cx="973360"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‏יציאה</a:t>
            </a:r>
          </a:p>
        </p:txBody>
      </p:sp>
      <p:sp>
        <p:nvSpPr>
          <p:cNvPr id="4" name="title-word-3">
            <a:extLst>
              <a:ext uri="{FF2B5EF4-FFF2-40B4-BE49-F238E27FC236}">
                <ns2:creationId id="{DB8CCCA6-C5A8-4ED4-86FA-AA5BB6FDE689}"/>
              </a:ext>
            </a:extLst>
          </p:cNvPr>
          <p:cNvSpPr>
            <a:spLocks noGrp="1"/>
          </p:cNvSpPr>
          <p:nvPr/>
        </p:nvSpPr>
        <p:spPr>
          <a:xfrm>
            <a:off x="6800183" y="571500"/>
            <a:ext cx="1181290"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‏הביתה</a:t>
            </a:r>
          </a:p>
        </p:txBody>
      </p:sp>
      <p:sp>
        <p:nvSpPr>
          <p:cNvPr id="5" name="body-1-1-word-0">
            <a:extLst>
              <a:ext uri="{FF2B5EF4-FFF2-40B4-BE49-F238E27FC236}">
                <ns2:creationId id="{65B9C187-E493-4FCC-A0F3-E5929B8AE114}"/>
              </a:ext>
            </a:extLst>
          </p:cNvPr>
          <p:cNvSpPr>
            <a:spLocks noGrp="1"/>
          </p:cNvSpPr>
          <p:nvPr/>
        </p:nvSpPr>
        <p:spPr>
          <a:xfrm>
            <a:off x="10792587" y="1762125"/>
            <a:ext cx="65646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‏חיילת</a:t>
            </a:r>
          </a:p>
        </p:txBody>
      </p:sp>
      <p:sp>
        <p:nvSpPr>
          <p:cNvPr id="6" name="body-1-1-word-1">
            <a:extLst>
              <a:ext uri="{FF2B5EF4-FFF2-40B4-BE49-F238E27FC236}">
                <ns2:creationId id="{5664DC1E-0366-40D0-AA5E-F209D0A09E81}"/>
              </a:ext>
            </a:extLst>
          </p:cNvPr>
          <p:cNvSpPr>
            <a:spLocks noGrp="1"/>
          </p:cNvSpPr>
          <p:nvPr/>
        </p:nvSpPr>
        <p:spPr>
          <a:xfrm>
            <a:off x="10135267" y="1762125"/>
            <a:ext cx="59702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‏חובה</a:t>
            </a:r>
          </a:p>
        </p:txBody>
      </p:sp>
      <p:sp>
        <p:nvSpPr>
          <p:cNvPr id="7" name="body-1-1-word-2">
            <a:extLst>
              <a:ext uri="{FF2B5EF4-FFF2-40B4-BE49-F238E27FC236}">
                <ns2:creationId id="{504D6759-17F4-4D57-B6C0-187DE089EAF4}"/>
              </a:ext>
            </a:extLst>
          </p:cNvPr>
          <p:cNvSpPr>
            <a:spLocks noGrp="1"/>
          </p:cNvSpPr>
          <p:nvPr/>
        </p:nvSpPr>
        <p:spPr>
          <a:xfrm>
            <a:off x="9424226" y="1762125"/>
            <a:ext cx="65074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‏יוצאת</a:t>
            </a:r>
          </a:p>
        </p:txBody>
      </p:sp>
      <p:sp>
        <p:nvSpPr>
          <p:cNvPr id="8" name="body-1-1-word-3">
            <a:extLst>
              <a:ext uri="{FF2B5EF4-FFF2-40B4-BE49-F238E27FC236}">
                <ns2:creationId id="{72DA7BCE-0E7B-43DE-AD85-18FBDA5C61C1}"/>
              </a:ext>
            </a:extLst>
          </p:cNvPr>
          <p:cNvSpPr>
            <a:spLocks noGrp="1"/>
          </p:cNvSpPr>
          <p:nvPr/>
        </p:nvSpPr>
        <p:spPr>
          <a:xfrm>
            <a:off x="8362283" y="1762125"/>
            <a:ext cx="100164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‏מהיחידה</a:t>
            </a:r>
          </a:p>
        </p:txBody>
      </p:sp>
      <p:sp>
        <p:nvSpPr>
          <p:cNvPr id="9" name="body-1-1-word-4">
            <a:extLst>
              <a:ext uri="{FF2B5EF4-FFF2-40B4-BE49-F238E27FC236}">
                <ns2:creationId id="{042C72D0-5B4F-497E-B1C8-138F88B32E17}"/>
              </a:ext>
            </a:extLst>
          </p:cNvPr>
          <p:cNvSpPr>
            <a:spLocks noGrp="1"/>
          </p:cNvSpPr>
          <p:nvPr/>
        </p:nvSpPr>
        <p:spPr>
          <a:xfrm>
            <a:off x="7951089" y="1762125"/>
            <a:ext cx="35090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‏עם</a:t>
            </a:r>
          </a:p>
        </p:txBody>
      </p:sp>
      <p:sp>
        <p:nvSpPr>
          <p:cNvPr id="10" name="body-1-1-word-5">
            <a:extLst>
              <a:ext uri="{FF2B5EF4-FFF2-40B4-BE49-F238E27FC236}">
                <ns2:creationId id="{5C3DBADB-1543-4DEB-AD7F-CAFF25C2EEF1}"/>
              </a:ext>
            </a:extLst>
          </p:cNvPr>
          <p:cNvSpPr>
            <a:spLocks noGrp="1"/>
          </p:cNvSpPr>
          <p:nvPr/>
        </p:nvSpPr>
        <p:spPr>
          <a:xfrm>
            <a:off x="7492651" y="1762125"/>
            <a:ext cx="39814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a:t>
            </a:r>
          </a:p>
        </p:txBody>
      </p:sp>
      <p:sp>
        <p:nvSpPr>
          <p:cNvPr id="11" name="body-1-1-word-6">
            <a:extLst>
              <a:ext uri="{FF2B5EF4-FFF2-40B4-BE49-F238E27FC236}">
                <ns2:creationId id="{A7EB4F3C-B869-4F4B-8DF4-861FB36700C4}"/>
              </a:ext>
            </a:extLst>
          </p:cNvPr>
          <p:cNvSpPr>
            <a:spLocks noGrp="1"/>
          </p:cNvSpPr>
          <p:nvPr/>
        </p:nvSpPr>
        <p:spPr>
          <a:xfrm>
            <a:off x="6694265" y="1762125"/>
            <a:ext cx="73809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‏עגילים</a:t>
            </a:r>
          </a:p>
        </p:txBody>
      </p:sp>
      <p:sp>
        <p:nvSpPr>
          <p:cNvPr id="12" name="body-1-1-word-7">
            <a:extLst>
              <a:ext uri="{FF2B5EF4-FFF2-40B4-BE49-F238E27FC236}">
                <ns2:creationId id="{530CCB79-2724-4DA6-A981-C382EBEB88B9}"/>
              </a:ext>
            </a:extLst>
          </p:cNvPr>
          <p:cNvSpPr>
            <a:spLocks noGrp="1"/>
          </p:cNvSpPr>
          <p:nvPr/>
        </p:nvSpPr>
        <p:spPr>
          <a:xfrm>
            <a:off x="6186583" y="1762125"/>
            <a:ext cx="44738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‏בכל</a:t>
            </a:r>
          </a:p>
        </p:txBody>
      </p:sp>
      <p:sp>
        <p:nvSpPr>
          <p:cNvPr id="13" name="body-1-1-word-8">
            <a:extLst>
              <a:ext uri="{FF2B5EF4-FFF2-40B4-BE49-F238E27FC236}">
                <ns2:creationId id="{2A4EDEF9-9D2C-47ED-8DD4-F148CA920C7D}"/>
              </a:ext>
            </a:extLst>
          </p:cNvPr>
          <p:cNvSpPr>
            <a:spLocks noGrp="1"/>
          </p:cNvSpPr>
          <p:nvPr/>
        </p:nvSpPr>
        <p:spPr>
          <a:xfrm>
            <a:off x="5607272" y="1762125"/>
            <a:ext cx="51901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‏אוזן,</a:t>
            </a:r>
          </a:p>
        </p:txBody>
      </p:sp>
      <p:sp>
        <p:nvSpPr>
          <p:cNvPr id="14" name="body-1-1-word-9">
            <a:extLst>
              <a:ext uri="{FF2B5EF4-FFF2-40B4-BE49-F238E27FC236}">
                <ns2:creationId id="{652D2D24-C62A-4605-A942-2531EFDF4366}"/>
              </a:ext>
            </a:extLst>
          </p:cNvPr>
          <p:cNvSpPr>
            <a:spLocks noGrp="1"/>
          </p:cNvSpPr>
          <p:nvPr/>
        </p:nvSpPr>
        <p:spPr>
          <a:xfrm>
            <a:off x="4838319" y="1762125"/>
            <a:ext cx="70866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‏קליפס</a:t>
            </a:r>
          </a:p>
        </p:txBody>
      </p:sp>
      <p:sp>
        <p:nvSpPr>
          <p:cNvPr id="15" name="body-1-1-word-10">
            <a:extLst>
              <a:ext uri="{FF2B5EF4-FFF2-40B4-BE49-F238E27FC236}">
                <ns2:creationId id="{A4AC37C0-02DF-4E82-BDAB-B95421905F63}"/>
              </a:ext>
            </a:extLst>
          </p:cNvPr>
          <p:cNvSpPr>
            <a:spLocks noGrp="1"/>
          </p:cNvSpPr>
          <p:nvPr/>
        </p:nvSpPr>
        <p:spPr>
          <a:xfrm>
            <a:off x="4164044" y="1762125"/>
            <a:ext cx="61398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‏שחור</a:t>
            </a:r>
          </a:p>
        </p:txBody>
      </p:sp>
      <p:sp>
        <p:nvSpPr>
          <p:cNvPr id="16" name="body-1-1-word-11">
            <a:extLst>
              <a:ext uri="{FF2B5EF4-FFF2-40B4-BE49-F238E27FC236}">
                <ns2:creationId id="{E33D75D2-556F-48B0-926E-8178617FF9FB}"/>
              </a:ext>
            </a:extLst>
          </p:cNvPr>
          <p:cNvSpPr>
            <a:spLocks noGrp="1"/>
          </p:cNvSpPr>
          <p:nvPr/>
        </p:nvSpPr>
        <p:spPr>
          <a:xfrm>
            <a:off x="3345847" y="1762125"/>
            <a:ext cx="75790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‏האוסף</a:t>
            </a:r>
          </a:p>
        </p:txBody>
      </p:sp>
      <p:sp>
        <p:nvSpPr>
          <p:cNvPr id="17" name="body-1-1-word-12">
            <a:extLst>
              <a:ext uri="{FF2B5EF4-FFF2-40B4-BE49-F238E27FC236}">
                <ns2:creationId id="{8993ECD7-C3B1-4747-AD92-5C9859DE488E}"/>
              </a:ext>
            </a:extLst>
          </p:cNvPr>
          <p:cNvSpPr>
            <a:spLocks noGrp="1"/>
          </p:cNvSpPr>
          <p:nvPr/>
        </p:nvSpPr>
        <p:spPr>
          <a:xfrm>
            <a:off x="2912459" y="1762125"/>
            <a:ext cx="373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‏את</a:t>
            </a:r>
          </a:p>
        </p:txBody>
      </p:sp>
      <p:sp>
        <p:nvSpPr>
          <p:cNvPr id="18" name="body-1-1-word-13">
            <a:extLst>
              <a:ext uri="{FF2B5EF4-FFF2-40B4-BE49-F238E27FC236}">
                <ns2:creationId id="{A4B2C6AD-CE9C-46D1-9686-9F327BBA1109}"/>
              </a:ext>
            </a:extLst>
          </p:cNvPr>
          <p:cNvSpPr>
            <a:spLocks noGrp="1"/>
          </p:cNvSpPr>
          <p:nvPr/>
        </p:nvSpPr>
        <p:spPr>
          <a:xfrm>
            <a:off x="2559653" y="1762125"/>
            <a:ext cx="29251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‏כל</a:t>
            </a:r>
          </a:p>
        </p:txBody>
      </p:sp>
      <p:sp>
        <p:nvSpPr>
          <p:cNvPr id="19" name="body-1-1-word-14">
            <a:extLst>
              <a:ext uri="{FF2B5EF4-FFF2-40B4-BE49-F238E27FC236}">
                <ns2:creationId id="{40EEE7B1-C9B9-40BC-BE28-1C69BA3331F1}"/>
              </a:ext>
            </a:extLst>
          </p:cNvPr>
          <p:cNvSpPr>
            <a:spLocks noGrp="1"/>
          </p:cNvSpPr>
          <p:nvPr/>
        </p:nvSpPr>
        <p:spPr>
          <a:xfrm>
            <a:off x="1653731" y="1762125"/>
            <a:ext cx="84562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‏השיער,</a:t>
            </a:r>
          </a:p>
        </p:txBody>
      </p:sp>
      <p:sp>
        <p:nvSpPr>
          <p:cNvPr id="20" name="body-1-1-word-15">
            <a:extLst>
              <a:ext uri="{FF2B5EF4-FFF2-40B4-BE49-F238E27FC236}">
                <ns2:creationId id="{EA25AA9E-7946-49DB-87B7-DBB4FBCFFD14}"/>
              </a:ext>
            </a:extLst>
          </p:cNvPr>
          <p:cNvSpPr>
            <a:spLocks noGrp="1"/>
          </p:cNvSpPr>
          <p:nvPr/>
        </p:nvSpPr>
        <p:spPr>
          <a:xfrm>
            <a:off x="1275493" y="1762125"/>
            <a:ext cx="31794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‏לק</a:t>
            </a:r>
          </a:p>
        </p:txBody>
      </p:sp>
      <p:sp>
        <p:nvSpPr>
          <p:cNvPr id="21" name="body-1-1-word-16">
            <a:extLst>
              <a:ext uri="{FF2B5EF4-FFF2-40B4-BE49-F238E27FC236}">
                <ns2:creationId id="{803D2731-33A6-401C-B7E0-AAE6E3FAF445}"/>
              </a:ext>
            </a:extLst>
          </p:cNvPr>
          <p:cNvSpPr>
            <a:spLocks noGrp="1"/>
          </p:cNvSpPr>
          <p:nvPr/>
        </p:nvSpPr>
        <p:spPr>
          <a:xfrm>
            <a:off x="829056" y="1762125"/>
            <a:ext cx="38614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‏לבן</a:t>
            </a:r>
          </a:p>
        </p:txBody>
      </p:sp>
      <p:sp>
        <p:nvSpPr>
          <p:cNvPr id="22" name="body-1-2-word-0">
            <a:extLst>
              <a:ext uri="{FF2B5EF4-FFF2-40B4-BE49-F238E27FC236}">
                <ns2:creationId id="{825981B4-2986-47D7-B6E8-7DD73FB3D115}"/>
              </a:ext>
            </a:extLst>
          </p:cNvPr>
          <p:cNvSpPr>
            <a:spLocks noGrp="1"/>
          </p:cNvSpPr>
          <p:nvPr/>
        </p:nvSpPr>
        <p:spPr>
          <a:xfrm>
            <a:off x="10820400" y="2113598"/>
            <a:ext cx="62865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‏פנינה</a:t>
            </a:r>
          </a:p>
        </p:txBody>
      </p:sp>
      <p:sp>
        <p:nvSpPr>
          <p:cNvPr id="23" name="body-1-2-word-1">
            <a:extLst>
              <a:ext uri="{FF2B5EF4-FFF2-40B4-BE49-F238E27FC236}">
                <ns2:creationId id="{7C9EB2B8-2369-44D2-996E-627316A99423}"/>
              </a:ext>
            </a:extLst>
          </p:cNvPr>
          <p:cNvSpPr>
            <a:spLocks noGrp="1"/>
          </p:cNvSpPr>
          <p:nvPr/>
        </p:nvSpPr>
        <p:spPr>
          <a:xfrm>
            <a:off x="10139934" y="2113598"/>
            <a:ext cx="62017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‏ופאצ׳</a:t>
            </a:r>
          </a:p>
        </p:txBody>
      </p:sp>
      <p:sp>
        <p:nvSpPr>
          <p:cNvPr id="24" name="body-1-2-word-2">
            <a:extLst>
              <a:ext uri="{FF2B5EF4-FFF2-40B4-BE49-F238E27FC236}">
                <ns2:creationId id="{8C2836F5-A19A-483E-BA1D-9E6ACC8F58CB}"/>
              </a:ext>
            </a:extLst>
          </p:cNvPr>
          <p:cNvSpPr>
            <a:spLocks noGrp="1"/>
          </p:cNvSpPr>
          <p:nvPr/>
        </p:nvSpPr>
        <p:spPr>
          <a:xfrm>
            <a:off x="9510427" y="2113598"/>
            <a:ext cx="56921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‏פרטי</a:t>
            </a:r>
          </a:p>
        </p:txBody>
      </p:sp>
      <p:sp>
        <p:nvSpPr>
          <p:cNvPr id="25" name="body-1-2-word-3">
            <a:extLst>
              <a:ext uri="{FF2B5EF4-FFF2-40B4-BE49-F238E27FC236}">
                <ns2:creationId id="{41A75738-0CEA-4134-81CF-F846C73D3E6E}"/>
              </a:ext>
            </a:extLst>
          </p:cNvPr>
          <p:cNvSpPr>
            <a:spLocks noGrp="1"/>
          </p:cNvSpPr>
          <p:nvPr/>
        </p:nvSpPr>
        <p:spPr>
          <a:xfrm>
            <a:off x="8929973" y="2113598"/>
            <a:ext cx="52016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‏שלא</a:t>
            </a:r>
          </a:p>
        </p:txBody>
      </p:sp>
      <p:sp>
        <p:nvSpPr>
          <p:cNvPr id="26" name="body-1-2-word-4">
            <a:extLst>
              <a:ext uri="{FF2B5EF4-FFF2-40B4-BE49-F238E27FC236}">
                <ns2:creationId id="{D3B77659-4D8F-472F-AFD8-0B8573389965}"/>
              </a:ext>
            </a:extLst>
          </p:cNvPr>
          <p:cNvSpPr>
            <a:spLocks noGrp="1"/>
          </p:cNvSpPr>
          <p:nvPr/>
        </p:nvSpPr>
        <p:spPr>
          <a:xfrm>
            <a:off x="8186452" y="2113598"/>
            <a:ext cx="68322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‏אושר.</a:t>
            </a:r>
          </a:p>
        </p:txBody>
      </p:sp>
      <p:sp>
        <p:nvSpPr>
          <p:cNvPr id="27" name="body-2-1-word-0">
            <a:extLst>
              <a:ext uri="{FF2B5EF4-FFF2-40B4-BE49-F238E27FC236}">
                <ns2:creationId id="{EC4F6036-BAFB-4FB0-A2A5-80C829E627E1}"/>
              </a:ext>
            </a:extLst>
          </p:cNvPr>
          <p:cNvSpPr>
            <a:spLocks noGrp="1"/>
          </p:cNvSpPr>
          <p:nvPr/>
        </p:nvSpPr>
        <p:spPr>
          <a:xfrm>
            <a:off x="10689908" y="2655570"/>
            <a:ext cx="75914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‏המדים</a:t>
            </a:r>
          </a:p>
        </p:txBody>
      </p:sp>
      <p:sp>
        <p:nvSpPr>
          <p:cNvPr id="28" name="body-2-1-word-1">
            <a:extLst>
              <a:ext uri="{FF2B5EF4-FFF2-40B4-BE49-F238E27FC236}">
                <ns2:creationId id="{3006F64E-E44D-4005-8818-52E562575366}"/>
              </a:ext>
            </a:extLst>
          </p:cNvPr>
          <p:cNvSpPr>
            <a:spLocks noGrp="1"/>
          </p:cNvSpPr>
          <p:nvPr/>
        </p:nvSpPr>
        <p:spPr>
          <a:xfrm>
            <a:off x="10031254" y="2655570"/>
            <a:ext cx="59836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‏נקיים</a:t>
            </a:r>
          </a:p>
        </p:txBody>
      </p:sp>
      <p:sp>
        <p:nvSpPr>
          <p:cNvPr id="29" name="body-2-1-word-2">
            <a:extLst>
              <a:ext uri="{FF2B5EF4-FFF2-40B4-BE49-F238E27FC236}">
                <ns2:creationId id="{FB536B14-5B41-4C10-BF44-69000280A521}"/>
              </a:ext>
            </a:extLst>
          </p:cNvPr>
          <p:cNvSpPr>
            <a:spLocks noGrp="1"/>
          </p:cNvSpPr>
          <p:nvPr/>
        </p:nvSpPr>
        <p:spPr>
          <a:xfrm>
            <a:off x="9003697" y="2655570"/>
            <a:ext cx="96726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‏והנעליים</a:t>
            </a:r>
          </a:p>
        </p:txBody>
      </p:sp>
      <p:sp>
        <p:nvSpPr>
          <p:cNvPr id="30" name="body-2-1-word-3">
            <a:extLst>
              <a:ext uri="{FF2B5EF4-FFF2-40B4-BE49-F238E27FC236}">
                <ns2:creationId id="{ACE67D93-8EEC-4F52-9C30-4B59C4A67529}"/>
              </a:ext>
            </a:extLst>
          </p:cNvPr>
          <p:cNvSpPr>
            <a:spLocks noGrp="1"/>
          </p:cNvSpPr>
          <p:nvPr/>
        </p:nvSpPr>
        <p:spPr>
          <a:xfrm>
            <a:off x="7989475" y="2655570"/>
            <a:ext cx="95392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‏שהונפקו</a:t>
            </a:r>
          </a:p>
        </p:txBody>
      </p:sp>
      <p:sp>
        <p:nvSpPr>
          <p:cNvPr id="31" name="body-2-1-word-4">
            <a:extLst>
              <a:ext uri="{FF2B5EF4-FFF2-40B4-BE49-F238E27FC236}">
                <ns2:creationId id="{DAC38186-6D56-473C-81BA-02FB56F2A0C7}"/>
              </a:ext>
            </a:extLst>
          </p:cNvPr>
          <p:cNvSpPr>
            <a:spLocks noGrp="1"/>
          </p:cNvSpPr>
          <p:nvPr/>
        </p:nvSpPr>
        <p:spPr>
          <a:xfrm>
            <a:off x="7596283" y="2655570"/>
            <a:ext cx="33289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‏לה</a:t>
            </a:r>
          </a:p>
        </p:txBody>
      </p:sp>
      <p:sp>
        <p:nvSpPr>
          <p:cNvPr id="32" name="body-2-1-word-5">
            <a:extLst>
              <a:ext uri="{FF2B5EF4-FFF2-40B4-BE49-F238E27FC236}">
                <ns2:creationId id="{ECAFC388-CB3D-457B-BAED-121368531A57}"/>
              </a:ext>
            </a:extLst>
          </p:cNvPr>
          <p:cNvSpPr>
            <a:spLocks noGrp="1"/>
          </p:cNvSpPr>
          <p:nvPr/>
        </p:nvSpPr>
        <p:spPr>
          <a:xfrm>
            <a:off x="6602444" y="2655570"/>
            <a:ext cx="93354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‏קשורות.</a:t>
            </a:r>
          </a:p>
        </p:txBody>
      </p:sp>
      <p:sp>
        <p:nvSpPr>
          <p:cNvPr id="33" name="body-2-1-word-6">
            <a:extLst>
              <a:ext uri="{FF2B5EF4-FFF2-40B4-BE49-F238E27FC236}">
                <ns2:creationId id="{DD14A091-B7FF-49A9-A32F-80AE79EB7118}"/>
              </a:ext>
            </a:extLst>
          </p:cNvPr>
          <p:cNvSpPr>
            <a:spLocks noGrp="1"/>
          </p:cNvSpPr>
          <p:nvPr/>
        </p:nvSpPr>
        <p:spPr>
          <a:xfrm>
            <a:off x="5775865" y="2655570"/>
            <a:ext cx="76628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‏השיער</a:t>
            </a:r>
          </a:p>
        </p:txBody>
      </p:sp>
      <p:sp>
        <p:nvSpPr>
          <p:cNvPr id="34" name="body-2-1-word-7">
            <a:extLst>
              <a:ext uri="{FF2B5EF4-FFF2-40B4-BE49-F238E27FC236}">
                <ns2:creationId id="{0CA5D542-F96E-429A-A4AA-C4D2AA6F4DC1}"/>
              </a:ext>
            </a:extLst>
          </p:cNvPr>
          <p:cNvSpPr>
            <a:spLocks noGrp="1"/>
          </p:cNvSpPr>
          <p:nvPr/>
        </p:nvSpPr>
        <p:spPr>
          <a:xfrm>
            <a:off x="5164645" y="2655570"/>
            <a:ext cx="55092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‏ארוך</a:t>
            </a:r>
          </a:p>
        </p:txBody>
      </p:sp>
      <p:sp>
        <p:nvSpPr>
          <p:cNvPr id="35" name="body-2-1-word-8">
            <a:extLst>
              <a:ext uri="{FF2B5EF4-FFF2-40B4-BE49-F238E27FC236}">
                <ns2:creationId id="{117D3D18-08F6-4C54-80DD-577485F41E3E}"/>
              </a:ext>
            </a:extLst>
          </p:cNvPr>
          <p:cNvSpPr>
            <a:spLocks noGrp="1"/>
          </p:cNvSpPr>
          <p:nvPr/>
        </p:nvSpPr>
        <p:spPr>
          <a:xfrm>
            <a:off x="4483227" y="2655570"/>
            <a:ext cx="62112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‏ועובר</a:t>
            </a:r>
          </a:p>
        </p:txBody>
      </p:sp>
      <p:sp>
        <p:nvSpPr>
          <p:cNvPr id="36" name="body-2-1-word-9">
            <a:extLst>
              <a:ext uri="{FF2B5EF4-FFF2-40B4-BE49-F238E27FC236}">
                <ns2:creationId id="{A26E03F6-F0C7-46E0-A87F-94C370CE5191}"/>
              </a:ext>
            </a:extLst>
          </p:cNvPr>
          <p:cNvSpPr>
            <a:spLocks noGrp="1"/>
          </p:cNvSpPr>
          <p:nvPr/>
        </p:nvSpPr>
        <p:spPr>
          <a:xfrm>
            <a:off x="4049840" y="2655570"/>
            <a:ext cx="373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‏את</a:t>
            </a:r>
          </a:p>
        </p:txBody>
      </p:sp>
      <p:sp>
        <p:nvSpPr>
          <p:cNvPr id="37" name="body-2-1-word-10">
            <a:extLst>
              <a:ext uri="{FF2B5EF4-FFF2-40B4-BE49-F238E27FC236}">
                <ns2:creationId id="{BC83CA12-F8F7-4416-856A-668690227461}"/>
              </a:ext>
            </a:extLst>
          </p:cNvPr>
          <p:cNvSpPr>
            <a:spLocks noGrp="1"/>
          </p:cNvSpPr>
          <p:nvPr/>
        </p:nvSpPr>
        <p:spPr>
          <a:xfrm>
            <a:off x="3733419" y="2655570"/>
            <a:ext cx="25612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‏קו</a:t>
            </a:r>
          </a:p>
        </p:txBody>
      </p:sp>
      <p:sp>
        <p:nvSpPr>
          <p:cNvPr id="38" name="body-2-1-word-11">
            <a:extLst>
              <a:ext uri="{FF2B5EF4-FFF2-40B4-BE49-F238E27FC236}">
                <ns2:creationId id="{A2948C28-B395-4B70-9727-3859A2F393FD}"/>
              </a:ext>
            </a:extLst>
          </p:cNvPr>
          <p:cNvSpPr>
            <a:spLocks noGrp="1"/>
          </p:cNvSpPr>
          <p:nvPr/>
        </p:nvSpPr>
        <p:spPr>
          <a:xfrm>
            <a:off x="2668143" y="2655570"/>
            <a:ext cx="100498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‏הצווארון.</a:t>
            </a:r>
          </a:p>
        </p:txBody>
      </p:sp>
      <p:sp>
        <p:nvSpPr>
          <p:cNvPr id="39" name="body-3-1-word-0">
            <a:extLst>
              <a:ext uri="{FF2B5EF4-FFF2-40B4-BE49-F238E27FC236}">
                <ns2:creationId id="{0B47CA31-2E36-4C25-8FDF-F5C90A4843BB}"/>
              </a:ext>
            </a:extLst>
          </p:cNvPr>
          <p:cNvSpPr>
            <a:spLocks noGrp="1"/>
          </p:cNvSpPr>
          <p:nvPr/>
        </p:nvSpPr>
        <p:spPr>
          <a:xfrm>
            <a:off x="10986421" y="3197543"/>
            <a:ext cx="46262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‏אילו</a:t>
            </a:r>
          </a:p>
        </p:txBody>
      </p:sp>
      <p:sp>
        <p:nvSpPr>
          <p:cNvPr id="40" name="body-3-1-word-1">
            <a:extLst>
              <a:ext uri="{FF2B5EF4-FFF2-40B4-BE49-F238E27FC236}">
                <ns2:creationId id="{139547FA-E5AF-40AE-95BD-8E22D4F588DB}"/>
              </a:ext>
            </a:extLst>
          </p:cNvPr>
          <p:cNvSpPr>
            <a:spLocks noGrp="1"/>
          </p:cNvSpPr>
          <p:nvPr/>
        </p:nvSpPr>
        <p:spPr>
          <a:xfrm>
            <a:off x="10185844" y="3197543"/>
            <a:ext cx="74028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‏פרטים</a:t>
            </a:r>
          </a:p>
        </p:txBody>
      </p:sp>
      <p:sp>
        <p:nvSpPr>
          <p:cNvPr id="41" name="body-3-1-word-2">
            <a:extLst>
              <a:ext uri="{FF2B5EF4-FFF2-40B4-BE49-F238E27FC236}">
                <ns2:creationId id="{6FC0A9DC-D772-4B88-8223-11C805CC6F22}"/>
              </a:ext>
            </a:extLst>
          </p:cNvPr>
          <p:cNvSpPr>
            <a:spLocks noGrp="1"/>
          </p:cNvSpPr>
          <p:nvPr/>
        </p:nvSpPr>
        <p:spPr>
          <a:xfrm>
            <a:off x="9264110" y="3197543"/>
            <a:ext cx="86144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‏תקינים,</a:t>
            </a:r>
          </a:p>
        </p:txBody>
      </p:sp>
      <p:sp>
        <p:nvSpPr>
          <p:cNvPr id="42" name="body-3-1-word-3">
            <a:extLst>
              <a:ext uri="{FF2B5EF4-FFF2-40B4-BE49-F238E27FC236}">
                <ns2:creationId id="{6FFB859B-92DE-4A50-9089-5EF24E03454B}"/>
              </a:ext>
            </a:extLst>
          </p:cNvPr>
          <p:cNvSpPr>
            <a:spLocks noGrp="1"/>
          </p:cNvSpPr>
          <p:nvPr/>
        </p:nvSpPr>
        <p:spPr>
          <a:xfrm>
            <a:off x="8670703" y="3197543"/>
            <a:ext cx="53311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‏ואילו</a:t>
            </a:r>
          </a:p>
        </p:txBody>
      </p:sp>
      <p:sp>
        <p:nvSpPr>
          <p:cNvPr id="43" name="body-3-1-word-4">
            <a:extLst>
              <a:ext uri="{FF2B5EF4-FFF2-40B4-BE49-F238E27FC236}">
                <ns2:creationId id="{35C6D19C-08A0-4C71-8919-2603900F1F41}"/>
              </a:ext>
            </a:extLst>
          </p:cNvPr>
          <p:cNvSpPr>
            <a:spLocks noGrp="1"/>
          </p:cNvSpPr>
          <p:nvPr/>
        </p:nvSpPr>
        <p:spPr>
          <a:xfrm>
            <a:off x="7870126" y="3197543"/>
            <a:ext cx="74028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‏פרטים</a:t>
            </a:r>
          </a:p>
        </p:txBody>
      </p:sp>
      <p:sp>
        <p:nvSpPr>
          <p:cNvPr id="44" name="body-3-1-word-5">
            <a:extLst>
              <a:ext uri="{FF2B5EF4-FFF2-40B4-BE49-F238E27FC236}">
                <ns2:creationId id="{DEA23E7F-3F74-4E7C-8C81-550983FDC65C}"/>
              </a:ext>
            </a:extLst>
          </p:cNvPr>
          <p:cNvSpPr>
            <a:spLocks noGrp="1"/>
          </p:cNvSpPr>
          <p:nvPr/>
        </p:nvSpPr>
        <p:spPr>
          <a:xfrm>
            <a:off x="6980110" y="3197543"/>
            <a:ext cx="82972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‏דורשים</a:t>
            </a:r>
          </a:p>
        </p:txBody>
      </p:sp>
      <p:sp>
        <p:nvSpPr>
          <p:cNvPr id="45" name="body-3-1-word-6">
            <a:extLst>
              <a:ext uri="{FF2B5EF4-FFF2-40B4-BE49-F238E27FC236}">
                <ns2:creationId id="{D0837FEB-6995-4329-96CB-52E026252864}"/>
              </a:ext>
            </a:extLst>
          </p:cNvPr>
          <p:cNvSpPr>
            <a:spLocks noGrp="1"/>
          </p:cNvSpPr>
          <p:nvPr/>
        </p:nvSpPr>
        <p:spPr>
          <a:xfrm>
            <a:off x="6180201" y="3197543"/>
            <a:ext cx="73961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‏תיקון?</a:t>
            </a:r>
          </a:p>
        </p:txBody>
      </p:sp>
      <p:sp>
        <p:nvSpPr>
          <p:cNvPr id="46" name="body-3-1-word-7">
            <a:extLst>
              <a:ext uri="{FF2B5EF4-FFF2-40B4-BE49-F238E27FC236}">
                <ns2:creationId id="{8550B575-C7DB-4228-A05C-219F41B4E253}"/>
              </a:ext>
            </a:extLst>
          </p:cNvPr>
          <p:cNvSpPr>
            <a:spLocks noGrp="1"/>
          </p:cNvSpPr>
          <p:nvPr/>
        </p:nvSpPr>
        <p:spPr>
          <a:xfrm>
            <a:off x="5695093" y="3197543"/>
            <a:ext cx="42481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‏לכל</a:t>
            </a:r>
          </a:p>
        </p:txBody>
      </p:sp>
      <p:sp>
        <p:nvSpPr>
          <p:cNvPr id="47" name="body-3-1-word-8">
            <a:extLst>
              <a:ext uri="{FF2B5EF4-FFF2-40B4-BE49-F238E27FC236}">
                <ns2:creationId id="{A57EED0F-5241-458F-A20F-D4CFB5C10883}"/>
              </a:ext>
            </a:extLst>
          </p:cNvPr>
          <p:cNvSpPr>
            <a:spLocks noGrp="1"/>
          </p:cNvSpPr>
          <p:nvPr/>
        </p:nvSpPr>
        <p:spPr>
          <a:xfrm>
            <a:off x="4826794" y="3197543"/>
            <a:ext cx="80800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‏תשובה</a:t>
            </a:r>
          </a:p>
        </p:txBody>
      </p:sp>
      <p:sp>
        <p:nvSpPr>
          <p:cNvPr id="48" name="body-3-1-word-9">
            <a:extLst>
              <a:ext uri="{FF2B5EF4-FFF2-40B4-BE49-F238E27FC236}">
                <ns2:creationId id="{FF41E882-86C9-47A2-9F0E-C4B9FCEFD777}"/>
              </a:ext>
            </a:extLst>
          </p:cNvPr>
          <p:cNvSpPr>
            <a:spLocks noGrp="1"/>
          </p:cNvSpPr>
          <p:nvPr/>
        </p:nvSpPr>
        <p:spPr>
          <a:xfrm>
            <a:off x="3946207" y="3197543"/>
            <a:ext cx="82029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‏מציינים</a:t>
            </a:r>
          </a:p>
        </p:txBody>
      </p:sp>
      <p:sp>
        <p:nvSpPr>
          <p:cNvPr id="49" name="body-3-1-word-10">
            <a:extLst>
              <a:ext uri="{FF2B5EF4-FFF2-40B4-BE49-F238E27FC236}">
                <ns2:creationId id="{C7FE3FD3-2FF3-4197-860C-A9EFF4462154}"/>
              </a:ext>
            </a:extLst>
          </p:cNvPr>
          <p:cNvSpPr>
            <a:spLocks noGrp="1"/>
          </p:cNvSpPr>
          <p:nvPr/>
        </p:nvSpPr>
        <p:spPr>
          <a:xfrm>
            <a:off x="3512820" y="3197543"/>
            <a:ext cx="373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‏את</a:t>
            </a:r>
          </a:p>
        </p:txBody>
      </p:sp>
      <p:sp>
        <p:nvSpPr>
          <p:cNvPr id="50" name="body-3-1-word-11">
            <a:extLst>
              <a:ext uri="{FF2B5EF4-FFF2-40B4-BE49-F238E27FC236}">
                <ns2:creationId id="{EA6E1065-623D-48BE-A760-C8C12EBDC270}"/>
              </a:ext>
            </a:extLst>
          </p:cNvPr>
          <p:cNvSpPr>
            <a:spLocks noGrp="1"/>
          </p:cNvSpPr>
          <p:nvPr/>
        </p:nvSpPr>
        <p:spPr>
          <a:xfrm>
            <a:off x="3075432" y="3197543"/>
            <a:ext cx="37709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‏סוג</a:t>
            </a:r>
          </a:p>
        </p:txBody>
      </p:sp>
      <p:sp>
        <p:nvSpPr>
          <p:cNvPr id="51" name="body-3-1-word-12">
            <a:extLst>
              <a:ext uri="{FF2B5EF4-FFF2-40B4-BE49-F238E27FC236}">
                <ns2:creationId id="{8A6527C4-3A5A-4C98-A7C2-291D1FFF9303}"/>
              </a:ext>
            </a:extLst>
          </p:cNvPr>
          <p:cNvSpPr>
            <a:spLocks noGrp="1"/>
          </p:cNvSpPr>
          <p:nvPr/>
        </p:nvSpPr>
        <p:spPr>
          <a:xfrm>
            <a:off x="2146078" y="3197543"/>
            <a:ext cx="86906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‏השירות</a:t>
            </a:r>
          </a:p>
        </p:txBody>
      </p:sp>
      <p:sp>
        <p:nvSpPr>
          <p:cNvPr id="52" name="body-3-1-word-13">
            <a:extLst>
              <a:ext uri="{FF2B5EF4-FFF2-40B4-BE49-F238E27FC236}">
                <ns2:creationId id="{DB8E291D-A323-49E8-A1E9-4FA6BB9209D8}"/>
              </a:ext>
            </a:extLst>
          </p:cNvPr>
          <p:cNvSpPr>
            <a:spLocks noGrp="1"/>
          </p:cNvSpPr>
          <p:nvPr/>
        </p:nvSpPr>
        <p:spPr>
          <a:xfrm>
            <a:off x="1642300" y="3197543"/>
            <a:ext cx="44348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‏ואת</a:t>
            </a:r>
          </a:p>
        </p:txBody>
      </p:sp>
      <p:sp>
        <p:nvSpPr>
          <p:cNvPr id="53" name="body-3-1-word-14">
            <a:extLst>
              <a:ext uri="{FF2B5EF4-FFF2-40B4-BE49-F238E27FC236}">
                <ns2:creationId id="{266F38CF-54BB-4CA5-86C2-7BBB361CA68D}"/>
              </a:ext>
            </a:extLst>
          </p:cNvPr>
          <p:cNvSpPr>
            <a:spLocks noGrp="1"/>
          </p:cNvSpPr>
          <p:nvPr/>
        </p:nvSpPr>
        <p:spPr>
          <a:xfrm>
            <a:off x="985171" y="3197543"/>
            <a:ext cx="59683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‏הכלל</a:t>
            </a:r>
          </a:p>
        </p:txBody>
      </p:sp>
      <p:sp>
        <p:nvSpPr>
          <p:cNvPr id="54" name="body-3-2-word-0">
            <a:extLst>
              <a:ext uri="{FF2B5EF4-FFF2-40B4-BE49-F238E27FC236}">
                <ns2:creationId id="{7FBF05B0-3673-43C8-B1C0-7E20EB8CA780}"/>
              </a:ext>
            </a:extLst>
          </p:cNvPr>
          <p:cNvSpPr>
            <a:spLocks noGrp="1"/>
          </p:cNvSpPr>
          <p:nvPr/>
        </p:nvSpPr>
        <p:spPr>
          <a:xfrm>
            <a:off x="10411301" y="3549015"/>
            <a:ext cx="103774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‏המתאים.</a:t>
            </a:r>
          </a:p>
        </p:txBody>
      </p:sp>
      <p:sp>
        <p:nvSpPr>
          <p:cNvPr id="55" name="body-4-1-word-0">
            <a:extLst>
              <a:ext uri="{FF2B5EF4-FFF2-40B4-BE49-F238E27FC236}">
                <ns2:creationId id="{71BC0CEA-7859-48B5-B9F5-947DB42ED6E8}"/>
              </a:ext>
            </a:extLst>
          </p:cNvPr>
          <p:cNvSpPr>
            <a:spLocks noGrp="1"/>
          </p:cNvSpPr>
          <p:nvPr/>
        </p:nvSpPr>
        <p:spPr>
          <a:xfrm>
            <a:off x="10798873" y="4090988"/>
            <a:ext cx="65017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‏מהלך</a:t>
            </a:r>
          </a:p>
        </p:txBody>
      </p:sp>
      <p:sp>
        <p:nvSpPr>
          <p:cNvPr id="56" name="body-4-1-word-1">
            <a:extLst>
              <a:ext uri="{FF2B5EF4-FFF2-40B4-BE49-F238E27FC236}">
                <ns2:creationId id="{4B630DAC-2427-4287-9946-393939B45C95}"/>
              </a:ext>
            </a:extLst>
          </p:cNvPr>
          <p:cNvSpPr>
            <a:spLocks noGrp="1"/>
          </p:cNvSpPr>
          <p:nvPr/>
        </p:nvSpPr>
        <p:spPr>
          <a:xfrm>
            <a:off x="9812750" y="4090988"/>
            <a:ext cx="92583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‏התרגיל:</a:t>
            </a:r>
          </a:p>
        </p:txBody>
      </p:sp>
      <p:sp>
        <p:nvSpPr>
          <p:cNvPr id="57" name="body-4-1-word-2">
            <a:extLst>
              <a:ext uri="{FF2B5EF4-FFF2-40B4-BE49-F238E27FC236}">
                <ns2:creationId id="{EB8F9F62-1949-45B9-B3BC-FCB99E33942C}"/>
              </a:ext>
            </a:extLst>
          </p:cNvPr>
          <p:cNvSpPr>
            <a:spLocks noGrp="1"/>
          </p:cNvSpPr>
          <p:nvPr/>
        </p:nvSpPr>
        <p:spPr>
          <a:xfrm>
            <a:off x="9406033" y="4090988"/>
            <a:ext cx="34642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a:lnSpc>
                <a:spcPct val="100000"/>
              </a:lnSpc>
              <a:buNone/>
              <a:defRPr sz="2250" b="0">
                <a:solidFill>
                  <a:srgbClr val="F8F4EA"/>
                </a:solidFill>
                <a:latin typeface="Arial"/>
                <a:ea typeface="Arial"/>
                <a:cs typeface="Arial"/>
              </a:defRPr>
            </a:pPr>
            <a:r>
              <a:rPr sz="2250" b="0">
                <a:solidFill>
                  <a:srgbClr val="F8F4EA"/>
                </a:solidFill>
                <a:latin typeface="Arial"/>
                <a:ea typeface="Arial"/>
                <a:cs typeface="Arial"/>
              </a:rPr>
              <a:t>‏30</a:t>
            </a:r>
          </a:p>
        </p:txBody>
      </p:sp>
      <p:sp>
        <p:nvSpPr>
          <p:cNvPr id="58" name="body-4-1-word-3">
            <a:extLst>
              <a:ext uri="{FF2B5EF4-FFF2-40B4-BE49-F238E27FC236}">
                <ns2:creationId id="{07656D65-9859-4CA1-8A38-04AB12414C5F}"/>
              </a:ext>
            </a:extLst>
          </p:cNvPr>
          <p:cNvSpPr>
            <a:spLocks noGrp="1"/>
          </p:cNvSpPr>
          <p:nvPr/>
        </p:nvSpPr>
        <p:spPr>
          <a:xfrm>
            <a:off x="8693467" y="4090988"/>
            <a:ext cx="65227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‏שניות</a:t>
            </a:r>
          </a:p>
        </p:txBody>
      </p:sp>
      <p:sp>
        <p:nvSpPr>
          <p:cNvPr id="59" name="body-4-1-word-4">
            <a:extLst>
              <a:ext uri="{FF2B5EF4-FFF2-40B4-BE49-F238E27FC236}">
                <ns2:creationId id="{B6AFA243-B72F-434C-8E1E-DD948E8295B1}"/>
              </a:ext>
            </a:extLst>
          </p:cNvPr>
          <p:cNvSpPr>
            <a:spLocks noGrp="1"/>
          </p:cNvSpPr>
          <p:nvPr/>
        </p:nvSpPr>
        <p:spPr>
          <a:xfrm>
            <a:off x="7705534" y="4090988"/>
            <a:ext cx="92764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‏לחשיבה</a:t>
            </a:r>
          </a:p>
        </p:txBody>
      </p:sp>
      <p:sp>
        <p:nvSpPr>
          <p:cNvPr id="60" name="body-4-1-word-5">
            <a:extLst>
              <a:ext uri="{FF2B5EF4-FFF2-40B4-BE49-F238E27FC236}">
                <ns2:creationId id="{889E65EE-C185-4CE3-BC45-4E65BB745904}"/>
              </a:ext>
            </a:extLst>
          </p:cNvPr>
          <p:cNvSpPr>
            <a:spLocks noGrp="1"/>
          </p:cNvSpPr>
          <p:nvPr/>
        </p:nvSpPr>
        <p:spPr>
          <a:xfrm>
            <a:off x="6853428" y="4090988"/>
            <a:ext cx="79181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‏אישית,</a:t>
            </a:r>
          </a:p>
        </p:txBody>
      </p:sp>
      <p:sp>
        <p:nvSpPr>
          <p:cNvPr id="61" name="body-4-1-word-6">
            <a:extLst>
              <a:ext uri="{FF2B5EF4-FFF2-40B4-BE49-F238E27FC236}">
                <ns2:creationId id="{065C9E5E-C836-4300-9773-C4FA77A4A1FB}"/>
              </a:ext>
            </a:extLst>
          </p:cNvPr>
          <p:cNvSpPr>
            <a:spLocks noGrp="1"/>
          </p:cNvSpPr>
          <p:nvPr/>
        </p:nvSpPr>
        <p:spPr>
          <a:xfrm>
            <a:off x="6446711" y="4090988"/>
            <a:ext cx="34642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a:lnSpc>
                <a:spcPct val="100000"/>
              </a:lnSpc>
              <a:buNone/>
              <a:defRPr sz="2250" b="0">
                <a:solidFill>
                  <a:srgbClr val="F8F4EA"/>
                </a:solidFill>
                <a:latin typeface="Arial"/>
                <a:ea typeface="Arial"/>
                <a:cs typeface="Arial"/>
              </a:defRPr>
            </a:pPr>
            <a:r>
              <a:rPr sz="2250" b="0">
                <a:solidFill>
                  <a:srgbClr val="F8F4EA"/>
                </a:solidFill>
                <a:latin typeface="Arial"/>
                <a:ea typeface="Arial"/>
                <a:cs typeface="Arial"/>
              </a:rPr>
              <a:t>‏30</a:t>
            </a:r>
          </a:p>
        </p:txBody>
      </p:sp>
      <p:sp>
        <p:nvSpPr>
          <p:cNvPr id="62" name="body-4-1-word-7">
            <a:extLst>
              <a:ext uri="{FF2B5EF4-FFF2-40B4-BE49-F238E27FC236}">
                <ns2:creationId id="{12BB1E5C-43D4-4129-A17D-62C6F69575AD}"/>
              </a:ext>
            </a:extLst>
          </p:cNvPr>
          <p:cNvSpPr>
            <a:spLocks noGrp="1"/>
          </p:cNvSpPr>
          <p:nvPr/>
        </p:nvSpPr>
        <p:spPr>
          <a:xfrm>
            <a:off x="5734145" y="4090988"/>
            <a:ext cx="65227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‏שניות</a:t>
            </a:r>
          </a:p>
        </p:txBody>
      </p:sp>
      <p:sp>
        <p:nvSpPr>
          <p:cNvPr id="63" name="body-4-1-word-8">
            <a:extLst>
              <a:ext uri="{FF2B5EF4-FFF2-40B4-BE49-F238E27FC236}">
                <ns2:creationId id="{FEAC43E2-91E4-4067-A20B-FF40037596E9}"/>
              </a:ext>
            </a:extLst>
          </p:cNvPr>
          <p:cNvSpPr>
            <a:spLocks noGrp="1"/>
          </p:cNvSpPr>
          <p:nvPr/>
        </p:nvSpPr>
        <p:spPr>
          <a:xfrm>
            <a:off x="4828223" y="4090988"/>
            <a:ext cx="84562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‏לשיתוף</a:t>
            </a:r>
          </a:p>
        </p:txBody>
      </p:sp>
      <p:sp>
        <p:nvSpPr>
          <p:cNvPr id="64" name="body-4-1-word-9">
            <a:extLst>
              <a:ext uri="{FF2B5EF4-FFF2-40B4-BE49-F238E27FC236}">
                <ns2:creationId id="{98CC2031-271E-4643-A6E5-9E7A16050C54}"/>
              </a:ext>
            </a:extLst>
          </p:cNvPr>
          <p:cNvSpPr>
            <a:spLocks noGrp="1"/>
          </p:cNvSpPr>
          <p:nvPr/>
        </p:nvSpPr>
        <p:spPr>
          <a:xfrm>
            <a:off x="3877913" y="4090988"/>
            <a:ext cx="89001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‏תשובות</a:t>
            </a:r>
          </a:p>
        </p:txBody>
      </p:sp>
      <p:sp>
        <p:nvSpPr>
          <p:cNvPr id="65" name="body-4-1-word-10">
            <a:extLst>
              <a:ext uri="{FF2B5EF4-FFF2-40B4-BE49-F238E27FC236}">
                <ns2:creationId id="{643E98ED-950A-4E52-8380-1E89371BAFE7}"/>
              </a:ext>
            </a:extLst>
          </p:cNvPr>
          <p:cNvSpPr>
            <a:spLocks noGrp="1"/>
          </p:cNvSpPr>
          <p:nvPr/>
        </p:nvSpPr>
        <p:spPr>
          <a:xfrm>
            <a:off x="3291364" y="4090988"/>
            <a:ext cx="52625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‏ו־30</a:t>
            </a:r>
          </a:p>
        </p:txBody>
      </p:sp>
      <p:sp>
        <p:nvSpPr>
          <p:cNvPr id="66" name="body-4-1-word-11">
            <a:extLst>
              <a:ext uri="{FF2B5EF4-FFF2-40B4-BE49-F238E27FC236}">
                <ns2:creationId id="{040EF5E6-7D1E-42A8-BD09-C7C36FEF24DB}"/>
              </a:ext>
            </a:extLst>
          </p:cNvPr>
          <p:cNvSpPr>
            <a:spLocks noGrp="1"/>
          </p:cNvSpPr>
          <p:nvPr/>
        </p:nvSpPr>
        <p:spPr>
          <a:xfrm>
            <a:off x="2578798" y="4090988"/>
            <a:ext cx="65227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‏שניות</a:t>
            </a:r>
          </a:p>
        </p:txBody>
      </p:sp>
      <p:sp>
        <p:nvSpPr>
          <p:cNvPr id="67" name="body-4-1-word-12">
            <a:extLst>
              <a:ext uri="{FF2B5EF4-FFF2-40B4-BE49-F238E27FC236}">
                <ns2:creationId id="{E4B6F37B-6FE6-4A13-8A1E-23F8FA85C0EB}"/>
              </a:ext>
            </a:extLst>
          </p:cNvPr>
          <p:cNvSpPr>
            <a:spLocks noGrp="1"/>
          </p:cNvSpPr>
          <p:nvPr/>
        </p:nvSpPr>
        <p:spPr>
          <a:xfrm>
            <a:off x="1632109" y="4090988"/>
            <a:ext cx="88639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‏לבחירת</a:t>
            </a:r>
          </a:p>
        </p:txBody>
      </p:sp>
      <p:sp>
        <p:nvSpPr>
          <p:cNvPr id="68" name="body-4-2-word-0">
            <a:extLst>
              <a:ext uri="{FF2B5EF4-FFF2-40B4-BE49-F238E27FC236}">
                <ns2:creationId id="{EFF7A468-A15B-4954-9CA9-90B480232A2E}"/>
              </a:ext>
            </a:extLst>
          </p:cNvPr>
          <p:cNvSpPr>
            <a:spLocks noGrp="1"/>
          </p:cNvSpPr>
          <p:nvPr/>
        </p:nvSpPr>
        <p:spPr>
          <a:xfrm>
            <a:off x="10345102" y="4442460"/>
            <a:ext cx="110394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‏התיקונים.</a:t>
            </a:r>
          </a:p>
        </p:txBody>
      </p:sp>
      <p:sp>
        <p:nvSpPr>
          <p:cNvPr id="69" name="body-4-2-word-1">
            <a:extLst>
              <a:ext uri="{FF2B5EF4-FFF2-40B4-BE49-F238E27FC236}">
                <ns2:creationId id="{432A7576-3A00-44C1-B491-76377025D400}"/>
              </a:ext>
            </a:extLst>
          </p:cNvPr>
          <p:cNvSpPr>
            <a:spLocks noGrp="1"/>
          </p:cNvSpPr>
          <p:nvPr/>
        </p:nvSpPr>
        <p:spPr>
          <a:xfrm>
            <a:off x="9458039" y="4442460"/>
            <a:ext cx="8267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‏הפתרון</a:t>
            </a:r>
          </a:p>
        </p:txBody>
      </p:sp>
      <p:sp>
        <p:nvSpPr>
          <p:cNvPr id="70" name="body-4-2-word-2">
            <a:extLst>
              <a:ext uri="{FF2B5EF4-FFF2-40B4-BE49-F238E27FC236}">
                <ns2:creationId id="{03C72070-AFC0-493D-97CF-C72229F73DE2}"/>
              </a:ext>
            </a:extLst>
          </p:cNvPr>
          <p:cNvSpPr>
            <a:spLocks noGrp="1"/>
          </p:cNvSpPr>
          <p:nvPr/>
        </p:nvSpPr>
        <p:spPr>
          <a:xfrm>
            <a:off x="8378095" y="4442460"/>
            <a:ext cx="101965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‏בשקופית</a:t>
            </a:r>
          </a:p>
        </p:txBody>
      </p:sp>
      <p:sp>
        <p:nvSpPr>
          <p:cNvPr id="71" name="body-4-2-word-3">
            <a:extLst>
              <a:ext uri="{FF2B5EF4-FFF2-40B4-BE49-F238E27FC236}">
                <ns2:creationId id="{6D297064-55DF-45BF-AE14-515F33E4CE27}"/>
              </a:ext>
            </a:extLst>
          </p:cNvPr>
          <p:cNvSpPr>
            <a:spLocks noGrp="1"/>
          </p:cNvSpPr>
          <p:nvPr/>
        </p:nvSpPr>
        <p:spPr>
          <a:xfrm>
            <a:off x="7549991" y="4442460"/>
            <a:ext cx="76781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‏הבאה.</a:t>
            </a:r>
          </a:p>
        </p:txBody>
      </p:sp>
      <p:sp>
        <p:nvSpPr>
          <p:cNvPr id="72" name="sources-word-0">
            <a:extLst>
              <a:ext uri="{FF2B5EF4-FFF2-40B4-BE49-F238E27FC236}">
                <ns2:creationId id="{C05CD7BA-22B4-421F-8F39-2A5344E6FB74}"/>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‏איגרת</a:t>
            </a:r>
          </a:p>
        </p:txBody>
      </p:sp>
      <p:sp>
        <p:nvSpPr>
          <p:cNvPr id="73" name="sources-word-1">
            <a:extLst>
              <a:ext uri="{FF2B5EF4-FFF2-40B4-BE49-F238E27FC236}">
                <ns2:creationId id="{0C7ED7BB-E309-44F7-BA9D-6EE8C1FAD38E}"/>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‏קיץ,</a:t>
            </a:r>
          </a:p>
        </p:txBody>
      </p:sp>
      <p:sp>
        <p:nvSpPr>
          <p:cNvPr id="74" name="sources-word-2">
            <a:extLst>
              <a:ext uri="{FF2B5EF4-FFF2-40B4-BE49-F238E27FC236}">
                <ns2:creationId id="{2B56EDBD-D284-4657-9E0A-9550CACDC193}"/>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‏17.05.2023</a:t>
            </a:r>
          </a:p>
        </p:txBody>
      </p:sp>
      <p:sp>
        <p:nvSpPr>
          <p:cNvPr id="75" name="sources-word-3">
            <a:extLst>
              <a:ext uri="{FF2B5EF4-FFF2-40B4-BE49-F238E27FC236}">
                <ns2:creationId id="{F5DD09E4-AB2D-43E4-9BEE-5480D5FAA3F8}"/>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a:t>
            </a:r>
          </a:p>
        </p:txBody>
      </p:sp>
      <p:sp>
        <p:nvSpPr>
          <p:cNvPr id="76" name="sources-word-4">
            <a:extLst>
              <a:ext uri="{FF2B5EF4-FFF2-40B4-BE49-F238E27FC236}">
                <ns2:creationId id="{7647655A-9548-42F4-83F4-AB0A196F3577}"/>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‏עדכון</a:t>
            </a:r>
          </a:p>
        </p:txBody>
      </p:sp>
      <p:sp>
        <p:nvSpPr>
          <p:cNvPr id="77" name="sources-word-5">
            <a:extLst>
              <a:ext uri="{FF2B5EF4-FFF2-40B4-BE49-F238E27FC236}">
                <ns2:creationId id="{12C6D78D-C5CC-49A4-AB43-4E8D300E11A7}"/>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‏דיגום,</a:t>
            </a:r>
          </a:p>
        </p:txBody>
      </p:sp>
      <p:sp>
        <p:nvSpPr>
          <p:cNvPr id="78" name="sources-word-6">
            <a:extLst>
              <a:ext uri="{FF2B5EF4-FFF2-40B4-BE49-F238E27FC236}">
                <ns2:creationId id="{03EF3E27-26BE-45FB-B3BB-064EB50DCF6C}"/>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‏09.04.2025</a:t>
            </a:r>
          </a:p>
        </p:txBody>
      </p:sp>
      <p:sp>
        <p:nvSpPr>
          <p:cNvPr id="79" name="page">
            <a:extLst>
              <a:ext uri="{FF2B5EF4-FFF2-40B4-BE49-F238E27FC236}">
                <ns2:creationId id="{77EA43EC-653E-46C6-8404-93327A6A9432}"/>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DDDCCB"/>
                </a:solidFill>
                <a:latin typeface="Arial"/>
                <a:ea typeface="Arial"/>
                <a:cs typeface="Arial"/>
              </a:defRPr>
            </a:defPPr>
            <a:lvl1pPr algn="l">
              <a:defRPr sz="1200" b="0">
                <a:solidFill>
                  <a:srgbClr val="DDDCCB"/>
                </a:solidFill>
                <a:latin typeface="Arial"/>
                <a:ea typeface="Arial"/>
                <a:cs typeface="Arial"/>
              </a:defRPr>
            </a:lvl1pPr>
            <a:lvl2pPr algn="l">
              <a:defRPr sz="1200" b="0">
                <a:solidFill>
                  <a:srgbClr val="DDDCCB"/>
                </a:solidFill>
                <a:latin typeface="Arial"/>
                <a:ea typeface="Arial"/>
                <a:cs typeface="Arial"/>
              </a:defRPr>
            </a:lvl2pPr>
            <a:lvl3pPr algn="l">
              <a:defRPr sz="1200" b="0">
                <a:solidFill>
                  <a:srgbClr val="DDDCCB"/>
                </a:solidFill>
                <a:latin typeface="Arial"/>
                <a:ea typeface="Arial"/>
                <a:cs typeface="Arial"/>
              </a:defRPr>
            </a:lvl3pPr>
            <a:lvl4pPr algn="l">
              <a:defRPr sz="1200" b="0">
                <a:solidFill>
                  <a:srgbClr val="DDDCCB"/>
                </a:solidFill>
                <a:latin typeface="Arial"/>
                <a:ea typeface="Arial"/>
                <a:cs typeface="Arial"/>
              </a:defRPr>
            </a:lvl4pPr>
            <a:lvl5pPr algn="l">
              <a:defRPr sz="1200" b="0">
                <a:solidFill>
                  <a:srgbClr val="DDDCCB"/>
                </a:solidFill>
                <a:latin typeface="Arial"/>
                <a:ea typeface="Arial"/>
                <a:cs typeface="Arial"/>
              </a:defRPr>
            </a:lvl5pPr>
            <a:lvl6pPr algn="l">
              <a:defRPr sz="1200" b="0">
                <a:solidFill>
                  <a:srgbClr val="DDDCCB"/>
                </a:solidFill>
                <a:latin typeface="Arial"/>
                <a:ea typeface="Arial"/>
                <a:cs typeface="Arial"/>
              </a:defRPr>
            </a:lvl6pPr>
            <a:lvl7pPr algn="l">
              <a:defRPr sz="1200" b="0">
                <a:solidFill>
                  <a:srgbClr val="DDDCCB"/>
                </a:solidFill>
                <a:latin typeface="Arial"/>
                <a:ea typeface="Arial"/>
                <a:cs typeface="Arial"/>
              </a:defRPr>
            </a:lvl7pPr>
            <a:lvl8pPr algn="l">
              <a:defRPr sz="1200" b="0">
                <a:solidFill>
                  <a:srgbClr val="DDDCCB"/>
                </a:solidFill>
                <a:latin typeface="Arial"/>
                <a:ea typeface="Arial"/>
                <a:cs typeface="Arial"/>
              </a:defRPr>
            </a:lvl8pPr>
            <a:lvl9pPr algn="l">
              <a:defRPr sz="1200" b="0">
                <a:solidFill>
                  <a:srgbClr val="DDDCCB"/>
                </a:solidFill>
                <a:latin typeface="Arial"/>
                <a:ea typeface="Arial"/>
                <a:cs typeface="Arial"/>
              </a:defRPr>
            </a:lvl9pPr>
          </a:lstStyle>
          <a:p>
            <a:pPr algn="l">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24 / 35</a:t>
            </a:r>
          </a:p>
        </p:txBody>
      </p:sp>
      <p:sp>
        <p:nvSpPr>
          <p:cNvPr id="80" name="timing-word-0">
            <a:extLst>
              <a:ext uri="{FF2B5EF4-FFF2-40B4-BE49-F238E27FC236}">
                <ns2:creationId id="{9BA739E3-B86E-4FE9-BA37-BBD673CAEC45}"/>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‏19:45</a:t>
            </a:r>
          </a:p>
        </p:txBody>
      </p:sp>
      <p:sp>
        <p:nvSpPr>
          <p:cNvPr id="81" name="timing-word-1">
            <a:extLst>
              <a:ext uri="{FF2B5EF4-FFF2-40B4-BE49-F238E27FC236}">
                <ns2:creationId id="{D0B4023C-FC5D-48BD-A307-884ADF0FB092}"/>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‏עד</a:t>
            </a:r>
          </a:p>
        </p:txBody>
      </p:sp>
      <p:sp>
        <p:nvSpPr>
          <p:cNvPr id="82" name="timing-word-2">
            <a:extLst>
              <a:ext uri="{FF2B5EF4-FFF2-40B4-BE49-F238E27FC236}">
                <ns2:creationId id="{73F12F29-0A85-4FDB-A252-CD6E373AF65A}"/>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‏21:15</a:t>
            </a:r>
          </a:p>
        </p:txBody>
      </p:sp>
      <p:sp>
        <p:nvSpPr>
          <p:cNvPr id="83" name="timing-word-3">
            <a:extLst>
              <a:ext uri="{FF2B5EF4-FFF2-40B4-BE49-F238E27FC236}">
                <ns2:creationId id="{E0E2A42E-35AF-41F5-BA21-3A0A54F37A73}"/>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‏(90</a:t>
            </a:r>
          </a:p>
        </p:txBody>
      </p:sp>
      <p:sp>
        <p:nvSpPr>
          <p:cNvPr id="84" name="timing-word-4">
            <a:extLst>
              <a:ext uri="{FF2B5EF4-FFF2-40B4-BE49-F238E27FC236}">
                <ns2:creationId id="{4A1601AF-3B91-4671-B858-74EE714E47DE}"/>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‏שניות)</a:t>
            </a:r>
          </a:p>
        </p:txBody>
      </p:sp>
    </p:spTree>
    <p:extLst>
      <p:ext uri="{BB962C8B-B14F-4D97-AF65-F5344CB8AC3E}">
        <ns3:creationId val="2003196930"/>
      </p:ext>
    </p:extLst>
  </p:cSld>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4" name="title-word-0">
            <a:extLst>
              <a:ext uri="{FF2B5EF4-FFF2-40B4-BE49-F238E27FC236}">
                <ns2:creationId id="{4F52E3F4-29C7-4A49-BC12-B02F395DC74D}"/>
              </a:ext>
            </a:extLst>
          </p:cNvPr>
          <p:cNvSpPr>
            <a:spLocks noGrp="1"/>
          </p:cNvSpPr>
          <p:nvPr/>
        </p:nvSpPr>
        <p:spPr>
          <a:xfrm>
            <a:off x="10305383" y="571500"/>
            <a:ext cx="11436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‏פתרון:</a:t>
            </a:r>
          </a:p>
        </p:txBody>
      </p:sp>
      <p:sp>
        <p:nvSpPr>
          <p:cNvPr id="2" name="title-word-1">
            <a:extLst>
              <a:ext uri="{FF2B5EF4-FFF2-40B4-BE49-F238E27FC236}">
                <ns2:creationId id="{29A8AA2B-C83F-4865-9661-7204D2708CB1}"/>
              </a:ext>
            </a:extLst>
          </p:cNvPr>
          <p:cNvSpPr>
            <a:spLocks noGrp="1"/>
          </p:cNvSpPr>
          <p:nvPr/>
        </p:nvSpPr>
        <p:spPr>
          <a:xfrm>
            <a:off x="9658064" y="571500"/>
            <a:ext cx="54997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‏מה</a:t>
            </a:r>
          </a:p>
        </p:txBody>
      </p:sp>
      <p:sp>
        <p:nvSpPr>
          <p:cNvPr id="3" name="title-word-2">
            <a:extLst>
              <a:ext uri="{FF2B5EF4-FFF2-40B4-BE49-F238E27FC236}">
                <ns2:creationId id="{03E4043E-382C-4E99-A5C6-E9F887575F6B}"/>
              </a:ext>
            </a:extLst>
          </p:cNvPr>
          <p:cNvSpPr>
            <a:spLocks noGrp="1"/>
          </p:cNvSpPr>
          <p:nvPr/>
        </p:nvSpPr>
        <p:spPr>
          <a:xfrm>
            <a:off x="8436483" y="571500"/>
            <a:ext cx="112423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‏משנים</a:t>
            </a:r>
          </a:p>
        </p:txBody>
      </p:sp>
      <p:sp>
        <p:nvSpPr>
          <p:cNvPr id="4" name="title-word-3">
            <a:extLst>
              <a:ext uri="{FF2B5EF4-FFF2-40B4-BE49-F238E27FC236}">
                <ns2:creationId id="{50535777-42EC-4810-B261-51723D43C3C3}"/>
              </a:ext>
            </a:extLst>
          </p:cNvPr>
          <p:cNvSpPr>
            <a:spLocks noGrp="1"/>
          </p:cNvSpPr>
          <p:nvPr/>
        </p:nvSpPr>
        <p:spPr>
          <a:xfrm>
            <a:off x="7580662" y="571500"/>
            <a:ext cx="75847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‏לפני</a:t>
            </a:r>
          </a:p>
        </p:txBody>
      </p:sp>
      <p:sp>
        <p:nvSpPr>
          <p:cNvPr id="5" name="title-word-4">
            <a:extLst>
              <a:ext uri="{FF2B5EF4-FFF2-40B4-BE49-F238E27FC236}">
                <ns2:creationId id="{313C23F3-E246-4618-9431-BA13E68BD515}"/>
              </a:ext>
            </a:extLst>
          </p:cNvPr>
          <p:cNvSpPr>
            <a:spLocks noGrp="1"/>
          </p:cNvSpPr>
          <p:nvPr/>
        </p:nvSpPr>
        <p:spPr>
          <a:xfrm>
            <a:off x="6252496" y="571500"/>
            <a:ext cx="123082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‏היציאה</a:t>
            </a:r>
          </a:p>
        </p:txBody>
      </p:sp>
      <p:sp>
        <p:nvSpPr>
          <p:cNvPr id="6" name="body-1-1-word-0">
            <a:extLst>
              <a:ext uri="{FF2B5EF4-FFF2-40B4-BE49-F238E27FC236}">
                <ns2:creationId id="{3AC3F321-710A-48E5-8A0E-FF2918F952A4}"/>
              </a:ext>
            </a:extLst>
          </p:cNvPr>
          <p:cNvSpPr>
            <a:spLocks noGrp="1"/>
          </p:cNvSpPr>
          <p:nvPr/>
        </p:nvSpPr>
        <p:spPr>
          <a:xfrm>
            <a:off x="10538936" y="1762125"/>
            <a:ext cx="9101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‏העגילים</a:t>
            </a:r>
          </a:p>
        </p:txBody>
      </p:sp>
      <p:sp>
        <p:nvSpPr>
          <p:cNvPr id="7" name="body-1-1-word-1">
            <a:extLst>
              <a:ext uri="{FF2B5EF4-FFF2-40B4-BE49-F238E27FC236}">
                <ns2:creationId id="{6D698026-1A98-4737-8D04-6FE3BBD41FBC}"/>
              </a:ext>
            </a:extLst>
          </p:cNvPr>
          <p:cNvSpPr>
            <a:spLocks noGrp="1"/>
          </p:cNvSpPr>
          <p:nvPr/>
        </p:nvSpPr>
        <p:spPr>
          <a:xfrm>
            <a:off x="9648920" y="1762125"/>
            <a:ext cx="8297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‏דורשים</a:t>
            </a:r>
          </a:p>
        </p:txBody>
      </p:sp>
      <p:sp>
        <p:nvSpPr>
          <p:cNvPr id="8" name="body-1-1-word-2">
            <a:extLst>
              <a:ext uri="{FF2B5EF4-FFF2-40B4-BE49-F238E27FC236}">
                <ns2:creationId id="{441603DE-E3FC-4C3A-AF9A-3FA74D418416}"/>
              </a:ext>
            </a:extLst>
          </p:cNvPr>
          <p:cNvSpPr>
            <a:spLocks noGrp="1"/>
          </p:cNvSpPr>
          <p:nvPr/>
        </p:nvSpPr>
        <p:spPr>
          <a:xfrm>
            <a:off x="8928544" y="1762125"/>
            <a:ext cx="6600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‏תיקון:</a:t>
            </a:r>
          </a:p>
        </p:txBody>
      </p:sp>
      <p:sp>
        <p:nvSpPr>
          <p:cNvPr id="9" name="body-1-1-word-3">
            <a:extLst>
              <a:ext uri="{FF2B5EF4-FFF2-40B4-BE49-F238E27FC236}">
                <ns2:creationId id="{35BAC1F1-2747-4D8C-B719-01824C9CB9BC}"/>
              </a:ext>
            </a:extLst>
          </p:cNvPr>
          <p:cNvSpPr>
            <a:spLocks noGrp="1"/>
          </p:cNvSpPr>
          <p:nvPr/>
        </p:nvSpPr>
        <p:spPr>
          <a:xfrm>
            <a:off x="8116348" y="1762125"/>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10" name="body-1-1-word-4">
            <a:extLst>
              <a:ext uri="{FF2B5EF4-FFF2-40B4-BE49-F238E27FC236}">
                <ns2:creationId id="{94017A06-4689-41FB-A2C0-53928EB1666E}"/>
              </a:ext>
            </a:extLst>
          </p:cNvPr>
          <p:cNvSpPr>
            <a:spLocks noGrp="1"/>
          </p:cNvSpPr>
          <p:nvPr/>
        </p:nvSpPr>
        <p:spPr>
          <a:xfrm>
            <a:off x="7456075"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11" name="body-1-1-word-5">
            <a:extLst>
              <a:ext uri="{FF2B5EF4-FFF2-40B4-BE49-F238E27FC236}">
                <ns2:creationId id="{872C7297-D106-4E8B-B9C1-621200830A1A}"/>
              </a:ext>
            </a:extLst>
          </p:cNvPr>
          <p:cNvSpPr>
            <a:spLocks noGrp="1"/>
          </p:cNvSpPr>
          <p:nvPr/>
        </p:nvSpPr>
        <p:spPr>
          <a:xfrm>
            <a:off x="7073551" y="1762125"/>
            <a:ext cx="3222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a:t>
            </a:r>
          </a:p>
        </p:txBody>
      </p:sp>
      <p:sp>
        <p:nvSpPr>
          <p:cNvPr id="12" name="body-1-1-word-6">
            <a:extLst>
              <a:ext uri="{FF2B5EF4-FFF2-40B4-BE49-F238E27FC236}">
                <ns2:creationId id="{70020D8A-DDF5-486E-B6C1-421466695AD3}"/>
              </a:ext>
            </a:extLst>
          </p:cNvPr>
          <p:cNvSpPr>
            <a:spLocks noGrp="1"/>
          </p:cNvSpPr>
          <p:nvPr/>
        </p:nvSpPr>
        <p:spPr>
          <a:xfrm>
            <a:off x="6507480" y="1762125"/>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13" name="body-1-1-word-7">
            <a:extLst>
              <a:ext uri="{FF2B5EF4-FFF2-40B4-BE49-F238E27FC236}">
                <ns2:creationId id="{36EE8225-B22A-4233-A5F7-608A4AC6A9F2}"/>
              </a:ext>
            </a:extLst>
          </p:cNvPr>
          <p:cNvSpPr>
            <a:spLocks noGrp="1"/>
          </p:cNvSpPr>
          <p:nvPr/>
        </p:nvSpPr>
        <p:spPr>
          <a:xfrm>
            <a:off x="5751957" y="1762125"/>
            <a:ext cx="6952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‏בלבד,</a:t>
            </a:r>
          </a:p>
        </p:txBody>
      </p:sp>
      <p:sp>
        <p:nvSpPr>
          <p:cNvPr id="14" name="body-1-1-word-8">
            <a:extLst>
              <a:ext uri="{FF2B5EF4-FFF2-40B4-BE49-F238E27FC236}">
                <ns2:creationId id="{7EB08E32-F4DD-45BE-A709-788306C6D312}"/>
              </a:ext>
            </a:extLst>
          </p:cNvPr>
          <p:cNvSpPr>
            <a:spLocks noGrp="1"/>
          </p:cNvSpPr>
          <p:nvPr/>
        </p:nvSpPr>
        <p:spPr>
          <a:xfrm>
            <a:off x="5185886" y="1762125"/>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15" name="body-1-1-word-9">
            <a:extLst>
              <a:ext uri="{FF2B5EF4-FFF2-40B4-BE49-F238E27FC236}">
                <ns2:creationId id="{645A459C-F36B-438D-B32A-DA1C8D463BC5}"/>
              </a:ext>
            </a:extLst>
          </p:cNvPr>
          <p:cNvSpPr>
            <a:spLocks noGrp="1"/>
          </p:cNvSpPr>
          <p:nvPr/>
        </p:nvSpPr>
        <p:spPr>
          <a:xfrm>
            <a:off x="4678204" y="1762125"/>
            <a:ext cx="447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a:t>
            </a:r>
          </a:p>
        </p:txBody>
      </p:sp>
      <p:sp>
        <p:nvSpPr>
          <p:cNvPr id="16" name="body-1-1-word-10">
            <a:extLst>
              <a:ext uri="{FF2B5EF4-FFF2-40B4-BE49-F238E27FC236}">
                <ns2:creationId id="{C221A39F-3550-4871-83CE-8F3E726DFE70}"/>
              </a:ext>
            </a:extLst>
          </p:cNvPr>
          <p:cNvSpPr>
            <a:spLocks noGrp="1"/>
          </p:cNvSpPr>
          <p:nvPr/>
        </p:nvSpPr>
        <p:spPr>
          <a:xfrm>
            <a:off x="4009644" y="1762125"/>
            <a:ext cx="6082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‏תנוך.</a:t>
            </a:r>
          </a:p>
        </p:txBody>
      </p:sp>
      <p:sp>
        <p:nvSpPr>
          <p:cNvPr id="17" name="body-1-1-word-11">
            <a:extLst>
              <a:ext uri="{FF2B5EF4-FFF2-40B4-BE49-F238E27FC236}">
                <ns2:creationId id="{EA4CB6E2-F33D-4976-9945-EA6876675538}"/>
              </a:ext>
            </a:extLst>
          </p:cNvPr>
          <p:cNvSpPr>
            <a:spLocks noGrp="1"/>
          </p:cNvSpPr>
          <p:nvPr/>
        </p:nvSpPr>
        <p:spPr>
          <a:xfrm>
            <a:off x="3177064" y="1762125"/>
            <a:ext cx="7722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18" name="body-1-1-word-12">
            <a:extLst>
              <a:ext uri="{FF2B5EF4-FFF2-40B4-BE49-F238E27FC236}">
                <ns2:creationId id="{72ABB5A4-F0E5-48DA-AE73-6D55BEEDA43C}"/>
              </a:ext>
            </a:extLst>
          </p:cNvPr>
          <p:cNvSpPr>
            <a:spLocks noGrp="1"/>
          </p:cNvSpPr>
          <p:nvPr/>
        </p:nvSpPr>
        <p:spPr>
          <a:xfrm>
            <a:off x="2586323" y="1762125"/>
            <a:ext cx="530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‏לשני</a:t>
            </a:r>
          </a:p>
        </p:txBody>
      </p:sp>
      <p:sp>
        <p:nvSpPr>
          <p:cNvPr id="19" name="body-1-1-word-13">
            <a:extLst>
              <a:ext uri="{FF2B5EF4-FFF2-40B4-BE49-F238E27FC236}">
                <ns2:creationId id="{8941BBDD-3790-499E-B487-4C3BAAC98F81}"/>
              </a:ext>
            </a:extLst>
          </p:cNvPr>
          <p:cNvSpPr>
            <a:spLocks noGrp="1"/>
          </p:cNvSpPr>
          <p:nvPr/>
        </p:nvSpPr>
        <p:spPr>
          <a:xfrm>
            <a:off x="1949672" y="1762125"/>
            <a:ext cx="5763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‏זוגות</a:t>
            </a:r>
          </a:p>
        </p:txBody>
      </p:sp>
      <p:sp>
        <p:nvSpPr>
          <p:cNvPr id="20" name="body-1-1-word-14">
            <a:extLst>
              <a:ext uri="{FF2B5EF4-FFF2-40B4-BE49-F238E27FC236}">
                <ns2:creationId id="{E3573C05-59E6-464A-BF74-169C8C7E4CB8}"/>
              </a:ext>
            </a:extLst>
          </p:cNvPr>
          <p:cNvSpPr>
            <a:spLocks noGrp="1"/>
          </p:cNvSpPr>
          <p:nvPr/>
        </p:nvSpPr>
        <p:spPr>
          <a:xfrm>
            <a:off x="1095089" y="1762125"/>
            <a:ext cx="7942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‏צמודים</a:t>
            </a:r>
          </a:p>
        </p:txBody>
      </p:sp>
      <p:sp>
        <p:nvSpPr>
          <p:cNvPr id="21" name="body-1-2-word-0">
            <a:extLst>
              <a:ext uri="{FF2B5EF4-FFF2-40B4-BE49-F238E27FC236}">
                <ns2:creationId id="{3917D1D5-3ADC-4B80-B199-CB88A5B47E64}"/>
              </a:ext>
            </a:extLst>
          </p:cNvPr>
          <p:cNvSpPr>
            <a:spLocks noGrp="1"/>
          </p:cNvSpPr>
          <p:nvPr/>
        </p:nvSpPr>
        <p:spPr>
          <a:xfrm>
            <a:off x="10589038" y="2113598"/>
            <a:ext cx="8600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‏מתייחס</a:t>
            </a:r>
          </a:p>
        </p:txBody>
      </p:sp>
      <p:sp>
        <p:nvSpPr>
          <p:cNvPr id="22" name="body-1-2-word-1">
            <a:extLst>
              <a:ext uri="{FF2B5EF4-FFF2-40B4-BE49-F238E27FC236}">
                <ns2:creationId id="{0310F7B9-4A33-46A7-89A8-2138AF511C70}"/>
              </a:ext>
            </a:extLst>
          </p:cNvPr>
          <p:cNvSpPr>
            <a:spLocks noGrp="1"/>
          </p:cNvSpPr>
          <p:nvPr/>
        </p:nvSpPr>
        <p:spPr>
          <a:xfrm>
            <a:off x="9825323" y="2113598"/>
            <a:ext cx="7034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‏לקבע.</a:t>
            </a:r>
          </a:p>
        </p:txBody>
      </p:sp>
      <p:sp>
        <p:nvSpPr>
          <p:cNvPr id="23" name="body-2-1-word-0">
            <a:extLst>
              <a:ext uri="{FF2B5EF4-FFF2-40B4-BE49-F238E27FC236}">
                <ns2:creationId id="{CC05115E-CBFA-4656-AAEC-D275BDD2F738}"/>
              </a:ext>
            </a:extLst>
          </p:cNvPr>
          <p:cNvSpPr>
            <a:spLocks noGrp="1"/>
          </p:cNvSpPr>
          <p:nvPr/>
        </p:nvSpPr>
        <p:spPr>
          <a:xfrm>
            <a:off x="10568369" y="2655570"/>
            <a:ext cx="8806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‏הקליפס</a:t>
            </a:r>
          </a:p>
        </p:txBody>
      </p:sp>
      <p:sp>
        <p:nvSpPr>
          <p:cNvPr id="24" name="body-2-1-word-1">
            <a:extLst>
              <a:ext uri="{FF2B5EF4-FFF2-40B4-BE49-F238E27FC236}">
                <ns2:creationId id="{056538A4-747B-4F5F-AE58-5E816DEDA937}"/>
              </a:ext>
            </a:extLst>
          </p:cNvPr>
          <p:cNvSpPr>
            <a:spLocks noGrp="1"/>
          </p:cNvSpPr>
          <p:nvPr/>
        </p:nvSpPr>
        <p:spPr>
          <a:xfrm>
            <a:off x="9919907" y="2655570"/>
            <a:ext cx="5881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‏דורש</a:t>
            </a:r>
          </a:p>
        </p:txBody>
      </p:sp>
      <p:sp>
        <p:nvSpPr>
          <p:cNvPr id="25" name="body-2-1-word-2">
            <a:extLst>
              <a:ext uri="{FF2B5EF4-FFF2-40B4-BE49-F238E27FC236}">
                <ns2:creationId id="{A6BDEDFE-1007-42ED-9E16-735DEA04F6DC}"/>
              </a:ext>
            </a:extLst>
          </p:cNvPr>
          <p:cNvSpPr>
            <a:spLocks noGrp="1"/>
          </p:cNvSpPr>
          <p:nvPr/>
        </p:nvSpPr>
        <p:spPr>
          <a:xfrm>
            <a:off x="9199531" y="2655570"/>
            <a:ext cx="6600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‏תיקון:</a:t>
            </a:r>
          </a:p>
        </p:txBody>
      </p:sp>
      <p:sp>
        <p:nvSpPr>
          <p:cNvPr id="26" name="body-2-1-word-3">
            <a:extLst>
              <a:ext uri="{FF2B5EF4-FFF2-40B4-BE49-F238E27FC236}">
                <ns2:creationId id="{EADF9972-054E-43B5-8649-358C447536F5}"/>
              </a:ext>
            </a:extLst>
          </p:cNvPr>
          <p:cNvSpPr>
            <a:spLocks noGrp="1"/>
          </p:cNvSpPr>
          <p:nvPr/>
        </p:nvSpPr>
        <p:spPr>
          <a:xfrm>
            <a:off x="8387334" y="2655570"/>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27" name="body-2-1-word-4">
            <a:extLst>
              <a:ext uri="{FF2B5EF4-FFF2-40B4-BE49-F238E27FC236}">
                <ns2:creationId id="{B82AB185-36B8-46FD-8762-204560D132D8}"/>
              </a:ext>
            </a:extLst>
          </p:cNvPr>
          <p:cNvSpPr>
            <a:spLocks noGrp="1"/>
          </p:cNvSpPr>
          <p:nvPr/>
        </p:nvSpPr>
        <p:spPr>
          <a:xfrm>
            <a:off x="7132987" y="2655570"/>
            <a:ext cx="11940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‏משתמשים</a:t>
            </a:r>
          </a:p>
        </p:txBody>
      </p:sp>
      <p:sp>
        <p:nvSpPr>
          <p:cNvPr id="28" name="body-2-1-word-5">
            <a:extLst>
              <a:ext uri="{FF2B5EF4-FFF2-40B4-BE49-F238E27FC236}">
                <ns2:creationId id="{C42F03DE-974F-4427-8B0C-0BF670AE2264}"/>
              </a:ext>
            </a:extLst>
          </p:cNvPr>
          <p:cNvSpPr>
            <a:spLocks noGrp="1"/>
          </p:cNvSpPr>
          <p:nvPr/>
        </p:nvSpPr>
        <p:spPr>
          <a:xfrm>
            <a:off x="6271546" y="2655570"/>
            <a:ext cx="8011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‏בסיכה,</a:t>
            </a:r>
          </a:p>
        </p:txBody>
      </p:sp>
      <p:sp>
        <p:nvSpPr>
          <p:cNvPr id="29" name="body-2-1-word-6">
            <a:extLst>
              <a:ext uri="{FF2B5EF4-FFF2-40B4-BE49-F238E27FC236}">
                <ns2:creationId id="{D7E5A343-B3BD-452A-97E4-01E9980E7FA9}"/>
              </a:ext>
            </a:extLst>
          </p:cNvPr>
          <p:cNvSpPr>
            <a:spLocks noGrp="1"/>
          </p:cNvSpPr>
          <p:nvPr/>
        </p:nvSpPr>
        <p:spPr>
          <a:xfrm>
            <a:off x="5513546" y="2655570"/>
            <a:ext cx="6977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‏גומייה</a:t>
            </a:r>
          </a:p>
        </p:txBody>
      </p:sp>
      <p:sp>
        <p:nvSpPr>
          <p:cNvPr id="30" name="body-2-1-word-7">
            <a:extLst>
              <a:ext uri="{FF2B5EF4-FFF2-40B4-BE49-F238E27FC236}">
                <ns2:creationId id="{0E1B0295-7E61-4F8E-A2B1-CF03A5C01FDC}"/>
              </a:ext>
            </a:extLst>
          </p:cNvPr>
          <p:cNvSpPr>
            <a:spLocks noGrp="1"/>
          </p:cNvSpPr>
          <p:nvPr/>
        </p:nvSpPr>
        <p:spPr>
          <a:xfrm>
            <a:off x="5193316"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1" name="body-2-1-word-8">
            <a:extLst>
              <a:ext uri="{FF2B5EF4-FFF2-40B4-BE49-F238E27FC236}">
                <ns2:creationId id="{834CD310-E06F-4514-93A6-3A1F35ABB955}"/>
              </a:ext>
            </a:extLst>
          </p:cNvPr>
          <p:cNvSpPr>
            <a:spLocks noGrp="1"/>
          </p:cNvSpPr>
          <p:nvPr/>
        </p:nvSpPr>
        <p:spPr>
          <a:xfrm>
            <a:off x="4554569" y="2655570"/>
            <a:ext cx="57845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‏סיכת</a:t>
            </a:r>
          </a:p>
        </p:txBody>
      </p:sp>
      <p:sp>
        <p:nvSpPr>
          <p:cNvPr id="32" name="body-2-1-word-9">
            <a:extLst>
              <a:ext uri="{FF2B5EF4-FFF2-40B4-BE49-F238E27FC236}">
                <ns2:creationId id="{E17261F0-3783-4172-9DD1-3FA170B8A8E6}"/>
              </a:ext>
            </a:extLst>
          </p:cNvPr>
          <p:cNvSpPr>
            <a:spLocks noGrp="1"/>
          </p:cNvSpPr>
          <p:nvPr/>
        </p:nvSpPr>
        <p:spPr>
          <a:xfrm>
            <a:off x="3937349" y="2655570"/>
            <a:ext cx="556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‏בננה</a:t>
            </a:r>
          </a:p>
        </p:txBody>
      </p:sp>
      <p:sp>
        <p:nvSpPr>
          <p:cNvPr id="33" name="body-2-1-word-10">
            <a:extLst>
              <a:ext uri="{FF2B5EF4-FFF2-40B4-BE49-F238E27FC236}">
                <ns2:creationId id="{64A1758D-3DDC-49FC-881A-6137561266C3}"/>
              </a:ext>
            </a:extLst>
          </p:cNvPr>
          <p:cNvSpPr>
            <a:spLocks noGrp="1"/>
          </p:cNvSpPr>
          <p:nvPr/>
        </p:nvSpPr>
        <p:spPr>
          <a:xfrm>
            <a:off x="3090958" y="2655570"/>
            <a:ext cx="786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‏שחורה</a:t>
            </a:r>
          </a:p>
        </p:txBody>
      </p:sp>
      <p:sp>
        <p:nvSpPr>
          <p:cNvPr id="34" name="body-2-1-word-11">
            <a:extLst>
              <a:ext uri="{FF2B5EF4-FFF2-40B4-BE49-F238E27FC236}">
                <ns2:creationId id="{883E3D50-334F-4327-9AAB-8FC50C78C7A3}"/>
              </a:ext>
            </a:extLst>
          </p:cNvPr>
          <p:cNvSpPr>
            <a:spLocks noGrp="1"/>
          </p:cNvSpPr>
          <p:nvPr/>
        </p:nvSpPr>
        <p:spPr>
          <a:xfrm>
            <a:off x="2770727"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5" name="body-2-1-word-12">
            <a:extLst>
              <a:ext uri="{FF2B5EF4-FFF2-40B4-BE49-F238E27FC236}">
                <ns2:creationId id="{D5E3556B-A07B-4B87-A51E-4924F17B5D01}"/>
              </a:ext>
            </a:extLst>
          </p:cNvPr>
          <p:cNvSpPr>
            <a:spLocks noGrp="1"/>
          </p:cNvSpPr>
          <p:nvPr/>
        </p:nvSpPr>
        <p:spPr>
          <a:xfrm>
            <a:off x="2017109" y="2655570"/>
            <a:ext cx="693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‏חומה,</a:t>
            </a:r>
          </a:p>
        </p:txBody>
      </p:sp>
      <p:sp>
        <p:nvSpPr>
          <p:cNvPr id="36" name="body-2-1-word-13">
            <a:extLst>
              <a:ext uri="{FF2B5EF4-FFF2-40B4-BE49-F238E27FC236}">
                <ns2:creationId id="{9AA201A8-D2D3-4395-B562-ECE1A8CD9CA3}"/>
              </a:ext>
            </a:extLst>
          </p:cNvPr>
          <p:cNvSpPr>
            <a:spLocks noGrp="1"/>
          </p:cNvSpPr>
          <p:nvPr/>
        </p:nvSpPr>
        <p:spPr>
          <a:xfrm>
            <a:off x="1502854" y="2655570"/>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37" name="body-2-2-word-0">
            <a:extLst>
              <a:ext uri="{FF2B5EF4-FFF2-40B4-BE49-F238E27FC236}">
                <ns2:creationId id="{DE05CD04-7C40-4895-825D-9A3EA585D5B8}"/>
              </a:ext>
            </a:extLst>
          </p:cNvPr>
          <p:cNvSpPr>
            <a:spLocks noGrp="1"/>
          </p:cNvSpPr>
          <p:nvPr/>
        </p:nvSpPr>
        <p:spPr>
          <a:xfrm>
            <a:off x="10434542" y="3007043"/>
            <a:ext cx="10145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‏קישוטים.</a:t>
            </a:r>
          </a:p>
        </p:txBody>
      </p:sp>
      <p:sp>
        <p:nvSpPr>
          <p:cNvPr id="38" name="body-2-2-word-1">
            <a:extLst>
              <a:ext uri="{FF2B5EF4-FFF2-40B4-BE49-F238E27FC236}">
                <ns2:creationId id="{A79C382A-ADBB-4DB6-BD00-D029243A99B5}"/>
              </a:ext>
            </a:extLst>
          </p:cNvPr>
          <p:cNvSpPr>
            <a:spLocks noGrp="1"/>
          </p:cNvSpPr>
          <p:nvPr/>
        </p:nvSpPr>
        <p:spPr>
          <a:xfrm>
            <a:off x="9360027" y="3007043"/>
            <a:ext cx="10142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‏ממשיכים</a:t>
            </a:r>
          </a:p>
        </p:txBody>
      </p:sp>
      <p:sp>
        <p:nvSpPr>
          <p:cNvPr id="39" name="body-2-2-word-2">
            <a:extLst>
              <a:ext uri="{FF2B5EF4-FFF2-40B4-BE49-F238E27FC236}">
                <ns2:creationId id="{07E00F38-FD14-44FA-A83C-464FB361E674}"/>
              </a:ext>
            </a:extLst>
          </p:cNvPr>
          <p:cNvSpPr>
            <a:spLocks noGrp="1"/>
          </p:cNvSpPr>
          <p:nvPr/>
        </p:nvSpPr>
        <p:spPr>
          <a:xfrm>
            <a:off x="8581644" y="3007043"/>
            <a:ext cx="7180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‏לאסוף</a:t>
            </a:r>
          </a:p>
        </p:txBody>
      </p:sp>
      <p:sp>
        <p:nvSpPr>
          <p:cNvPr id="40" name="body-2-2-word-3">
            <a:extLst>
              <a:ext uri="{FF2B5EF4-FFF2-40B4-BE49-F238E27FC236}">
                <ns2:creationId id="{5A3DF6F6-B658-4F6C-B227-A20D38833FFA}"/>
              </a:ext>
            </a:extLst>
          </p:cNvPr>
          <p:cNvSpPr>
            <a:spLocks noGrp="1"/>
          </p:cNvSpPr>
          <p:nvPr/>
        </p:nvSpPr>
        <p:spPr>
          <a:xfrm>
            <a:off x="8148256" y="3007043"/>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41" name="body-2-2-word-4">
            <a:extLst>
              <a:ext uri="{FF2B5EF4-FFF2-40B4-BE49-F238E27FC236}">
                <ns2:creationId id="{B7906B0C-563B-45A2-A50F-EB3867072E16}"/>
              </a:ext>
            </a:extLst>
          </p:cNvPr>
          <p:cNvSpPr>
            <a:spLocks noGrp="1"/>
          </p:cNvSpPr>
          <p:nvPr/>
        </p:nvSpPr>
        <p:spPr>
          <a:xfrm>
            <a:off x="7321677" y="3007043"/>
            <a:ext cx="7662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‏השיער</a:t>
            </a:r>
          </a:p>
        </p:txBody>
      </p:sp>
      <p:sp>
        <p:nvSpPr>
          <p:cNvPr id="42" name="body-2-2-word-5">
            <a:extLst>
              <a:ext uri="{FF2B5EF4-FFF2-40B4-BE49-F238E27FC236}">
                <ns2:creationId id="{14BB6295-A0F7-46FC-8D08-A410E9FD42B2}"/>
              </a:ext>
            </a:extLst>
          </p:cNvPr>
          <p:cNvSpPr>
            <a:spLocks noGrp="1"/>
          </p:cNvSpPr>
          <p:nvPr/>
        </p:nvSpPr>
        <p:spPr>
          <a:xfrm>
            <a:off x="6748558" y="3007043"/>
            <a:ext cx="5128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‏כולו.</a:t>
            </a:r>
          </a:p>
        </p:txBody>
      </p:sp>
      <p:sp>
        <p:nvSpPr>
          <p:cNvPr id="43" name="body-3-1-word-0">
            <a:extLst>
              <a:ext uri="{FF2B5EF4-FFF2-40B4-BE49-F238E27FC236}">
                <ns2:creationId id="{6A9069BC-1CA6-4853-945E-6A76CE11AF91}"/>
              </a:ext>
            </a:extLst>
          </p:cNvPr>
          <p:cNvSpPr>
            <a:spLocks noGrp="1"/>
          </p:cNvSpPr>
          <p:nvPr/>
        </p:nvSpPr>
        <p:spPr>
          <a:xfrm>
            <a:off x="10727341" y="3549015"/>
            <a:ext cx="7217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‏הפאצ׳</a:t>
            </a:r>
          </a:p>
        </p:txBody>
      </p:sp>
      <p:sp>
        <p:nvSpPr>
          <p:cNvPr id="44" name="body-3-1-word-1">
            <a:extLst>
              <a:ext uri="{FF2B5EF4-FFF2-40B4-BE49-F238E27FC236}">
                <ns2:creationId id="{35368AC3-67B1-4081-A94B-7610FEF2FAA9}"/>
              </a:ext>
            </a:extLst>
          </p:cNvPr>
          <p:cNvSpPr>
            <a:spLocks noGrp="1"/>
          </p:cNvSpPr>
          <p:nvPr/>
        </p:nvSpPr>
        <p:spPr>
          <a:xfrm>
            <a:off x="9925812" y="3549015"/>
            <a:ext cx="7412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‏הפרטי</a:t>
            </a:r>
          </a:p>
        </p:txBody>
      </p:sp>
      <p:sp>
        <p:nvSpPr>
          <p:cNvPr id="45" name="body-3-1-word-2">
            <a:extLst>
              <a:ext uri="{FF2B5EF4-FFF2-40B4-BE49-F238E27FC236}">
                <ns2:creationId id="{59DA232C-0114-4AA0-8F47-813F18320E47}"/>
              </a:ext>
            </a:extLst>
          </p:cNvPr>
          <p:cNvSpPr>
            <a:spLocks noGrp="1"/>
          </p:cNvSpPr>
          <p:nvPr/>
        </p:nvSpPr>
        <p:spPr>
          <a:xfrm>
            <a:off x="9277350" y="3549015"/>
            <a:ext cx="5881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‏דורש</a:t>
            </a:r>
          </a:p>
        </p:txBody>
      </p:sp>
      <p:sp>
        <p:nvSpPr>
          <p:cNvPr id="46" name="body-3-1-word-3">
            <a:extLst>
              <a:ext uri="{FF2B5EF4-FFF2-40B4-BE49-F238E27FC236}">
                <ns2:creationId id="{6622A7E1-A3B0-4A13-9245-B5F463AD3533}"/>
              </a:ext>
            </a:extLst>
          </p:cNvPr>
          <p:cNvSpPr>
            <a:spLocks noGrp="1"/>
          </p:cNvSpPr>
          <p:nvPr/>
        </p:nvSpPr>
        <p:spPr>
          <a:xfrm>
            <a:off x="8534781" y="3549015"/>
            <a:ext cx="6822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‏הסרה</a:t>
            </a:r>
          </a:p>
        </p:txBody>
      </p:sp>
      <p:sp>
        <p:nvSpPr>
          <p:cNvPr id="47" name="body-3-1-word-4">
            <a:extLst>
              <a:ext uri="{FF2B5EF4-FFF2-40B4-BE49-F238E27FC236}">
                <ns2:creationId id="{739CEF7F-49FC-4DA9-B8A0-C669F64BF882}"/>
              </a:ext>
            </a:extLst>
          </p:cNvPr>
          <p:cNvSpPr>
            <a:spLocks noGrp="1"/>
          </p:cNvSpPr>
          <p:nvPr/>
        </p:nvSpPr>
        <p:spPr>
          <a:xfrm>
            <a:off x="7834217" y="3549015"/>
            <a:ext cx="64027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‏משום</a:t>
            </a:r>
          </a:p>
        </p:txBody>
      </p:sp>
      <p:sp>
        <p:nvSpPr>
          <p:cNvPr id="48" name="body-3-1-word-5">
            <a:extLst>
              <a:ext uri="{FF2B5EF4-FFF2-40B4-BE49-F238E27FC236}">
                <ns2:creationId id="{3DE6BBAB-F075-424E-AE5A-85CE07A70523}"/>
              </a:ext>
            </a:extLst>
          </p:cNvPr>
          <p:cNvSpPr>
            <a:spLocks noGrp="1"/>
          </p:cNvSpPr>
          <p:nvPr/>
        </p:nvSpPr>
        <p:spPr>
          <a:xfrm>
            <a:off x="7253764" y="3549015"/>
            <a:ext cx="5201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‏שלא</a:t>
            </a:r>
          </a:p>
        </p:txBody>
      </p:sp>
      <p:sp>
        <p:nvSpPr>
          <p:cNvPr id="49" name="body-3-1-word-6">
            <a:extLst>
              <a:ext uri="{FF2B5EF4-FFF2-40B4-BE49-F238E27FC236}">
                <ns2:creationId id="{5ECA611A-20A0-4083-AEFD-63C2B51406B8}"/>
              </a:ext>
            </a:extLst>
          </p:cNvPr>
          <p:cNvSpPr>
            <a:spLocks noGrp="1"/>
          </p:cNvSpPr>
          <p:nvPr/>
        </p:nvSpPr>
        <p:spPr>
          <a:xfrm>
            <a:off x="6510242" y="3549015"/>
            <a:ext cx="6832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‏אושר.</a:t>
            </a:r>
          </a:p>
        </p:txBody>
      </p:sp>
      <p:sp>
        <p:nvSpPr>
          <p:cNvPr id="50" name="body-3-1-word-7">
            <a:extLst>
              <a:ext uri="{FF2B5EF4-FFF2-40B4-BE49-F238E27FC236}">
                <ns2:creationId id="{9C0FF5A3-9B09-4E8A-A609-6747D45E7C26}"/>
              </a:ext>
            </a:extLst>
          </p:cNvPr>
          <p:cNvSpPr>
            <a:spLocks noGrp="1"/>
          </p:cNvSpPr>
          <p:nvPr/>
        </p:nvSpPr>
        <p:spPr>
          <a:xfrm>
            <a:off x="5959983" y="3549015"/>
            <a:ext cx="4899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‏הלק</a:t>
            </a:r>
          </a:p>
        </p:txBody>
      </p:sp>
      <p:sp>
        <p:nvSpPr>
          <p:cNvPr id="51" name="body-3-1-word-8">
            <a:extLst>
              <a:ext uri="{FF2B5EF4-FFF2-40B4-BE49-F238E27FC236}">
                <ns2:creationId id="{3A55D3E7-26A2-4ABC-BA55-F0FBBB03797D}"/>
              </a:ext>
            </a:extLst>
          </p:cNvPr>
          <p:cNvSpPr>
            <a:spLocks noGrp="1"/>
          </p:cNvSpPr>
          <p:nvPr/>
        </p:nvSpPr>
        <p:spPr>
          <a:xfrm>
            <a:off x="5466207" y="3549015"/>
            <a:ext cx="4334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‏יכול</a:t>
            </a:r>
          </a:p>
        </p:txBody>
      </p:sp>
      <p:sp>
        <p:nvSpPr>
          <p:cNvPr id="52" name="body-3-1-word-9">
            <a:extLst>
              <a:ext uri="{FF2B5EF4-FFF2-40B4-BE49-F238E27FC236}">
                <ns2:creationId id="{CAC91381-EFBF-47B7-A933-049F5BFD879D}"/>
              </a:ext>
            </a:extLst>
          </p:cNvPr>
          <p:cNvSpPr>
            <a:spLocks noGrp="1"/>
          </p:cNvSpPr>
          <p:nvPr/>
        </p:nvSpPr>
        <p:spPr>
          <a:xfrm>
            <a:off x="4748498" y="3549015"/>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53" name="body-3-1-word-10">
            <a:extLst>
              <a:ext uri="{FF2B5EF4-FFF2-40B4-BE49-F238E27FC236}">
                <ns2:creationId id="{8364D1BE-EAB8-4B5A-B1F0-2D09850B6BBC}"/>
              </a:ext>
            </a:extLst>
          </p:cNvPr>
          <p:cNvSpPr>
            <a:spLocks noGrp="1"/>
          </p:cNvSpPr>
          <p:nvPr/>
        </p:nvSpPr>
        <p:spPr>
          <a:xfrm>
            <a:off x="4177951" y="3549015"/>
            <a:ext cx="5102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‏תקין</a:t>
            </a:r>
          </a:p>
        </p:txBody>
      </p:sp>
      <p:sp>
        <p:nvSpPr>
          <p:cNvPr id="54" name="body-3-1-word-11">
            <a:extLst>
              <a:ext uri="{FF2B5EF4-FFF2-40B4-BE49-F238E27FC236}">
                <ns2:creationId id="{109F1F95-44B0-40CD-97AF-FDEC39F29470}"/>
              </a:ext>
            </a:extLst>
          </p:cNvPr>
          <p:cNvSpPr>
            <a:spLocks noGrp="1"/>
          </p:cNvSpPr>
          <p:nvPr/>
        </p:nvSpPr>
        <p:spPr>
          <a:xfrm>
            <a:off x="3757136" y="3549015"/>
            <a:ext cx="3605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‏אם</a:t>
            </a:r>
          </a:p>
        </p:txBody>
      </p:sp>
      <p:sp>
        <p:nvSpPr>
          <p:cNvPr id="55" name="body-3-1-word-12">
            <a:extLst>
              <a:ext uri="{FF2B5EF4-FFF2-40B4-BE49-F238E27FC236}">
                <ns2:creationId id="{1732F875-D391-4170-9183-3FB4B5062943}"/>
              </a:ext>
            </a:extLst>
          </p:cNvPr>
          <p:cNvSpPr>
            <a:spLocks noGrp="1"/>
          </p:cNvSpPr>
          <p:nvPr/>
        </p:nvSpPr>
        <p:spPr>
          <a:xfrm>
            <a:off x="3264884" y="3549015"/>
            <a:ext cx="43195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‏הוא</a:t>
            </a:r>
          </a:p>
        </p:txBody>
      </p:sp>
      <p:sp>
        <p:nvSpPr>
          <p:cNvPr id="56" name="body-3-1-word-13">
            <a:extLst>
              <a:ext uri="{FF2B5EF4-FFF2-40B4-BE49-F238E27FC236}">
                <ns2:creationId id="{AA336460-E53C-438B-A1B8-722D7ABDD06F}"/>
              </a:ext>
            </a:extLst>
          </p:cNvPr>
          <p:cNvSpPr>
            <a:spLocks noGrp="1"/>
          </p:cNvSpPr>
          <p:nvPr/>
        </p:nvSpPr>
        <p:spPr>
          <a:xfrm>
            <a:off x="2812923" y="3549015"/>
            <a:ext cx="3916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‏אכן</a:t>
            </a:r>
          </a:p>
        </p:txBody>
      </p:sp>
      <p:sp>
        <p:nvSpPr>
          <p:cNvPr id="57" name="body-3-1-word-14">
            <a:extLst>
              <a:ext uri="{FF2B5EF4-FFF2-40B4-BE49-F238E27FC236}">
                <ns2:creationId id="{555D1C47-BCBB-46C3-AEA6-A5B4BB575A89}"/>
              </a:ext>
            </a:extLst>
          </p:cNvPr>
          <p:cNvSpPr>
            <a:spLocks noGrp="1"/>
          </p:cNvSpPr>
          <p:nvPr/>
        </p:nvSpPr>
        <p:spPr>
          <a:xfrm>
            <a:off x="2366486" y="3549015"/>
            <a:ext cx="3861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58" name="body-3-1-word-15">
            <a:extLst>
              <a:ext uri="{FF2B5EF4-FFF2-40B4-BE49-F238E27FC236}">
                <ns2:creationId id="{4A1A7924-1AA6-4BDC-888A-E03E56F374DF}"/>
              </a:ext>
            </a:extLst>
          </p:cNvPr>
          <p:cNvSpPr>
            <a:spLocks noGrp="1"/>
          </p:cNvSpPr>
          <p:nvPr/>
        </p:nvSpPr>
        <p:spPr>
          <a:xfrm>
            <a:off x="1598105" y="3549015"/>
            <a:ext cx="708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‏פנינה,</a:t>
            </a:r>
          </a:p>
        </p:txBody>
      </p:sp>
      <p:sp>
        <p:nvSpPr>
          <p:cNvPr id="59" name="body-3-1-word-16">
            <a:extLst>
              <a:ext uri="{FF2B5EF4-FFF2-40B4-BE49-F238E27FC236}">
                <ns2:creationId id="{2EDADDCC-35A8-4193-8750-DD924E8EA7B4}"/>
              </a:ext>
            </a:extLst>
          </p:cNvPr>
          <p:cNvSpPr>
            <a:spLocks noGrp="1"/>
          </p:cNvSpPr>
          <p:nvPr/>
        </p:nvSpPr>
        <p:spPr>
          <a:xfrm>
            <a:off x="961549" y="3549015"/>
            <a:ext cx="5762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‏אחיד</a:t>
            </a:r>
          </a:p>
        </p:txBody>
      </p:sp>
      <p:sp>
        <p:nvSpPr>
          <p:cNvPr id="60" name="body-3-2-word-0">
            <a:extLst>
              <a:ext uri="{FF2B5EF4-FFF2-40B4-BE49-F238E27FC236}">
                <ns2:creationId id="{8DF1B033-10BD-449B-870D-D67E601040BF}"/>
              </a:ext>
            </a:extLst>
          </p:cNvPr>
          <p:cNvSpPr>
            <a:spLocks noGrp="1"/>
          </p:cNvSpPr>
          <p:nvPr/>
        </p:nvSpPr>
        <p:spPr>
          <a:xfrm>
            <a:off x="10924603" y="3900488"/>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61" name="body-3-2-word-1">
            <a:extLst>
              <a:ext uri="{FF2B5EF4-FFF2-40B4-BE49-F238E27FC236}">
                <ns2:creationId id="{5B645841-437E-4745-AEAD-844B900FE46A}"/>
              </a:ext>
            </a:extLst>
          </p:cNvPr>
          <p:cNvSpPr>
            <a:spLocks noGrp="1"/>
          </p:cNvSpPr>
          <p:nvPr/>
        </p:nvSpPr>
        <p:spPr>
          <a:xfrm>
            <a:off x="9929241" y="3900488"/>
            <a:ext cx="9350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‏קישוטים</a:t>
            </a:r>
          </a:p>
        </p:txBody>
      </p:sp>
      <p:sp>
        <p:nvSpPr>
          <p:cNvPr id="62" name="body-3-2-word-2">
            <a:extLst>
              <a:ext uri="{FF2B5EF4-FFF2-40B4-BE49-F238E27FC236}">
                <ns2:creationId id="{70728E09-9F05-41D1-BCFD-D4B8B71800A3}"/>
              </a:ext>
            </a:extLst>
          </p:cNvPr>
          <p:cNvSpPr>
            <a:spLocks noGrp="1"/>
          </p:cNvSpPr>
          <p:nvPr/>
        </p:nvSpPr>
        <p:spPr>
          <a:xfrm>
            <a:off x="9609010" y="3900488"/>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63" name="body-3-2-word-3">
            <a:extLst>
              <a:ext uri="{FF2B5EF4-FFF2-40B4-BE49-F238E27FC236}">
                <ns2:creationId id="{DC620C18-9741-44D0-95FF-28663F316B75}"/>
              </a:ext>
            </a:extLst>
          </p:cNvPr>
          <p:cNvSpPr>
            <a:spLocks noGrp="1"/>
          </p:cNvSpPr>
          <p:nvPr/>
        </p:nvSpPr>
        <p:spPr>
          <a:xfrm>
            <a:off x="8724328" y="3900488"/>
            <a:ext cx="824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‏נצנצים.</a:t>
            </a:r>
          </a:p>
        </p:txBody>
      </p:sp>
      <p:sp>
        <p:nvSpPr>
          <p:cNvPr id="64" name="body-4-1-word-0">
            <a:extLst>
              <a:ext uri="{FF2B5EF4-FFF2-40B4-BE49-F238E27FC236}">
                <ns2:creationId id="{E3244D48-C6E4-4655-B023-243F76515C17}"/>
              </a:ext>
            </a:extLst>
          </p:cNvPr>
          <p:cNvSpPr>
            <a:spLocks noGrp="1"/>
          </p:cNvSpPr>
          <p:nvPr/>
        </p:nvSpPr>
        <p:spPr>
          <a:xfrm>
            <a:off x="10689908" y="4442460"/>
            <a:ext cx="7591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‏המדים</a:t>
            </a:r>
          </a:p>
        </p:txBody>
      </p:sp>
      <p:sp>
        <p:nvSpPr>
          <p:cNvPr id="65" name="body-4-1-word-1">
            <a:extLst>
              <a:ext uri="{FF2B5EF4-FFF2-40B4-BE49-F238E27FC236}">
                <ns2:creationId id="{E6F49ED7-8536-437E-9A27-85BD3BEB96DC}"/>
              </a:ext>
            </a:extLst>
          </p:cNvPr>
          <p:cNvSpPr>
            <a:spLocks noGrp="1"/>
          </p:cNvSpPr>
          <p:nvPr/>
        </p:nvSpPr>
        <p:spPr>
          <a:xfrm>
            <a:off x="9859137" y="4442460"/>
            <a:ext cx="770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‏הנקיים</a:t>
            </a:r>
          </a:p>
        </p:txBody>
      </p:sp>
      <p:sp>
        <p:nvSpPr>
          <p:cNvPr id="66" name="body-4-1-word-2">
            <a:extLst>
              <a:ext uri="{FF2B5EF4-FFF2-40B4-BE49-F238E27FC236}">
                <ns2:creationId id="{62ECA19D-93AA-4331-8835-3199C4D5D66E}"/>
              </a:ext>
            </a:extLst>
          </p:cNvPr>
          <p:cNvSpPr>
            <a:spLocks noGrp="1"/>
          </p:cNvSpPr>
          <p:nvPr/>
        </p:nvSpPr>
        <p:spPr>
          <a:xfrm>
            <a:off x="8831580" y="4442460"/>
            <a:ext cx="9672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‏והנעליים</a:t>
            </a:r>
          </a:p>
        </p:txBody>
      </p:sp>
      <p:sp>
        <p:nvSpPr>
          <p:cNvPr id="67" name="body-4-1-word-3">
            <a:extLst>
              <a:ext uri="{FF2B5EF4-FFF2-40B4-BE49-F238E27FC236}">
                <ns2:creationId id="{B27DB376-3F34-4CC2-A91C-B4D4E233EF98}"/>
              </a:ext>
            </a:extLst>
          </p:cNvPr>
          <p:cNvSpPr>
            <a:spLocks noGrp="1"/>
          </p:cNvSpPr>
          <p:nvPr/>
        </p:nvSpPr>
        <p:spPr>
          <a:xfrm>
            <a:off x="7660386" y="4442460"/>
            <a:ext cx="111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‏המונפקות</a:t>
            </a:r>
          </a:p>
        </p:txBody>
      </p:sp>
      <p:sp>
        <p:nvSpPr>
          <p:cNvPr id="68" name="body-4-1-word-4">
            <a:extLst>
              <a:ext uri="{FF2B5EF4-FFF2-40B4-BE49-F238E27FC236}">
                <ns2:creationId id="{6319C502-3193-4366-A462-A0AE2D79A297}"/>
              </a:ext>
            </a:extLst>
          </p:cNvPr>
          <p:cNvSpPr>
            <a:spLocks noGrp="1"/>
          </p:cNvSpPr>
          <p:nvPr/>
        </p:nvSpPr>
        <p:spPr>
          <a:xfrm>
            <a:off x="6503480" y="4442460"/>
            <a:ext cx="10966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‏והקשורות</a:t>
            </a:r>
          </a:p>
        </p:txBody>
      </p:sp>
      <p:sp>
        <p:nvSpPr>
          <p:cNvPr id="69" name="body-4-1-word-5">
            <a:extLst>
              <a:ext uri="{FF2B5EF4-FFF2-40B4-BE49-F238E27FC236}">
                <ns2:creationId id="{84BD4A6F-9AC6-46BF-89DD-3ED89FD5CE37}"/>
              </a:ext>
            </a:extLst>
          </p:cNvPr>
          <p:cNvSpPr>
            <a:spLocks noGrp="1"/>
          </p:cNvSpPr>
          <p:nvPr/>
        </p:nvSpPr>
        <p:spPr>
          <a:xfrm>
            <a:off x="5634419" y="4442460"/>
            <a:ext cx="8087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‏עומדים</a:t>
            </a:r>
          </a:p>
        </p:txBody>
      </p:sp>
      <p:sp>
        <p:nvSpPr>
          <p:cNvPr id="70" name="body-4-1-word-6">
            <a:extLst>
              <a:ext uri="{FF2B5EF4-FFF2-40B4-BE49-F238E27FC236}">
                <ns2:creationId id="{FFFC9B56-57F6-4B96-BBC9-EEB9EA500AB3}"/>
              </a:ext>
            </a:extLst>
          </p:cNvPr>
          <p:cNvSpPr>
            <a:spLocks noGrp="1"/>
          </p:cNvSpPr>
          <p:nvPr/>
        </p:nvSpPr>
        <p:spPr>
          <a:xfrm>
            <a:off x="4678966" y="4442460"/>
            <a:ext cx="8951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‏בפרטים</a:t>
            </a:r>
          </a:p>
        </p:txBody>
      </p:sp>
      <p:sp>
        <p:nvSpPr>
          <p:cNvPr id="71" name="body-4-1-word-7">
            <a:extLst>
              <a:ext uri="{FF2B5EF4-FFF2-40B4-BE49-F238E27FC236}">
                <ns2:creationId id="{B3004AC8-33B0-497F-83B7-0A6AC62ACBE7}"/>
              </a:ext>
            </a:extLst>
          </p:cNvPr>
          <p:cNvSpPr>
            <a:spLocks noGrp="1"/>
          </p:cNvSpPr>
          <p:nvPr/>
        </p:nvSpPr>
        <p:spPr>
          <a:xfrm>
            <a:off x="3659695" y="4442460"/>
            <a:ext cx="9589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‏שנמסרו.</a:t>
            </a:r>
          </a:p>
        </p:txBody>
      </p:sp>
      <p:sp>
        <p:nvSpPr>
          <p:cNvPr id="72" name="body-4-1-word-8">
            <a:extLst>
              <a:ext uri="{FF2B5EF4-FFF2-40B4-BE49-F238E27FC236}">
                <ns2:creationId id="{329A272B-F200-47F0-9881-91234FAEAAF1}"/>
              </a:ext>
            </a:extLst>
          </p:cNvPr>
          <p:cNvSpPr>
            <a:spLocks noGrp="1"/>
          </p:cNvSpPr>
          <p:nvPr/>
        </p:nvSpPr>
        <p:spPr>
          <a:xfrm>
            <a:off x="2961132" y="4442460"/>
            <a:ext cx="6382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‏לאחר</a:t>
            </a:r>
          </a:p>
        </p:txBody>
      </p:sp>
      <p:sp>
        <p:nvSpPr>
          <p:cNvPr id="73" name="body-4-1-word-9">
            <a:extLst>
              <a:ext uri="{FF2B5EF4-FFF2-40B4-BE49-F238E27FC236}">
                <ns2:creationId id="{E8C970DD-4596-415D-8E87-099E1321528B}"/>
              </a:ext>
            </a:extLst>
          </p:cNvPr>
          <p:cNvSpPr>
            <a:spLocks noGrp="1"/>
          </p:cNvSpPr>
          <p:nvPr/>
        </p:nvSpPr>
        <p:spPr>
          <a:xfrm>
            <a:off x="2148078" y="4442460"/>
            <a:ext cx="7527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‏התיקון</a:t>
            </a:r>
          </a:p>
        </p:txBody>
      </p:sp>
      <p:sp>
        <p:nvSpPr>
          <p:cNvPr id="74" name="body-4-1-word-10">
            <a:extLst>
              <a:ext uri="{FF2B5EF4-FFF2-40B4-BE49-F238E27FC236}">
                <ns2:creationId id="{F0BAB815-BB81-43EB-9427-2BCD496F875A}"/>
              </a:ext>
            </a:extLst>
          </p:cNvPr>
          <p:cNvSpPr>
            <a:spLocks noGrp="1"/>
          </p:cNvSpPr>
          <p:nvPr/>
        </p:nvSpPr>
        <p:spPr>
          <a:xfrm>
            <a:off x="1289971" y="4442460"/>
            <a:ext cx="797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‏בודקים</a:t>
            </a:r>
          </a:p>
        </p:txBody>
      </p:sp>
      <p:sp>
        <p:nvSpPr>
          <p:cNvPr id="75" name="body-4-1-word-11">
            <a:extLst>
              <a:ext uri="{FF2B5EF4-FFF2-40B4-BE49-F238E27FC236}">
                <ns2:creationId id="{8F5A537C-3585-474C-9261-1E17FCBCCCEF}"/>
              </a:ext>
            </a:extLst>
          </p:cNvPr>
          <p:cNvSpPr>
            <a:spLocks noGrp="1"/>
          </p:cNvSpPr>
          <p:nvPr/>
        </p:nvSpPr>
        <p:spPr>
          <a:xfrm>
            <a:off x="916019" y="4442460"/>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76" name="body-4-2-word-0">
            <a:extLst>
              <a:ext uri="{FF2B5EF4-FFF2-40B4-BE49-F238E27FC236}">
                <ns2:creationId id="{FBB0245A-30FD-4131-AFF3-6F431F6B6800}"/>
              </a:ext>
            </a:extLst>
          </p:cNvPr>
          <p:cNvSpPr>
            <a:spLocks noGrp="1"/>
          </p:cNvSpPr>
          <p:nvPr/>
        </p:nvSpPr>
        <p:spPr>
          <a:xfrm>
            <a:off x="10831544" y="4793933"/>
            <a:ext cx="6175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‏באילו</a:t>
            </a:r>
          </a:p>
        </p:txBody>
      </p:sp>
      <p:sp>
        <p:nvSpPr>
          <p:cNvPr id="77" name="body-4-2-word-1">
            <a:extLst>
              <a:ext uri="{FF2B5EF4-FFF2-40B4-BE49-F238E27FC236}">
                <ns2:creationId id="{6E854399-1C83-4F4E-AB76-380A193CB738}"/>
              </a:ext>
            </a:extLst>
          </p:cNvPr>
          <p:cNvSpPr>
            <a:spLocks noGrp="1"/>
          </p:cNvSpPr>
          <p:nvPr/>
        </p:nvSpPr>
        <p:spPr>
          <a:xfrm>
            <a:off x="10184130" y="4793933"/>
            <a:ext cx="5871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‏מדים</a:t>
            </a:r>
          </a:p>
        </p:txBody>
      </p:sp>
      <p:sp>
        <p:nvSpPr>
          <p:cNvPr id="78" name="body-4-2-word-2">
            <a:extLst>
              <a:ext uri="{FF2B5EF4-FFF2-40B4-BE49-F238E27FC236}">
                <ns2:creationId id="{0EBBFCA5-F2E9-4560-BAD4-F8EE702A2A92}"/>
              </a:ext>
            </a:extLst>
          </p:cNvPr>
          <p:cNvSpPr>
            <a:spLocks noGrp="1"/>
          </p:cNvSpPr>
          <p:nvPr/>
        </p:nvSpPr>
        <p:spPr>
          <a:xfrm>
            <a:off x="9523667" y="4793933"/>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‏הותר</a:t>
            </a:r>
          </a:p>
        </p:txBody>
      </p:sp>
      <p:sp>
        <p:nvSpPr>
          <p:cNvPr id="79" name="body-4-2-word-3">
            <a:extLst>
              <a:ext uri="{FF2B5EF4-FFF2-40B4-BE49-F238E27FC236}">
                <ns2:creationId id="{856FD88B-0894-43AE-8AB5-51089A933F78}"/>
              </a:ext>
            </a:extLst>
          </p:cNvPr>
          <p:cNvSpPr>
            <a:spLocks noGrp="1"/>
          </p:cNvSpPr>
          <p:nvPr/>
        </p:nvSpPr>
        <p:spPr>
          <a:xfrm>
            <a:off x="9130474" y="4793933"/>
            <a:ext cx="3328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a:t>
            </a:r>
          </a:p>
        </p:txBody>
      </p:sp>
      <p:sp>
        <p:nvSpPr>
          <p:cNvPr id="80" name="body-4-2-word-4">
            <a:extLst>
              <a:ext uri="{FF2B5EF4-FFF2-40B4-BE49-F238E27FC236}">
                <ns2:creationId id="{5281FE92-3D03-4BFE-B1B6-B8729BEA89B9}"/>
              </a:ext>
            </a:extLst>
          </p:cNvPr>
          <p:cNvSpPr>
            <a:spLocks noGrp="1"/>
          </p:cNvSpPr>
          <p:nvPr/>
        </p:nvSpPr>
        <p:spPr>
          <a:xfrm>
            <a:off x="8348758" y="4793933"/>
            <a:ext cx="72142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‏לצאת.</a:t>
            </a:r>
          </a:p>
        </p:txBody>
      </p:sp>
      <p:sp>
        <p:nvSpPr>
          <p:cNvPr id="81" name="sources-word-0">
            <a:extLst>
              <a:ext uri="{FF2B5EF4-FFF2-40B4-BE49-F238E27FC236}">
                <ns2:creationId id="{849C596B-194B-41C8-AC24-C01A4C14C4C6}"/>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2" name="sources-word-1">
            <a:extLst>
              <a:ext uri="{FF2B5EF4-FFF2-40B4-BE49-F238E27FC236}">
                <ns2:creationId id="{648475C8-FCA0-4A31-9209-6825D8E5CC6C}"/>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83" name="sources-word-2">
            <a:extLst>
              <a:ext uri="{FF2B5EF4-FFF2-40B4-BE49-F238E27FC236}">
                <ns2:creationId id="{A02ABB9F-3BBC-4302-B0F5-B1D310F695C4}"/>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84" name="sources-word-3">
            <a:extLst>
              <a:ext uri="{FF2B5EF4-FFF2-40B4-BE49-F238E27FC236}">
                <ns2:creationId id="{52966642-6CFB-4D8B-9C71-1405BD680263}"/>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5" name="sources-word-4">
            <a:extLst>
              <a:ext uri="{FF2B5EF4-FFF2-40B4-BE49-F238E27FC236}">
                <ns2:creationId id="{A729F159-8F27-4250-8895-32226608E82B}"/>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6" name="sources-word-5">
            <a:extLst>
              <a:ext uri="{FF2B5EF4-FFF2-40B4-BE49-F238E27FC236}">
                <ns2:creationId id="{B977EA44-5CBF-4EAE-A314-0B806040E727}"/>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7" name="sources-word-6">
            <a:extLst>
              <a:ext uri="{FF2B5EF4-FFF2-40B4-BE49-F238E27FC236}">
                <ns2:creationId id="{0BCFF6EC-FA31-4771-B601-22760BB81D37}"/>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8" name="page">
            <a:extLst>
              <a:ext uri="{FF2B5EF4-FFF2-40B4-BE49-F238E27FC236}">
                <ns2:creationId id="{3839C28D-B52F-49D2-9550-B60EE740FB07}"/>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25 / 35</a:t>
            </a:r>
          </a:p>
        </p:txBody>
      </p:sp>
      <p:sp>
        <p:nvSpPr>
          <p:cNvPr id="89" name="timing-word-0">
            <a:extLst>
              <a:ext uri="{FF2B5EF4-FFF2-40B4-BE49-F238E27FC236}">
                <ns2:creationId id="{ABD803D5-5FBA-4D4B-8192-2F7B177B4DAC}"/>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‏21:15</a:t>
            </a:r>
          </a:p>
        </p:txBody>
      </p:sp>
      <p:sp>
        <p:nvSpPr>
          <p:cNvPr id="90" name="timing-word-1">
            <a:extLst>
              <a:ext uri="{FF2B5EF4-FFF2-40B4-BE49-F238E27FC236}">
                <ns2:creationId id="{A339D699-D76B-4BB6-BCBB-B154A0EBB03A}"/>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1" name="timing-word-2">
            <a:extLst>
              <a:ext uri="{FF2B5EF4-FFF2-40B4-BE49-F238E27FC236}">
                <ns2:creationId id="{79E00BBD-BA7F-485A-8F9A-F9D1872EEF49}"/>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‏22:15</a:t>
            </a:r>
          </a:p>
        </p:txBody>
      </p:sp>
      <p:sp>
        <p:nvSpPr>
          <p:cNvPr id="92" name="timing-word-3">
            <a:extLst>
              <a:ext uri="{FF2B5EF4-FFF2-40B4-BE49-F238E27FC236}">
                <ns2:creationId id="{569A4046-227A-4FFB-92E2-5375F31DDD53}"/>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93" name="timing-word-4">
            <a:extLst>
              <a:ext uri="{FF2B5EF4-FFF2-40B4-BE49-F238E27FC236}">
                <ns2:creationId id="{E762DBA1-7CE7-48A4-8D26-11AFD210A939}"/>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865160069"/>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382E"/>
        </a:solidFill>
      </p:bgPr>
    </p:bg>
    <p:spTree>
      <p:nvGrpSpPr>
        <p:cNvPr id="1" name=""/>
        <p:cNvGrpSpPr/>
        <p:nvPr/>
      </p:nvGrpSpPr>
      <p:grpSpPr>
        <a:xfrm/>
      </p:grpSpPr>
      <p:sp>
        <p:nvSpPr>
          <p:cNvPr id="99" name="title-word-0">
            <a:extLst>
              <a:ext uri="{FF2B5EF4-FFF2-40B4-BE49-F238E27FC236}">
                <ns2:creationId id="{83703B1A-315B-4B19-99A3-5FD07C75433F}"/>
              </a:ext>
            </a:extLst>
          </p:cNvPr>
          <p:cNvSpPr>
            <a:spLocks noGrp="1"/>
          </p:cNvSpPr>
          <p:nvPr/>
        </p:nvSpPr>
        <p:spPr>
          <a:xfrm>
            <a:off x="10406063" y="571500"/>
            <a:ext cx="1042988"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‏תרגול</a:t>
            </a:r>
          </a:p>
        </p:txBody>
      </p:sp>
      <p:sp>
        <p:nvSpPr>
          <p:cNvPr id="2" name="title-word-1">
            <a:extLst>
              <a:ext uri="{FF2B5EF4-FFF2-40B4-BE49-F238E27FC236}">
                <ns2:creationId id="{751C278E-1259-4EAE-918D-219D808C0983}"/>
              </a:ext>
            </a:extLst>
          </p:cNvPr>
          <p:cNvSpPr>
            <a:spLocks noGrp="1"/>
          </p:cNvSpPr>
          <p:nvPr/>
        </p:nvSpPr>
        <p:spPr>
          <a:xfrm>
            <a:off x="9564910" y="571500"/>
            <a:ext cx="743807"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‏שני:</a:t>
            </a:r>
          </a:p>
        </p:txBody>
      </p:sp>
      <p:sp>
        <p:nvSpPr>
          <p:cNvPr id="3" name="title-word-2">
            <a:extLst>
              <a:ext uri="{FF2B5EF4-FFF2-40B4-BE49-F238E27FC236}">
                <ns2:creationId id="{1459C10E-23C3-4C99-9D95-3E5C4F316282}"/>
              </a:ext>
            </a:extLst>
          </p:cNvPr>
          <p:cNvSpPr>
            <a:spLocks noGrp="1"/>
          </p:cNvSpPr>
          <p:nvPr/>
        </p:nvSpPr>
        <p:spPr>
          <a:xfrm>
            <a:off x="8911400" y="571500"/>
            <a:ext cx="556165"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‏זקן</a:t>
            </a:r>
          </a:p>
        </p:txBody>
      </p:sp>
      <p:sp>
        <p:nvSpPr>
          <p:cNvPr id="4" name="title-word-3">
            <a:extLst>
              <a:ext uri="{FF2B5EF4-FFF2-40B4-BE49-F238E27FC236}">
                <ns2:creationId id="{21A8058F-783E-4E70-A080-64AE1538E14D}"/>
              </a:ext>
            </a:extLst>
          </p:cNvPr>
          <p:cNvSpPr>
            <a:spLocks noGrp="1"/>
          </p:cNvSpPr>
          <p:nvPr/>
        </p:nvSpPr>
        <p:spPr>
          <a:xfrm>
            <a:off x="7810786" y="571500"/>
            <a:ext cx="1003268"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‏ושיער</a:t>
            </a:r>
          </a:p>
        </p:txBody>
      </p:sp>
      <p:sp>
        <p:nvSpPr>
          <p:cNvPr id="5" name="body-1-1-word-0">
            <a:extLst>
              <a:ext uri="{FF2B5EF4-FFF2-40B4-BE49-F238E27FC236}">
                <ns2:creationId id="{72DB8B76-3FAB-4096-B6A9-A7A7F33FC1E9}"/>
              </a:ext>
            </a:extLst>
          </p:cNvPr>
          <p:cNvSpPr>
            <a:spLocks noGrp="1"/>
          </p:cNvSpPr>
          <p:nvPr/>
        </p:nvSpPr>
        <p:spPr>
          <a:xfrm>
            <a:off x="10976229" y="1762125"/>
            <a:ext cx="47282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‏חייל</a:t>
            </a:r>
          </a:p>
        </p:txBody>
      </p:sp>
      <p:sp>
        <p:nvSpPr>
          <p:cNvPr id="6" name="body-1-1-word-1">
            <a:extLst>
              <a:ext uri="{FF2B5EF4-FFF2-40B4-BE49-F238E27FC236}">
                <ns2:creationId id="{0AE42561-51DA-415B-A62E-C961EA6F7279}"/>
              </a:ext>
            </a:extLst>
          </p:cNvPr>
          <p:cNvSpPr>
            <a:spLocks noGrp="1"/>
          </p:cNvSpPr>
          <p:nvPr/>
        </p:nvSpPr>
        <p:spPr>
          <a:xfrm>
            <a:off x="10351961" y="1762125"/>
            <a:ext cx="56397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‏מילא</a:t>
            </a:r>
          </a:p>
        </p:txBody>
      </p:sp>
      <p:sp>
        <p:nvSpPr>
          <p:cNvPr id="7" name="body-1-1-word-2">
            <a:extLst>
              <a:ext uri="{FF2B5EF4-FFF2-40B4-BE49-F238E27FC236}">
                <ns2:creationId id="{40E216E6-DD63-46C2-893E-A00963CE8C69}"/>
              </a:ext>
            </a:extLst>
          </p:cNvPr>
          <p:cNvSpPr>
            <a:spLocks noGrp="1"/>
          </p:cNvSpPr>
          <p:nvPr/>
        </p:nvSpPr>
        <p:spPr>
          <a:xfrm>
            <a:off x="9453182" y="1762125"/>
            <a:ext cx="83848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‏הצהרת</a:t>
            </a:r>
          </a:p>
        </p:txBody>
      </p:sp>
      <p:sp>
        <p:nvSpPr>
          <p:cNvPr id="8" name="body-1-1-word-3">
            <a:extLst>
              <a:ext uri="{FF2B5EF4-FFF2-40B4-BE49-F238E27FC236}">
                <ns2:creationId id="{CA9D14E5-A7C2-4C03-9F52-1D7801D2E029}"/>
              </a:ext>
            </a:extLst>
          </p:cNvPr>
          <p:cNvSpPr>
            <a:spLocks noGrp="1"/>
          </p:cNvSpPr>
          <p:nvPr/>
        </p:nvSpPr>
        <p:spPr>
          <a:xfrm>
            <a:off x="9027509" y="1762125"/>
            <a:ext cx="36537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‏זקן</a:t>
            </a:r>
          </a:p>
        </p:txBody>
      </p:sp>
      <p:sp>
        <p:nvSpPr>
          <p:cNvPr id="9" name="body-1-1-word-4">
            <a:extLst>
              <a:ext uri="{FF2B5EF4-FFF2-40B4-BE49-F238E27FC236}">
                <ns2:creationId id="{6AB722E1-193E-443D-BA70-9366C64A85A5}"/>
              </a:ext>
            </a:extLst>
          </p:cNvPr>
          <p:cNvSpPr>
            <a:spLocks noGrp="1"/>
          </p:cNvSpPr>
          <p:nvPr/>
        </p:nvSpPr>
        <p:spPr>
          <a:xfrm>
            <a:off x="8369522" y="1762125"/>
            <a:ext cx="5976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‏ועדכן</a:t>
            </a:r>
          </a:p>
        </p:txBody>
      </p:sp>
      <p:sp>
        <p:nvSpPr>
          <p:cNvPr id="10" name="body-1-1-word-5">
            <a:extLst>
              <a:ext uri="{FF2B5EF4-FFF2-40B4-BE49-F238E27FC236}">
                <ns2:creationId id="{05E4E84F-F156-4036-9AAD-88B0FBD3B89C}"/>
              </a:ext>
            </a:extLst>
          </p:cNvPr>
          <p:cNvSpPr>
            <a:spLocks noGrp="1"/>
          </p:cNvSpPr>
          <p:nvPr/>
        </p:nvSpPr>
        <p:spPr>
          <a:xfrm>
            <a:off x="7936135" y="1762125"/>
            <a:ext cx="373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‏את</a:t>
            </a:r>
          </a:p>
        </p:txBody>
      </p:sp>
      <p:sp>
        <p:nvSpPr>
          <p:cNvPr id="11" name="body-1-1-word-6">
            <a:extLst>
              <a:ext uri="{FF2B5EF4-FFF2-40B4-BE49-F238E27FC236}">
                <ns2:creationId id="{EF1D7F15-12FC-41F4-ACAE-EFD987CE51AB}"/>
              </a:ext>
            </a:extLst>
          </p:cNvPr>
          <p:cNvSpPr>
            <a:spLocks noGrp="1"/>
          </p:cNvSpPr>
          <p:nvPr/>
        </p:nvSpPr>
        <p:spPr>
          <a:xfrm>
            <a:off x="6932009" y="1762125"/>
            <a:ext cx="94383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‏הגורמים</a:t>
            </a:r>
          </a:p>
        </p:txBody>
      </p:sp>
      <p:sp>
        <p:nvSpPr>
          <p:cNvPr id="12" name="body-1-1-word-7">
            <a:extLst>
              <a:ext uri="{FF2B5EF4-FFF2-40B4-BE49-F238E27FC236}">
                <ns2:creationId id="{F4AF489B-4C7F-4CA6-BB07-3F2A442A75C2}"/>
              </a:ext>
            </a:extLst>
          </p:cNvPr>
          <p:cNvSpPr>
            <a:spLocks noGrp="1"/>
          </p:cNvSpPr>
          <p:nvPr/>
        </p:nvSpPr>
        <p:spPr>
          <a:xfrm>
            <a:off x="5591747" y="1762125"/>
            <a:ext cx="12799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‏המתאימים.</a:t>
            </a:r>
          </a:p>
        </p:txBody>
      </p:sp>
      <p:sp>
        <p:nvSpPr>
          <p:cNvPr id="13" name="body-1-1-word-8">
            <a:extLst>
              <a:ext uri="{FF2B5EF4-FFF2-40B4-BE49-F238E27FC236}">
                <ns2:creationId id="{F3756375-0C52-4116-B8E9-FDF9E0350AF2}"/>
              </a:ext>
            </a:extLst>
          </p:cNvPr>
          <p:cNvSpPr>
            <a:spLocks noGrp="1"/>
          </p:cNvSpPr>
          <p:nvPr/>
        </p:nvSpPr>
        <p:spPr>
          <a:xfrm>
            <a:off x="4893183" y="1762125"/>
            <a:ext cx="6382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‏לאחר</a:t>
            </a:r>
          </a:p>
        </p:txBody>
      </p:sp>
      <p:sp>
        <p:nvSpPr>
          <p:cNvPr id="14" name="body-1-1-word-9">
            <a:extLst>
              <a:ext uri="{FF2B5EF4-FFF2-40B4-BE49-F238E27FC236}">
                <ns2:creationId id="{B95ADDDD-0270-4ECD-BFDE-081A5A0C2426}"/>
              </a:ext>
            </a:extLst>
          </p:cNvPr>
          <p:cNvSpPr>
            <a:spLocks noGrp="1"/>
          </p:cNvSpPr>
          <p:nvPr/>
        </p:nvSpPr>
        <p:spPr>
          <a:xfrm>
            <a:off x="4053364" y="1762125"/>
            <a:ext cx="77952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‏תקופת</a:t>
            </a:r>
          </a:p>
        </p:txBody>
      </p:sp>
      <p:sp>
        <p:nvSpPr>
          <p:cNvPr id="15" name="body-1-1-word-10">
            <a:extLst>
              <a:ext uri="{FF2B5EF4-FFF2-40B4-BE49-F238E27FC236}">
                <ns2:creationId id="{381B3670-811D-4FE1-A83B-5D242CF0C25F}"/>
              </a:ext>
            </a:extLst>
          </p:cNvPr>
          <p:cNvSpPr>
            <a:spLocks noGrp="1"/>
          </p:cNvSpPr>
          <p:nvPr/>
        </p:nvSpPr>
        <p:spPr>
          <a:xfrm>
            <a:off x="3260027" y="1762125"/>
            <a:ext cx="73304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‏הגידול</a:t>
            </a:r>
          </a:p>
        </p:txBody>
      </p:sp>
      <p:sp>
        <p:nvSpPr>
          <p:cNvPr id="16" name="body-1-1-word-11">
            <a:extLst>
              <a:ext uri="{FF2B5EF4-FFF2-40B4-BE49-F238E27FC236}">
                <ns2:creationId id="{8B0823CA-3755-4801-8189-D711061A016C}"/>
              </a:ext>
            </a:extLst>
          </p:cNvPr>
          <p:cNvSpPr>
            <a:spLocks noGrp="1"/>
          </p:cNvSpPr>
          <p:nvPr/>
        </p:nvSpPr>
        <p:spPr>
          <a:xfrm>
            <a:off x="2767775" y="1762125"/>
            <a:ext cx="43195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‏הוא</a:t>
            </a:r>
          </a:p>
        </p:txBody>
      </p:sp>
      <p:sp>
        <p:nvSpPr>
          <p:cNvPr id="17" name="body-1-1-word-12">
            <a:extLst>
              <a:ext uri="{FF2B5EF4-FFF2-40B4-BE49-F238E27FC236}">
                <ns2:creationId id="{6D42AA11-2D3E-4636-A31F-C1C40B054C47}"/>
              </a:ext>
            </a:extLst>
          </p:cNvPr>
          <p:cNvSpPr>
            <a:spLocks noGrp="1"/>
          </p:cNvSpPr>
          <p:nvPr/>
        </p:nvSpPr>
        <p:spPr>
          <a:xfrm>
            <a:off x="2067782" y="1762125"/>
            <a:ext cx="63969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‏מקצר</a:t>
            </a:r>
          </a:p>
        </p:txBody>
      </p:sp>
      <p:sp>
        <p:nvSpPr>
          <p:cNvPr id="18" name="body-1-1-word-13">
            <a:extLst>
              <a:ext uri="{FF2B5EF4-FFF2-40B4-BE49-F238E27FC236}">
                <ns2:creationId id="{19747D95-07A5-4676-94B2-D48835E9BB48}"/>
              </a:ext>
            </a:extLst>
          </p:cNvPr>
          <p:cNvSpPr>
            <a:spLocks noGrp="1"/>
          </p:cNvSpPr>
          <p:nvPr/>
        </p:nvSpPr>
        <p:spPr>
          <a:xfrm>
            <a:off x="1634395" y="1762125"/>
            <a:ext cx="373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‏את</a:t>
            </a:r>
          </a:p>
        </p:txBody>
      </p:sp>
      <p:sp>
        <p:nvSpPr>
          <p:cNvPr id="19" name="body-1-1-word-14">
            <a:extLst>
              <a:ext uri="{FF2B5EF4-FFF2-40B4-BE49-F238E27FC236}">
                <ns2:creationId id="{3561FFAA-0258-4400-BE6A-59CEF6F7AFFB}"/>
              </a:ext>
            </a:extLst>
          </p:cNvPr>
          <p:cNvSpPr>
            <a:spLocks noGrp="1"/>
          </p:cNvSpPr>
          <p:nvPr/>
        </p:nvSpPr>
        <p:spPr>
          <a:xfrm>
            <a:off x="1036701" y="1762125"/>
            <a:ext cx="53740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‏הזקן</a:t>
            </a:r>
          </a:p>
        </p:txBody>
      </p:sp>
      <p:sp>
        <p:nvSpPr>
          <p:cNvPr id="20" name="body-1-2-word-0">
            <a:extLst>
              <a:ext uri="{FF2B5EF4-FFF2-40B4-BE49-F238E27FC236}">
                <ns2:creationId id="{9DD87E97-415F-4C72-AAD3-1FC97DF65863}"/>
              </a:ext>
            </a:extLst>
          </p:cNvPr>
          <p:cNvSpPr>
            <a:spLocks noGrp="1"/>
          </p:cNvSpPr>
          <p:nvPr/>
        </p:nvSpPr>
        <p:spPr>
          <a:xfrm>
            <a:off x="10637996" y="2113598"/>
            <a:ext cx="81105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‏למראה</a:t>
            </a:r>
          </a:p>
        </p:txBody>
      </p:sp>
      <p:sp>
        <p:nvSpPr>
          <p:cNvPr id="21" name="body-1-2-word-1">
            <a:extLst>
              <a:ext uri="{FF2B5EF4-FFF2-40B4-BE49-F238E27FC236}">
                <ns2:creationId id="{A057CC91-A2F2-467B-B5F4-FC2124BFD275}"/>
              </a:ext>
            </a:extLst>
          </p:cNvPr>
          <p:cNvSpPr>
            <a:spLocks noGrp="1"/>
          </p:cNvSpPr>
          <p:nvPr/>
        </p:nvSpPr>
        <p:spPr>
          <a:xfrm>
            <a:off x="9971722" y="2113598"/>
            <a:ext cx="60598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‏זיפים</a:t>
            </a:r>
          </a:p>
        </p:txBody>
      </p:sp>
      <p:sp>
        <p:nvSpPr>
          <p:cNvPr id="22" name="body-1-2-word-2">
            <a:extLst>
              <a:ext uri="{FF2B5EF4-FFF2-40B4-BE49-F238E27FC236}">
                <ns2:creationId id="{405F281F-79BF-42EF-9B97-43193E3D21D4}"/>
              </a:ext>
            </a:extLst>
          </p:cNvPr>
          <p:cNvSpPr>
            <a:spLocks noGrp="1"/>
          </p:cNvSpPr>
          <p:nvPr/>
        </p:nvSpPr>
        <p:spPr>
          <a:xfrm>
            <a:off x="9389173" y="2113598"/>
            <a:ext cx="52225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‏ויוצר</a:t>
            </a:r>
          </a:p>
        </p:txBody>
      </p:sp>
      <p:sp>
        <p:nvSpPr>
          <p:cNvPr id="23" name="body-1-2-word-3">
            <a:extLst>
              <a:ext uri="{FF2B5EF4-FFF2-40B4-BE49-F238E27FC236}">
                <ns2:creationId id="{944E421D-9253-41CC-8762-9C88996B1B19}"/>
              </a:ext>
            </a:extLst>
          </p:cNvPr>
          <p:cNvSpPr>
            <a:spLocks noGrp="1"/>
          </p:cNvSpPr>
          <p:nvPr/>
        </p:nvSpPr>
        <p:spPr>
          <a:xfrm>
            <a:off x="8551736" y="2113598"/>
            <a:ext cx="77714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‏מדרגה</a:t>
            </a:r>
          </a:p>
        </p:txBody>
      </p:sp>
      <p:sp>
        <p:nvSpPr>
          <p:cNvPr id="24" name="body-1-2-word-4">
            <a:extLst>
              <a:ext uri="{FF2B5EF4-FFF2-40B4-BE49-F238E27FC236}">
                <ns2:creationId id="{F01C647F-E5A1-4144-9CBA-A06FE9AF5430}"/>
              </a:ext>
            </a:extLst>
          </p:cNvPr>
          <p:cNvSpPr>
            <a:spLocks noGrp="1"/>
          </p:cNvSpPr>
          <p:nvPr/>
        </p:nvSpPr>
        <p:spPr>
          <a:xfrm>
            <a:off x="7529036" y="2113598"/>
            <a:ext cx="96240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‏במסגרת</a:t>
            </a:r>
          </a:p>
        </p:txBody>
      </p:sp>
      <p:sp>
        <p:nvSpPr>
          <p:cNvPr id="25" name="body-1-2-word-5">
            <a:extLst>
              <a:ext uri="{FF2B5EF4-FFF2-40B4-BE49-F238E27FC236}">
                <ns2:creationId id="{2B89C65F-83D3-4C62-A9AC-4F8419E7EC28}"/>
              </a:ext>
            </a:extLst>
          </p:cNvPr>
          <p:cNvSpPr>
            <a:spLocks noGrp="1"/>
          </p:cNvSpPr>
          <p:nvPr/>
        </p:nvSpPr>
        <p:spPr>
          <a:xfrm>
            <a:off x="6959632" y="2113598"/>
            <a:ext cx="50911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‏שלו.</a:t>
            </a:r>
          </a:p>
        </p:txBody>
      </p:sp>
      <p:sp>
        <p:nvSpPr>
          <p:cNvPr id="26" name="body-2-1-word-0">
            <a:extLst>
              <a:ext uri="{FF2B5EF4-FFF2-40B4-BE49-F238E27FC236}">
                <ns2:creationId id="{71344D90-5BEB-4F9D-B50F-B70A22642B26}"/>
              </a:ext>
            </a:extLst>
          </p:cNvPr>
          <p:cNvSpPr>
            <a:spLocks noGrp="1"/>
          </p:cNvSpPr>
          <p:nvPr/>
        </p:nvSpPr>
        <p:spPr>
          <a:xfrm>
            <a:off x="10362152" y="2655570"/>
            <a:ext cx="108689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‏בתספורת</a:t>
            </a:r>
          </a:p>
        </p:txBody>
      </p:sp>
      <p:sp>
        <p:nvSpPr>
          <p:cNvPr id="27" name="body-2-1-word-1">
            <a:extLst>
              <a:ext uri="{FF2B5EF4-FFF2-40B4-BE49-F238E27FC236}">
                <ns2:creationId id="{CECE5FEC-B855-499F-B2D6-D7DA5BBD7402}"/>
              </a:ext>
            </a:extLst>
          </p:cNvPr>
          <p:cNvSpPr>
            <a:spLocks noGrp="1"/>
          </p:cNvSpPr>
          <p:nvPr/>
        </p:nvSpPr>
        <p:spPr>
          <a:xfrm>
            <a:off x="9596438" y="2655570"/>
            <a:ext cx="70542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‏הראש</a:t>
            </a:r>
          </a:p>
        </p:txBody>
      </p:sp>
      <p:sp>
        <p:nvSpPr>
          <p:cNvPr id="28" name="body-2-1-word-2">
            <a:extLst>
              <a:ext uri="{FF2B5EF4-FFF2-40B4-BE49-F238E27FC236}">
                <ns2:creationId id="{F16BED11-6CC2-4522-BF49-C6FF5696CFEB}"/>
              </a:ext>
            </a:extLst>
          </p:cNvPr>
          <p:cNvSpPr>
            <a:spLocks noGrp="1"/>
          </p:cNvSpPr>
          <p:nvPr/>
        </p:nvSpPr>
        <p:spPr>
          <a:xfrm>
            <a:off x="9106472" y="2655570"/>
            <a:ext cx="42967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‏שלו</a:t>
            </a:r>
          </a:p>
        </p:txBody>
      </p:sp>
      <p:sp>
        <p:nvSpPr>
          <p:cNvPr id="29" name="body-2-1-word-3">
            <a:extLst>
              <a:ext uri="{FF2B5EF4-FFF2-40B4-BE49-F238E27FC236}">
                <ns2:creationId id="{81E1CFFB-B659-4B08-A9B6-B708E327EC7C}"/>
              </a:ext>
            </a:extLst>
          </p:cNvPr>
          <p:cNvSpPr>
            <a:spLocks noGrp="1"/>
          </p:cNvSpPr>
          <p:nvPr/>
        </p:nvSpPr>
        <p:spPr>
          <a:xfrm>
            <a:off x="8748713" y="2655570"/>
            <a:ext cx="29746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‏יש</a:t>
            </a:r>
          </a:p>
        </p:txBody>
      </p:sp>
      <p:sp>
        <p:nvSpPr>
          <p:cNvPr id="30" name="body-2-1-word-4">
            <a:extLst>
              <a:ext uri="{FF2B5EF4-FFF2-40B4-BE49-F238E27FC236}">
                <ns2:creationId id="{A8CF606F-F9B6-41FE-993C-DBCF93F29791}"/>
              </a:ext>
            </a:extLst>
          </p:cNvPr>
          <p:cNvSpPr>
            <a:spLocks noGrp="1"/>
          </p:cNvSpPr>
          <p:nvPr/>
        </p:nvSpPr>
        <p:spPr>
          <a:xfrm>
            <a:off x="8055388" y="2655570"/>
            <a:ext cx="63303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‏הבדל</a:t>
            </a:r>
          </a:p>
        </p:txBody>
      </p:sp>
      <p:sp>
        <p:nvSpPr>
          <p:cNvPr id="31" name="body-2-1-word-5">
            <a:extLst>
              <a:ext uri="{FF2B5EF4-FFF2-40B4-BE49-F238E27FC236}">
                <ns2:creationId id="{71810933-2890-45DE-87D0-2BC0020A5B49}"/>
              </a:ext>
            </a:extLst>
          </p:cNvPr>
          <p:cNvSpPr>
            <a:spLocks noGrp="1"/>
          </p:cNvSpPr>
          <p:nvPr/>
        </p:nvSpPr>
        <p:spPr>
          <a:xfrm>
            <a:off x="7670768" y="2655570"/>
            <a:ext cx="32432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‏בין</a:t>
            </a:r>
          </a:p>
        </p:txBody>
      </p:sp>
      <p:sp>
        <p:nvSpPr>
          <p:cNvPr id="32" name="body-2-1-word-6">
            <a:extLst>
              <a:ext uri="{FF2B5EF4-FFF2-40B4-BE49-F238E27FC236}">
                <ns2:creationId id="{B3B00BCC-A9E3-4F5B-B9C2-4049E7E18844}"/>
              </a:ext>
            </a:extLst>
          </p:cNvPr>
          <p:cNvSpPr>
            <a:spLocks noGrp="1"/>
          </p:cNvSpPr>
          <p:nvPr/>
        </p:nvSpPr>
        <p:spPr>
          <a:xfrm>
            <a:off x="6741128" y="2655570"/>
            <a:ext cx="86934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‏הצדדים</a:t>
            </a:r>
          </a:p>
        </p:txBody>
      </p:sp>
      <p:sp>
        <p:nvSpPr>
          <p:cNvPr id="33" name="body-2-1-word-7">
            <a:extLst>
              <a:ext uri="{FF2B5EF4-FFF2-40B4-BE49-F238E27FC236}">
                <ns2:creationId id="{E5055059-3823-4B72-A5AE-EBC45EB727FE}"/>
              </a:ext>
            </a:extLst>
          </p:cNvPr>
          <p:cNvSpPr>
            <a:spLocks noGrp="1"/>
          </p:cNvSpPr>
          <p:nvPr/>
        </p:nvSpPr>
        <p:spPr>
          <a:xfrm>
            <a:off x="6059519" y="2655570"/>
            <a:ext cx="62131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‏לחלק</a:t>
            </a:r>
          </a:p>
        </p:txBody>
      </p:sp>
      <p:sp>
        <p:nvSpPr>
          <p:cNvPr id="34" name="body-2-1-word-8">
            <a:extLst>
              <a:ext uri="{FF2B5EF4-FFF2-40B4-BE49-F238E27FC236}">
                <ns2:creationId id="{EF90AB0F-6F82-4A5F-8D5B-0931D8B054ED}"/>
              </a:ext>
            </a:extLst>
          </p:cNvPr>
          <p:cNvSpPr>
            <a:spLocks noGrp="1"/>
          </p:cNvSpPr>
          <p:nvPr/>
        </p:nvSpPr>
        <p:spPr>
          <a:xfrm>
            <a:off x="5224367" y="2655570"/>
            <a:ext cx="77485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‏העליון,</a:t>
            </a:r>
          </a:p>
        </p:txBody>
      </p:sp>
      <p:sp>
        <p:nvSpPr>
          <p:cNvPr id="35" name="body-2-1-word-9">
            <a:extLst>
              <a:ext uri="{FF2B5EF4-FFF2-40B4-BE49-F238E27FC236}">
                <ns2:creationId id="{E8715A7B-1A69-4156-A49E-518CB1E3A111}"/>
              </a:ext>
            </a:extLst>
          </p:cNvPr>
          <p:cNvSpPr>
            <a:spLocks noGrp="1"/>
          </p:cNvSpPr>
          <p:nvPr/>
        </p:nvSpPr>
        <p:spPr>
          <a:xfrm>
            <a:off x="4813173" y="2655570"/>
            <a:ext cx="35090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‏עם</a:t>
            </a:r>
          </a:p>
        </p:txBody>
      </p:sp>
      <p:sp>
        <p:nvSpPr>
          <p:cNvPr id="36" name="body-2-1-word-10">
            <a:extLst>
              <a:ext uri="{FF2B5EF4-FFF2-40B4-BE49-F238E27FC236}">
                <ns2:creationId id="{9087D5C7-C200-4F84-845F-F76850B74823}"/>
              </a:ext>
            </a:extLst>
          </p:cNvPr>
          <p:cNvSpPr>
            <a:spLocks noGrp="1"/>
          </p:cNvSpPr>
          <p:nvPr/>
        </p:nvSpPr>
        <p:spPr>
          <a:xfrm>
            <a:off x="4100894" y="2655570"/>
            <a:ext cx="65198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‏מעבר</a:t>
            </a:r>
          </a:p>
        </p:txBody>
      </p:sp>
      <p:sp>
        <p:nvSpPr>
          <p:cNvPr id="37" name="body-2-1-word-11">
            <a:extLst>
              <a:ext uri="{FF2B5EF4-FFF2-40B4-BE49-F238E27FC236}">
                <ns2:creationId id="{DFEC7C54-1B07-4E60-9623-960F3C634261}"/>
              </a:ext>
            </a:extLst>
          </p:cNvPr>
          <p:cNvSpPr>
            <a:spLocks noGrp="1"/>
          </p:cNvSpPr>
          <p:nvPr/>
        </p:nvSpPr>
        <p:spPr>
          <a:xfrm>
            <a:off x="3551587" y="2655570"/>
            <a:ext cx="48901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‏חלק</a:t>
            </a:r>
          </a:p>
        </p:txBody>
      </p:sp>
      <p:sp>
        <p:nvSpPr>
          <p:cNvPr id="38" name="body-2-1-word-12">
            <a:extLst>
              <a:ext uri="{FF2B5EF4-FFF2-40B4-BE49-F238E27FC236}">
                <ns2:creationId id="{89C5BD8F-DB94-4819-974B-39F9068C2C11}"/>
              </a:ext>
            </a:extLst>
          </p:cNvPr>
          <p:cNvSpPr>
            <a:spLocks noGrp="1"/>
          </p:cNvSpPr>
          <p:nvPr/>
        </p:nvSpPr>
        <p:spPr>
          <a:xfrm>
            <a:off x="2336768" y="2655570"/>
            <a:ext cx="115452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‏ומטושטש.</a:t>
            </a:r>
          </a:p>
        </p:txBody>
      </p:sp>
      <p:sp>
        <p:nvSpPr>
          <p:cNvPr id="39" name="body-2-1-word-13">
            <a:extLst>
              <a:ext uri="{FF2B5EF4-FFF2-40B4-BE49-F238E27FC236}">
                <ns2:creationId id="{A9FE34D3-0E08-430D-88FE-345650097EBC}"/>
              </a:ext>
            </a:extLst>
          </p:cNvPr>
          <p:cNvSpPr>
            <a:spLocks noGrp="1"/>
          </p:cNvSpPr>
          <p:nvPr/>
        </p:nvSpPr>
        <p:spPr>
          <a:xfrm>
            <a:off x="1703642" y="2655570"/>
            <a:ext cx="57283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‏סביב</a:t>
            </a:r>
          </a:p>
        </p:txBody>
      </p:sp>
      <p:sp>
        <p:nvSpPr>
          <p:cNvPr id="40" name="body-2-1-word-14">
            <a:extLst>
              <a:ext uri="{FF2B5EF4-FFF2-40B4-BE49-F238E27FC236}">
                <ns2:creationId id="{93113FFA-BE6A-49E6-806E-92E902C29002}"/>
              </a:ext>
            </a:extLst>
          </p:cNvPr>
          <p:cNvSpPr>
            <a:spLocks noGrp="1"/>
          </p:cNvSpPr>
          <p:nvPr/>
        </p:nvSpPr>
        <p:spPr>
          <a:xfrm>
            <a:off x="858679" y="2655570"/>
            <a:ext cx="78466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‏הצוואר</a:t>
            </a:r>
          </a:p>
        </p:txBody>
      </p:sp>
      <p:sp>
        <p:nvSpPr>
          <p:cNvPr id="41" name="body-2-2-word-0">
            <a:extLst>
              <a:ext uri="{FF2B5EF4-FFF2-40B4-BE49-F238E27FC236}">
                <ns2:creationId id="{6F6D3B94-234B-471B-BFEA-661E8E7180F2}"/>
              </a:ext>
            </a:extLst>
          </p:cNvPr>
          <p:cNvSpPr>
            <a:spLocks noGrp="1"/>
          </p:cNvSpPr>
          <p:nvPr/>
        </p:nvSpPr>
        <p:spPr>
          <a:xfrm>
            <a:off x="10791635" y="3007043"/>
            <a:ext cx="65741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‏תלויה</a:t>
            </a:r>
          </a:p>
        </p:txBody>
      </p:sp>
      <p:sp>
        <p:nvSpPr>
          <p:cNvPr id="42" name="body-2-2-word-1">
            <a:extLst>
              <a:ext uri="{FF2B5EF4-FFF2-40B4-BE49-F238E27FC236}">
                <ns2:creationId id="{329B76B9-C4FB-4797-9413-77AE8D7BD90B}"/>
              </a:ext>
            </a:extLst>
          </p:cNvPr>
          <p:cNvSpPr>
            <a:spLocks noGrp="1"/>
          </p:cNvSpPr>
          <p:nvPr/>
        </p:nvSpPr>
        <p:spPr>
          <a:xfrm>
            <a:off x="9831324" y="3007043"/>
            <a:ext cx="90001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‏שרשרת</a:t>
            </a:r>
          </a:p>
        </p:txBody>
      </p:sp>
      <p:sp>
        <p:nvSpPr>
          <p:cNvPr id="43" name="body-2-2-word-2">
            <a:extLst>
              <a:ext uri="{FF2B5EF4-FFF2-40B4-BE49-F238E27FC236}">
                <ns2:creationId id="{34DE14F0-0D03-4026-B251-629FEAD01761}"/>
              </a:ext>
            </a:extLst>
          </p:cNvPr>
          <p:cNvSpPr>
            <a:spLocks noGrp="1"/>
          </p:cNvSpPr>
          <p:nvPr/>
        </p:nvSpPr>
        <p:spPr>
          <a:xfrm>
            <a:off x="9103805" y="3007043"/>
            <a:ext cx="66722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‏גלויה.</a:t>
            </a:r>
          </a:p>
        </p:txBody>
      </p:sp>
      <p:sp>
        <p:nvSpPr>
          <p:cNvPr id="44" name="body-3-1-word-0">
            <a:extLst>
              <a:ext uri="{FF2B5EF4-FFF2-40B4-BE49-F238E27FC236}">
                <ns2:creationId id="{E287A426-6597-4780-BE8D-C8C311308B06}"/>
              </a:ext>
            </a:extLst>
          </p:cNvPr>
          <p:cNvSpPr>
            <a:spLocks noGrp="1"/>
          </p:cNvSpPr>
          <p:nvPr/>
        </p:nvSpPr>
        <p:spPr>
          <a:xfrm>
            <a:off x="10986421" y="3549015"/>
            <a:ext cx="46262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‏אילו</a:t>
            </a:r>
          </a:p>
        </p:txBody>
      </p:sp>
      <p:sp>
        <p:nvSpPr>
          <p:cNvPr id="45" name="body-3-1-word-1">
            <a:extLst>
              <a:ext uri="{FF2B5EF4-FFF2-40B4-BE49-F238E27FC236}">
                <ns2:creationId id="{DBB3E609-5887-46E1-922C-F9AFFE125DF9}"/>
              </a:ext>
            </a:extLst>
          </p:cNvPr>
          <p:cNvSpPr>
            <a:spLocks noGrp="1"/>
          </p:cNvSpPr>
          <p:nvPr/>
        </p:nvSpPr>
        <p:spPr>
          <a:xfrm>
            <a:off x="10185844" y="3549015"/>
            <a:ext cx="74028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‏פרטים</a:t>
            </a:r>
          </a:p>
        </p:txBody>
      </p:sp>
      <p:sp>
        <p:nvSpPr>
          <p:cNvPr id="46" name="body-3-1-word-2">
            <a:extLst>
              <a:ext uri="{FF2B5EF4-FFF2-40B4-BE49-F238E27FC236}">
                <ns2:creationId id="{20B13FB4-C527-4968-94C9-2F2578FC91CE}"/>
              </a:ext>
            </a:extLst>
          </p:cNvPr>
          <p:cNvSpPr>
            <a:spLocks noGrp="1"/>
          </p:cNvSpPr>
          <p:nvPr/>
        </p:nvSpPr>
        <p:spPr>
          <a:xfrm>
            <a:off x="9316783" y="3549015"/>
            <a:ext cx="80876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‏עומדים</a:t>
            </a:r>
          </a:p>
        </p:txBody>
      </p:sp>
      <p:sp>
        <p:nvSpPr>
          <p:cNvPr id="47" name="body-3-1-word-3">
            <a:extLst>
              <a:ext uri="{FF2B5EF4-FFF2-40B4-BE49-F238E27FC236}">
                <ns2:creationId id="{A3150427-8B92-4C55-B09C-7CD73903ACF9}"/>
              </a:ext>
            </a:extLst>
          </p:cNvPr>
          <p:cNvSpPr>
            <a:spLocks noGrp="1"/>
          </p:cNvSpPr>
          <p:nvPr/>
        </p:nvSpPr>
        <p:spPr>
          <a:xfrm>
            <a:off x="8276368" y="3549015"/>
            <a:ext cx="98012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‏בכללים?</a:t>
            </a:r>
          </a:p>
        </p:txBody>
      </p:sp>
      <p:sp>
        <p:nvSpPr>
          <p:cNvPr id="48" name="body-3-1-word-4">
            <a:extLst>
              <a:ext uri="{FF2B5EF4-FFF2-40B4-BE49-F238E27FC236}">
                <ns2:creationId id="{FB214679-45DD-46A8-B372-5A1226871FB1}"/>
              </a:ext>
            </a:extLst>
          </p:cNvPr>
          <p:cNvSpPr>
            <a:spLocks noGrp="1"/>
          </p:cNvSpPr>
          <p:nvPr/>
        </p:nvSpPr>
        <p:spPr>
          <a:xfrm>
            <a:off x="7683532" y="3549015"/>
            <a:ext cx="53254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‏האם</a:t>
            </a:r>
          </a:p>
        </p:txBody>
      </p:sp>
      <p:sp>
        <p:nvSpPr>
          <p:cNvPr id="49" name="body-3-1-word-5">
            <a:extLst>
              <a:ext uri="{FF2B5EF4-FFF2-40B4-BE49-F238E27FC236}">
                <ns2:creationId id="{1ECACC24-6B1D-47BE-8185-B9B984858C0C}"/>
              </a:ext>
            </a:extLst>
          </p:cNvPr>
          <p:cNvSpPr>
            <a:spLocks noGrp="1"/>
          </p:cNvSpPr>
          <p:nvPr/>
        </p:nvSpPr>
        <p:spPr>
          <a:xfrm>
            <a:off x="7135654" y="3549015"/>
            <a:ext cx="48758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‏עצם</a:t>
            </a:r>
          </a:p>
        </p:txBody>
      </p:sp>
      <p:sp>
        <p:nvSpPr>
          <p:cNvPr id="50" name="body-3-1-word-6">
            <a:extLst>
              <a:ext uri="{FF2B5EF4-FFF2-40B4-BE49-F238E27FC236}">
                <ns2:creationId id="{AC6E0601-B4CF-48C6-A541-5D659F557E9F}"/>
              </a:ext>
            </a:extLst>
          </p:cNvPr>
          <p:cNvSpPr>
            <a:spLocks noGrp="1"/>
          </p:cNvSpPr>
          <p:nvPr/>
        </p:nvSpPr>
        <p:spPr>
          <a:xfrm>
            <a:off x="6577679" y="3549015"/>
            <a:ext cx="49768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‏קיום</a:t>
            </a:r>
          </a:p>
        </p:txBody>
      </p:sp>
      <p:sp>
        <p:nvSpPr>
          <p:cNvPr id="51" name="body-3-1-word-7">
            <a:extLst>
              <a:ext uri="{FF2B5EF4-FFF2-40B4-BE49-F238E27FC236}">
                <ns2:creationId id="{69FCFBB8-0250-49F2-8523-28B651CEDBAE}"/>
              </a:ext>
            </a:extLst>
          </p:cNvPr>
          <p:cNvSpPr>
            <a:spLocks noGrp="1"/>
          </p:cNvSpPr>
          <p:nvPr/>
        </p:nvSpPr>
        <p:spPr>
          <a:xfrm>
            <a:off x="5917216" y="3549015"/>
            <a:ext cx="6001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‏היתר</a:t>
            </a:r>
          </a:p>
        </p:txBody>
      </p:sp>
      <p:sp>
        <p:nvSpPr>
          <p:cNvPr id="52" name="body-3-1-word-8">
            <a:extLst>
              <a:ext uri="{FF2B5EF4-FFF2-40B4-BE49-F238E27FC236}">
                <ns2:creationId id="{052FE1EC-AC87-488F-9F20-EBF289DEFE7D}"/>
              </a:ext>
            </a:extLst>
          </p:cNvPr>
          <p:cNvSpPr>
            <a:spLocks noGrp="1"/>
          </p:cNvSpPr>
          <p:nvPr/>
        </p:nvSpPr>
        <p:spPr>
          <a:xfrm>
            <a:off x="5319522" y="3549015"/>
            <a:ext cx="53740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‏הזקן</a:t>
            </a:r>
          </a:p>
        </p:txBody>
      </p:sp>
      <p:sp>
        <p:nvSpPr>
          <p:cNvPr id="53" name="body-3-1-word-9">
            <a:extLst>
              <a:ext uri="{FF2B5EF4-FFF2-40B4-BE49-F238E27FC236}">
                <ns2:creationId id="{41EBE997-18B0-4449-972B-87359BCE1C2D}"/>
              </a:ext>
            </a:extLst>
          </p:cNvPr>
          <p:cNvSpPr>
            <a:spLocks noGrp="1"/>
          </p:cNvSpPr>
          <p:nvPr/>
        </p:nvSpPr>
        <p:spPr>
          <a:xfrm>
            <a:off x="4511135" y="3549015"/>
            <a:ext cx="748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‏מספיק</a:t>
            </a:r>
          </a:p>
        </p:txBody>
      </p:sp>
      <p:sp>
        <p:nvSpPr>
          <p:cNvPr id="54" name="body-3-1-word-10">
            <a:extLst>
              <a:ext uri="{FF2B5EF4-FFF2-40B4-BE49-F238E27FC236}">
                <ns2:creationId id="{58FA677C-944C-49BE-BCE9-D0A88374264F}"/>
              </a:ext>
            </a:extLst>
          </p:cNvPr>
          <p:cNvSpPr>
            <a:spLocks noGrp="1"/>
          </p:cNvSpPr>
          <p:nvPr/>
        </p:nvSpPr>
        <p:spPr>
          <a:xfrm>
            <a:off x="4074890" y="3549015"/>
            <a:ext cx="37595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‏כדי</a:t>
            </a:r>
          </a:p>
        </p:txBody>
      </p:sp>
      <p:sp>
        <p:nvSpPr>
          <p:cNvPr id="55" name="body-3-1-word-11">
            <a:extLst>
              <a:ext uri="{FF2B5EF4-FFF2-40B4-BE49-F238E27FC236}">
                <ns2:creationId id="{C714FEE2-6122-4BD2-A013-9106A8A3D953}"/>
              </a:ext>
            </a:extLst>
          </p:cNvPr>
          <p:cNvSpPr>
            <a:spLocks noGrp="1"/>
          </p:cNvSpPr>
          <p:nvPr/>
        </p:nvSpPr>
        <p:spPr>
          <a:xfrm>
            <a:off x="3348990" y="3549015"/>
            <a:ext cx="66560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‏לאשר</a:t>
            </a:r>
          </a:p>
        </p:txBody>
      </p:sp>
      <p:sp>
        <p:nvSpPr>
          <p:cNvPr id="56" name="body-3-1-word-12">
            <a:extLst>
              <a:ext uri="{FF2B5EF4-FFF2-40B4-BE49-F238E27FC236}">
                <ns2:creationId id="{8CF61537-AA9E-446B-B1CA-C941292CFAA2}"/>
              </a:ext>
            </a:extLst>
          </p:cNvPr>
          <p:cNvSpPr>
            <a:spLocks noGrp="1"/>
          </p:cNvSpPr>
          <p:nvPr/>
        </p:nvSpPr>
        <p:spPr>
          <a:xfrm>
            <a:off x="2915603" y="3549015"/>
            <a:ext cx="37309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‏את</a:t>
            </a:r>
          </a:p>
        </p:txBody>
      </p:sp>
      <p:sp>
        <p:nvSpPr>
          <p:cNvPr id="57" name="body-3-1-word-13">
            <a:extLst>
              <a:ext uri="{FF2B5EF4-FFF2-40B4-BE49-F238E27FC236}">
                <ns2:creationId id="{238EFBC2-BF67-4A02-AA8A-00825495E0F5}"/>
              </a:ext>
            </a:extLst>
          </p:cNvPr>
          <p:cNvSpPr>
            <a:spLocks noGrp="1"/>
          </p:cNvSpPr>
          <p:nvPr/>
        </p:nvSpPr>
        <p:spPr>
          <a:xfrm>
            <a:off x="1845564" y="3549015"/>
            <a:ext cx="100974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‏המראה?</a:t>
            </a:r>
          </a:p>
        </p:txBody>
      </p:sp>
      <p:sp>
        <p:nvSpPr>
          <p:cNvPr id="58" name="body-4-1-word-0">
            <a:extLst>
              <a:ext uri="{FF2B5EF4-FFF2-40B4-BE49-F238E27FC236}">
                <ns2:creationId id="{C759E5EF-3BD2-4952-971A-FD2CCB0E2613}"/>
              </a:ext>
            </a:extLst>
          </p:cNvPr>
          <p:cNvSpPr>
            <a:spLocks noGrp="1"/>
          </p:cNvSpPr>
          <p:nvPr/>
        </p:nvSpPr>
        <p:spPr>
          <a:xfrm>
            <a:off x="10798873" y="4090988"/>
            <a:ext cx="65017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‏מהלך</a:t>
            </a:r>
          </a:p>
        </p:txBody>
      </p:sp>
      <p:sp>
        <p:nvSpPr>
          <p:cNvPr id="59" name="body-4-1-word-1">
            <a:extLst>
              <a:ext uri="{FF2B5EF4-FFF2-40B4-BE49-F238E27FC236}">
                <ns2:creationId id="{C3CFBBE0-C9EF-4AC1-B6C4-DB811A5EA95F}"/>
              </a:ext>
            </a:extLst>
          </p:cNvPr>
          <p:cNvSpPr>
            <a:spLocks noGrp="1"/>
          </p:cNvSpPr>
          <p:nvPr/>
        </p:nvSpPr>
        <p:spPr>
          <a:xfrm>
            <a:off x="9812750" y="4090988"/>
            <a:ext cx="92583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‏התרגיל:</a:t>
            </a:r>
          </a:p>
        </p:txBody>
      </p:sp>
      <p:sp>
        <p:nvSpPr>
          <p:cNvPr id="60" name="body-4-1-word-2">
            <a:extLst>
              <a:ext uri="{FF2B5EF4-FFF2-40B4-BE49-F238E27FC236}">
                <ns2:creationId id="{B6943FF0-2E1F-4B06-8CCD-6E4DF0976D00}"/>
              </a:ext>
            </a:extLst>
          </p:cNvPr>
          <p:cNvSpPr>
            <a:spLocks noGrp="1"/>
          </p:cNvSpPr>
          <p:nvPr/>
        </p:nvSpPr>
        <p:spPr>
          <a:xfrm>
            <a:off x="9406033" y="4090988"/>
            <a:ext cx="34642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a:lnSpc>
                <a:spcPct val="100000"/>
              </a:lnSpc>
              <a:buNone/>
              <a:defRPr sz="2250" b="0">
                <a:solidFill>
                  <a:srgbClr val="F8F4EA"/>
                </a:solidFill>
                <a:latin typeface="Arial"/>
                <a:ea typeface="Arial"/>
                <a:cs typeface="Arial"/>
              </a:defRPr>
            </a:pPr>
            <a:r>
              <a:rPr sz="2250" b="0">
                <a:solidFill>
                  <a:srgbClr val="F8F4EA"/>
                </a:solidFill>
                <a:latin typeface="Arial"/>
                <a:ea typeface="Arial"/>
                <a:cs typeface="Arial"/>
              </a:rPr>
              <a:t>‏30</a:t>
            </a:r>
          </a:p>
        </p:txBody>
      </p:sp>
      <p:sp>
        <p:nvSpPr>
          <p:cNvPr id="61" name="body-4-1-word-3">
            <a:extLst>
              <a:ext uri="{FF2B5EF4-FFF2-40B4-BE49-F238E27FC236}">
                <ns2:creationId id="{270C39B9-F6D1-4490-AFF8-CC86A84285DD}"/>
              </a:ext>
            </a:extLst>
          </p:cNvPr>
          <p:cNvSpPr>
            <a:spLocks noGrp="1"/>
          </p:cNvSpPr>
          <p:nvPr/>
        </p:nvSpPr>
        <p:spPr>
          <a:xfrm>
            <a:off x="8693467" y="4090988"/>
            <a:ext cx="65227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‏שניות</a:t>
            </a:r>
          </a:p>
        </p:txBody>
      </p:sp>
      <p:sp>
        <p:nvSpPr>
          <p:cNvPr id="62" name="body-4-1-word-4">
            <a:extLst>
              <a:ext uri="{FF2B5EF4-FFF2-40B4-BE49-F238E27FC236}">
                <ns2:creationId id="{47D005C5-58B5-4B20-B394-42BA60401B6C}"/>
              </a:ext>
            </a:extLst>
          </p:cNvPr>
          <p:cNvSpPr>
            <a:spLocks noGrp="1"/>
          </p:cNvSpPr>
          <p:nvPr/>
        </p:nvSpPr>
        <p:spPr>
          <a:xfrm>
            <a:off x="7626096" y="4090988"/>
            <a:ext cx="100707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‏לחשיבה,</a:t>
            </a:r>
          </a:p>
        </p:txBody>
      </p:sp>
      <p:sp>
        <p:nvSpPr>
          <p:cNvPr id="63" name="body-4-1-word-5">
            <a:extLst>
              <a:ext uri="{FF2B5EF4-FFF2-40B4-BE49-F238E27FC236}">
                <ns2:creationId id="{08707AB0-428F-40CD-BA4F-44FBAB984AA8}"/>
              </a:ext>
            </a:extLst>
          </p:cNvPr>
          <p:cNvSpPr>
            <a:spLocks noGrp="1"/>
          </p:cNvSpPr>
          <p:nvPr/>
        </p:nvSpPr>
        <p:spPr>
          <a:xfrm>
            <a:off x="7219378" y="4090988"/>
            <a:ext cx="34642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a:lnSpc>
                <a:spcPct val="100000"/>
              </a:lnSpc>
              <a:buNone/>
              <a:defRPr sz="2250" b="0">
                <a:solidFill>
                  <a:srgbClr val="F8F4EA"/>
                </a:solidFill>
                <a:latin typeface="Arial"/>
                <a:ea typeface="Arial"/>
                <a:cs typeface="Arial"/>
              </a:defRPr>
            </a:pPr>
            <a:r>
              <a:rPr sz="2250" b="0">
                <a:solidFill>
                  <a:srgbClr val="F8F4EA"/>
                </a:solidFill>
                <a:latin typeface="Arial"/>
                <a:ea typeface="Arial"/>
                <a:cs typeface="Arial"/>
              </a:rPr>
              <a:t>‏30</a:t>
            </a:r>
          </a:p>
        </p:txBody>
      </p:sp>
      <p:sp>
        <p:nvSpPr>
          <p:cNvPr id="64" name="body-4-1-word-6">
            <a:extLst>
              <a:ext uri="{FF2B5EF4-FFF2-40B4-BE49-F238E27FC236}">
                <ns2:creationId id="{2469A548-CF7B-4DC1-B9EF-0A6A4C66CA26}"/>
              </a:ext>
            </a:extLst>
          </p:cNvPr>
          <p:cNvSpPr>
            <a:spLocks noGrp="1"/>
          </p:cNvSpPr>
          <p:nvPr/>
        </p:nvSpPr>
        <p:spPr>
          <a:xfrm>
            <a:off x="6506813" y="4090988"/>
            <a:ext cx="65227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‏שניות</a:t>
            </a:r>
          </a:p>
        </p:txBody>
      </p:sp>
      <p:sp>
        <p:nvSpPr>
          <p:cNvPr id="65" name="body-4-1-word-7">
            <a:extLst>
              <a:ext uri="{FF2B5EF4-FFF2-40B4-BE49-F238E27FC236}">
                <ns2:creationId id="{92BD6AC2-BF6A-474A-A9F7-E449F12D101B}"/>
              </a:ext>
            </a:extLst>
          </p:cNvPr>
          <p:cNvSpPr>
            <a:spLocks noGrp="1"/>
          </p:cNvSpPr>
          <p:nvPr/>
        </p:nvSpPr>
        <p:spPr>
          <a:xfrm>
            <a:off x="5600890" y="4090988"/>
            <a:ext cx="84562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‏לשיתוף</a:t>
            </a:r>
          </a:p>
        </p:txBody>
      </p:sp>
      <p:sp>
        <p:nvSpPr>
          <p:cNvPr id="66" name="body-4-1-word-8">
            <a:extLst>
              <a:ext uri="{FF2B5EF4-FFF2-40B4-BE49-F238E27FC236}">
                <ns2:creationId id="{BAFE9761-86BC-456E-8A16-D9108DE9BDE9}"/>
              </a:ext>
            </a:extLst>
          </p:cNvPr>
          <p:cNvSpPr>
            <a:spLocks noGrp="1"/>
          </p:cNvSpPr>
          <p:nvPr/>
        </p:nvSpPr>
        <p:spPr>
          <a:xfrm>
            <a:off x="5014341" y="4090988"/>
            <a:ext cx="52625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‏ו־30</a:t>
            </a:r>
          </a:p>
        </p:txBody>
      </p:sp>
      <p:sp>
        <p:nvSpPr>
          <p:cNvPr id="67" name="body-4-1-word-9">
            <a:extLst>
              <a:ext uri="{FF2B5EF4-FFF2-40B4-BE49-F238E27FC236}">
                <ns2:creationId id="{23124900-91BF-4DAA-AA66-A04DED9669E5}"/>
              </a:ext>
            </a:extLst>
          </p:cNvPr>
          <p:cNvSpPr>
            <a:spLocks noGrp="1"/>
          </p:cNvSpPr>
          <p:nvPr/>
        </p:nvSpPr>
        <p:spPr>
          <a:xfrm>
            <a:off x="4301776" y="4090988"/>
            <a:ext cx="65227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‏שניות</a:t>
            </a:r>
          </a:p>
        </p:txBody>
      </p:sp>
      <p:sp>
        <p:nvSpPr>
          <p:cNvPr id="68" name="body-4-1-word-10">
            <a:extLst>
              <a:ext uri="{FF2B5EF4-FFF2-40B4-BE49-F238E27FC236}">
                <ns2:creationId id="{176B462C-1DDA-42EF-A63F-E9EF45D788B6}"/>
              </a:ext>
            </a:extLst>
          </p:cNvPr>
          <p:cNvSpPr>
            <a:spLocks noGrp="1"/>
          </p:cNvSpPr>
          <p:nvPr/>
        </p:nvSpPr>
        <p:spPr>
          <a:xfrm>
            <a:off x="3503866" y="4090988"/>
            <a:ext cx="73761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‏לניסוח</a:t>
            </a:r>
          </a:p>
        </p:txBody>
      </p:sp>
      <p:sp>
        <p:nvSpPr>
          <p:cNvPr id="69" name="body-4-1-word-11">
            <a:extLst>
              <a:ext uri="{FF2B5EF4-FFF2-40B4-BE49-F238E27FC236}">
                <ns2:creationId id="{5B4E669B-4720-4BF2-BEB2-1488EC188E38}"/>
              </a:ext>
            </a:extLst>
          </p:cNvPr>
          <p:cNvSpPr>
            <a:spLocks noGrp="1"/>
          </p:cNvSpPr>
          <p:nvPr/>
        </p:nvSpPr>
        <p:spPr>
          <a:xfrm>
            <a:off x="2556224" y="4090988"/>
            <a:ext cx="88734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‏תשובה.</a:t>
            </a:r>
          </a:p>
        </p:txBody>
      </p:sp>
      <p:sp>
        <p:nvSpPr>
          <p:cNvPr id="70" name="body-4-1-word-12">
            <a:extLst>
              <a:ext uri="{FF2B5EF4-FFF2-40B4-BE49-F238E27FC236}">
                <ns2:creationId id="{27E12A2C-45D1-4D25-9F2F-C23A218BF704}"/>
              </a:ext>
            </a:extLst>
          </p:cNvPr>
          <p:cNvSpPr>
            <a:spLocks noGrp="1"/>
          </p:cNvSpPr>
          <p:nvPr/>
        </p:nvSpPr>
        <p:spPr>
          <a:xfrm>
            <a:off x="1849279" y="4090988"/>
            <a:ext cx="64665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‏נפריד</a:t>
            </a:r>
          </a:p>
        </p:txBody>
      </p:sp>
      <p:sp>
        <p:nvSpPr>
          <p:cNvPr id="71" name="body-4-1-word-13">
            <a:extLst>
              <a:ext uri="{FF2B5EF4-FFF2-40B4-BE49-F238E27FC236}">
                <ns2:creationId id="{16C5140F-77A5-4978-90A8-B1C2124E8030}"/>
              </a:ext>
            </a:extLst>
          </p:cNvPr>
          <p:cNvSpPr>
            <a:spLocks noGrp="1"/>
          </p:cNvSpPr>
          <p:nvPr/>
        </p:nvSpPr>
        <p:spPr>
          <a:xfrm>
            <a:off x="1464659" y="4090988"/>
            <a:ext cx="32432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‏בין</a:t>
            </a:r>
          </a:p>
        </p:txBody>
      </p:sp>
      <p:sp>
        <p:nvSpPr>
          <p:cNvPr id="72" name="body-4-2-word-0">
            <a:extLst>
              <a:ext uri="{FF2B5EF4-FFF2-40B4-BE49-F238E27FC236}">
                <ns2:creationId id="{C2EB7E3E-856A-42B0-B3EE-841F0461862D}"/>
              </a:ext>
            </a:extLst>
          </p:cNvPr>
          <p:cNvSpPr>
            <a:spLocks noGrp="1"/>
          </p:cNvSpPr>
          <p:nvPr/>
        </p:nvSpPr>
        <p:spPr>
          <a:xfrm>
            <a:off x="10648760" y="4442460"/>
            <a:ext cx="80029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‏ההליך,</a:t>
            </a:r>
          </a:p>
        </p:txBody>
      </p:sp>
      <p:sp>
        <p:nvSpPr>
          <p:cNvPr id="73" name="body-4-2-word-1">
            <a:extLst>
              <a:ext uri="{FF2B5EF4-FFF2-40B4-BE49-F238E27FC236}">
                <ns2:creationId id="{940F1892-E5C8-44CD-8AAC-FB0A0B2C4C41}"/>
              </a:ext>
            </a:extLst>
          </p:cNvPr>
          <p:cNvSpPr>
            <a:spLocks noGrp="1"/>
          </p:cNvSpPr>
          <p:nvPr/>
        </p:nvSpPr>
        <p:spPr>
          <a:xfrm>
            <a:off x="9898666" y="4442460"/>
            <a:ext cx="68980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‏נראות</a:t>
            </a:r>
          </a:p>
        </p:txBody>
      </p:sp>
      <p:sp>
        <p:nvSpPr>
          <p:cNvPr id="74" name="body-4-2-word-2">
            <a:extLst>
              <a:ext uri="{FF2B5EF4-FFF2-40B4-BE49-F238E27FC236}">
                <ns2:creationId id="{D230C606-64AE-4B6E-8F37-4BB8BC48B9C6}"/>
              </a:ext>
            </a:extLst>
          </p:cNvPr>
          <p:cNvSpPr>
            <a:spLocks noGrp="1"/>
          </p:cNvSpPr>
          <p:nvPr/>
        </p:nvSpPr>
        <p:spPr>
          <a:xfrm>
            <a:off x="9221534" y="4442460"/>
            <a:ext cx="61683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‏הזקן,</a:t>
            </a:r>
          </a:p>
        </p:txBody>
      </p:sp>
      <p:sp>
        <p:nvSpPr>
          <p:cNvPr id="75" name="body-4-2-word-3">
            <a:extLst>
              <a:ext uri="{FF2B5EF4-FFF2-40B4-BE49-F238E27FC236}">
                <ns2:creationId id="{777A5FDD-BD5D-4F5E-94C5-6CD2FD8D0794}"/>
              </a:ext>
            </a:extLst>
          </p:cNvPr>
          <p:cNvSpPr>
            <a:spLocks noGrp="1"/>
          </p:cNvSpPr>
          <p:nvPr/>
        </p:nvSpPr>
        <p:spPr>
          <a:xfrm>
            <a:off x="8567071" y="4442460"/>
            <a:ext cx="5941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‏שיער</a:t>
            </a:r>
          </a:p>
        </p:txBody>
      </p:sp>
      <p:sp>
        <p:nvSpPr>
          <p:cNvPr id="76" name="body-4-2-word-4">
            <a:extLst>
              <a:ext uri="{FF2B5EF4-FFF2-40B4-BE49-F238E27FC236}">
                <ns2:creationId id="{023AC76D-08A3-46A2-8474-FE93B5520320}"/>
              </a:ext>
            </a:extLst>
          </p:cNvPr>
          <p:cNvSpPr>
            <a:spLocks noGrp="1"/>
          </p:cNvSpPr>
          <p:nvPr/>
        </p:nvSpPr>
        <p:spPr>
          <a:xfrm>
            <a:off x="7801356" y="4442460"/>
            <a:ext cx="70542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‏הראש</a:t>
            </a:r>
          </a:p>
        </p:txBody>
      </p:sp>
      <p:sp>
        <p:nvSpPr>
          <p:cNvPr id="77" name="body-4-2-word-5">
            <a:extLst>
              <a:ext uri="{FF2B5EF4-FFF2-40B4-BE49-F238E27FC236}">
                <ns2:creationId id="{7FACD1D0-0086-4773-A547-A6875D2D7AE3}"/>
              </a:ext>
            </a:extLst>
          </p:cNvPr>
          <p:cNvSpPr>
            <a:spLocks noGrp="1"/>
          </p:cNvSpPr>
          <p:nvPr/>
        </p:nvSpPr>
        <p:spPr>
          <a:xfrm>
            <a:off x="6519101" y="4442460"/>
            <a:ext cx="122196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‏והשרשרת.</a:t>
            </a:r>
          </a:p>
        </p:txBody>
      </p:sp>
      <p:sp>
        <p:nvSpPr>
          <p:cNvPr id="78" name="sources-word-0">
            <a:extLst>
              <a:ext uri="{FF2B5EF4-FFF2-40B4-BE49-F238E27FC236}">
                <ns2:creationId id="{A1874238-0035-4DE2-BF70-8E24FD439746}"/>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‏איגרת</a:t>
            </a:r>
          </a:p>
        </p:txBody>
      </p:sp>
      <p:sp>
        <p:nvSpPr>
          <p:cNvPr id="79" name="sources-word-1">
            <a:extLst>
              <a:ext uri="{FF2B5EF4-FFF2-40B4-BE49-F238E27FC236}">
                <ns2:creationId id="{BCA3F197-5CAA-4696-AFFA-42866A52AB59}"/>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‏קיץ,</a:t>
            </a:r>
          </a:p>
        </p:txBody>
      </p:sp>
      <p:sp>
        <p:nvSpPr>
          <p:cNvPr id="80" name="sources-word-2">
            <a:extLst>
              <a:ext uri="{FF2B5EF4-FFF2-40B4-BE49-F238E27FC236}">
                <ns2:creationId id="{052E6747-A8BB-4130-AFFB-B1DAB094EA38}"/>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‏17.05.2023</a:t>
            </a:r>
          </a:p>
        </p:txBody>
      </p:sp>
      <p:sp>
        <p:nvSpPr>
          <p:cNvPr id="81" name="sources-word-3">
            <a:extLst>
              <a:ext uri="{FF2B5EF4-FFF2-40B4-BE49-F238E27FC236}">
                <ns2:creationId id="{A325E081-AF14-4728-B683-423B43E6AB71}"/>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a:t>
            </a:r>
          </a:p>
        </p:txBody>
      </p:sp>
      <p:sp>
        <p:nvSpPr>
          <p:cNvPr id="82" name="sources-word-4">
            <a:extLst>
              <a:ext uri="{FF2B5EF4-FFF2-40B4-BE49-F238E27FC236}">
                <ns2:creationId id="{E18DB8B7-E0D2-4B30-A8B6-2E729CE783CF}"/>
              </a:ext>
            </a:extLst>
          </p:cNvPr>
          <p:cNvSpPr>
            <a:spLocks noGrp="1"/>
          </p:cNvSpPr>
          <p:nvPr/>
        </p:nvSpPr>
        <p:spPr>
          <a:xfrm>
            <a:off x="9624536" y="6191250"/>
            <a:ext cx="308229"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‏טופס</a:t>
            </a:r>
          </a:p>
        </p:txBody>
      </p:sp>
      <p:sp>
        <p:nvSpPr>
          <p:cNvPr id="83" name="sources-word-5">
            <a:extLst>
              <a:ext uri="{FF2B5EF4-FFF2-40B4-BE49-F238E27FC236}">
                <ns2:creationId id="{43E0A0C8-9DF9-4220-9A9E-2A828E51A038}"/>
              </a:ext>
            </a:extLst>
          </p:cNvPr>
          <p:cNvSpPr>
            <a:spLocks noGrp="1"/>
          </p:cNvSpPr>
          <p:nvPr/>
        </p:nvSpPr>
        <p:spPr>
          <a:xfrm>
            <a:off x="9255538" y="6191250"/>
            <a:ext cx="348329"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‏צה״ל,</a:t>
            </a:r>
          </a:p>
        </p:txBody>
      </p:sp>
      <p:sp>
        <p:nvSpPr>
          <p:cNvPr id="84" name="sources-word-6">
            <a:extLst>
              <a:ext uri="{FF2B5EF4-FFF2-40B4-BE49-F238E27FC236}">
                <ns2:creationId id="{D0D895AD-DFB8-4C19-9BA2-D06FEEC370D3}"/>
              </a:ext>
            </a:extLst>
          </p:cNvPr>
          <p:cNvSpPr>
            <a:spLocks noGrp="1"/>
          </p:cNvSpPr>
          <p:nvPr/>
        </p:nvSpPr>
        <p:spPr>
          <a:xfrm>
            <a:off x="8807101" y="6191250"/>
            <a:ext cx="427768"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‏הצהרה</a:t>
            </a:r>
          </a:p>
        </p:txBody>
      </p:sp>
      <p:sp>
        <p:nvSpPr>
          <p:cNvPr id="85" name="sources-word-7">
            <a:extLst>
              <a:ext uri="{FF2B5EF4-FFF2-40B4-BE49-F238E27FC236}">
                <ns2:creationId id="{0D4B8CDF-CB83-446B-970E-918FAFD85029}"/>
              </a:ext>
            </a:extLst>
          </p:cNvPr>
          <p:cNvSpPr>
            <a:spLocks noGrp="1"/>
          </p:cNvSpPr>
          <p:nvPr/>
        </p:nvSpPr>
        <p:spPr>
          <a:xfrm>
            <a:off x="8425529" y="6191250"/>
            <a:ext cx="360902"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‏לגידול</a:t>
            </a:r>
          </a:p>
        </p:txBody>
      </p:sp>
      <p:sp>
        <p:nvSpPr>
          <p:cNvPr id="86" name="sources-word-8">
            <a:extLst>
              <a:ext uri="{FF2B5EF4-FFF2-40B4-BE49-F238E27FC236}">
                <ns2:creationId id="{FD3228BE-2CFF-4F81-8F1A-AC5E34F217D9}"/>
              </a:ext>
            </a:extLst>
          </p:cNvPr>
          <p:cNvSpPr>
            <a:spLocks noGrp="1"/>
          </p:cNvSpPr>
          <p:nvPr/>
        </p:nvSpPr>
        <p:spPr>
          <a:xfrm>
            <a:off x="8207883" y="6191250"/>
            <a:ext cx="19697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‏זקן</a:t>
            </a:r>
          </a:p>
        </p:txBody>
      </p:sp>
      <p:sp>
        <p:nvSpPr>
          <p:cNvPr id="87" name="sources-word-9">
            <a:extLst>
              <a:ext uri="{FF2B5EF4-FFF2-40B4-BE49-F238E27FC236}">
                <ns2:creationId id="{87CEF597-332A-4503-BE6A-366E1A153DA0}"/>
              </a:ext>
            </a:extLst>
          </p:cNvPr>
          <p:cNvSpPr>
            <a:spLocks noGrp="1"/>
          </p:cNvSpPr>
          <p:nvPr/>
        </p:nvSpPr>
        <p:spPr>
          <a:xfrm>
            <a:off x="8043005" y="6191250"/>
            <a:ext cx="144209"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‏או</a:t>
            </a:r>
          </a:p>
        </p:txBody>
      </p:sp>
      <p:sp>
        <p:nvSpPr>
          <p:cNvPr id="88" name="sources-word-10">
            <a:extLst>
              <a:ext uri="{FF2B5EF4-FFF2-40B4-BE49-F238E27FC236}">
                <ns2:creationId id="{806F7753-8E8F-4682-B4F3-EA1ACA3DFFC1}"/>
              </a:ext>
            </a:extLst>
          </p:cNvPr>
          <p:cNvSpPr>
            <a:spLocks noGrp="1"/>
          </p:cNvSpPr>
          <p:nvPr/>
        </p:nvSpPr>
        <p:spPr>
          <a:xfrm>
            <a:off x="7730966" y="6191250"/>
            <a:ext cx="29137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‏שפם</a:t>
            </a:r>
          </a:p>
        </p:txBody>
      </p:sp>
      <p:sp>
        <p:nvSpPr>
          <p:cNvPr id="89" name="sources-word-11">
            <a:extLst>
              <a:ext uri="{FF2B5EF4-FFF2-40B4-BE49-F238E27FC236}">
                <ns2:creationId id="{8450C09B-B504-4DD1-87E0-7318602852B8}"/>
              </a:ext>
            </a:extLst>
          </p:cNvPr>
          <p:cNvSpPr>
            <a:spLocks noGrp="1"/>
          </p:cNvSpPr>
          <p:nvPr/>
        </p:nvSpPr>
        <p:spPr>
          <a:xfrm>
            <a:off x="7634097" y="6191250"/>
            <a:ext cx="7620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a:t>
            </a:r>
          </a:p>
        </p:txBody>
      </p:sp>
      <p:sp>
        <p:nvSpPr>
          <p:cNvPr id="90" name="sources-word-12">
            <a:extLst>
              <a:ext uri="{FF2B5EF4-FFF2-40B4-BE49-F238E27FC236}">
                <ns2:creationId id="{8CEA235C-F941-4FBD-ABD3-12BAE0420513}"/>
              </a:ext>
            </a:extLst>
          </p:cNvPr>
          <p:cNvSpPr>
            <a:spLocks noGrp="1"/>
          </p:cNvSpPr>
          <p:nvPr/>
        </p:nvSpPr>
        <p:spPr>
          <a:xfrm>
            <a:off x="7300246" y="6191250"/>
            <a:ext cx="313182"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‏עדכון</a:t>
            </a:r>
          </a:p>
        </p:txBody>
      </p:sp>
      <p:sp>
        <p:nvSpPr>
          <p:cNvPr id="91" name="sources-word-13">
            <a:extLst>
              <a:ext uri="{FF2B5EF4-FFF2-40B4-BE49-F238E27FC236}">
                <ns2:creationId id="{CA157659-D383-4D97-88A4-AEAC38A7EEBE}"/>
              </a:ext>
            </a:extLst>
          </p:cNvPr>
          <p:cNvSpPr>
            <a:spLocks noGrp="1"/>
          </p:cNvSpPr>
          <p:nvPr/>
        </p:nvSpPr>
        <p:spPr>
          <a:xfrm>
            <a:off x="6925723" y="6191250"/>
            <a:ext cx="353854"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‏דיגום,</a:t>
            </a:r>
          </a:p>
        </p:txBody>
      </p:sp>
      <p:sp>
        <p:nvSpPr>
          <p:cNvPr id="92" name="sources-word-14">
            <a:extLst>
              <a:ext uri="{FF2B5EF4-FFF2-40B4-BE49-F238E27FC236}">
                <ns2:creationId id="{CC927CA5-6205-41E4-BB24-E3BC8D09F5EB}"/>
              </a:ext>
            </a:extLst>
          </p:cNvPr>
          <p:cNvSpPr>
            <a:spLocks noGrp="1"/>
          </p:cNvSpPr>
          <p:nvPr/>
        </p:nvSpPr>
        <p:spPr>
          <a:xfrm>
            <a:off x="6161437"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‏09.04.2025</a:t>
            </a:r>
          </a:p>
        </p:txBody>
      </p:sp>
      <p:sp>
        <p:nvSpPr>
          <p:cNvPr id="93" name="page">
            <a:extLst>
              <a:ext uri="{FF2B5EF4-FFF2-40B4-BE49-F238E27FC236}">
                <ns2:creationId id="{8DB55FA5-EAA0-48B1-948B-B16FFB65D8FF}"/>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DDDCCB"/>
                </a:solidFill>
                <a:latin typeface="Arial"/>
                <a:ea typeface="Arial"/>
                <a:cs typeface="Arial"/>
              </a:defRPr>
            </a:defPPr>
            <a:lvl1pPr algn="l">
              <a:defRPr sz="1200" b="0">
                <a:solidFill>
                  <a:srgbClr val="DDDCCB"/>
                </a:solidFill>
                <a:latin typeface="Arial"/>
                <a:ea typeface="Arial"/>
                <a:cs typeface="Arial"/>
              </a:defRPr>
            </a:lvl1pPr>
            <a:lvl2pPr algn="l">
              <a:defRPr sz="1200" b="0">
                <a:solidFill>
                  <a:srgbClr val="DDDCCB"/>
                </a:solidFill>
                <a:latin typeface="Arial"/>
                <a:ea typeface="Arial"/>
                <a:cs typeface="Arial"/>
              </a:defRPr>
            </a:lvl2pPr>
            <a:lvl3pPr algn="l">
              <a:defRPr sz="1200" b="0">
                <a:solidFill>
                  <a:srgbClr val="DDDCCB"/>
                </a:solidFill>
                <a:latin typeface="Arial"/>
                <a:ea typeface="Arial"/>
                <a:cs typeface="Arial"/>
              </a:defRPr>
            </a:lvl3pPr>
            <a:lvl4pPr algn="l">
              <a:defRPr sz="1200" b="0">
                <a:solidFill>
                  <a:srgbClr val="DDDCCB"/>
                </a:solidFill>
                <a:latin typeface="Arial"/>
                <a:ea typeface="Arial"/>
                <a:cs typeface="Arial"/>
              </a:defRPr>
            </a:lvl4pPr>
            <a:lvl5pPr algn="l">
              <a:defRPr sz="1200" b="0">
                <a:solidFill>
                  <a:srgbClr val="DDDCCB"/>
                </a:solidFill>
                <a:latin typeface="Arial"/>
                <a:ea typeface="Arial"/>
                <a:cs typeface="Arial"/>
              </a:defRPr>
            </a:lvl5pPr>
            <a:lvl6pPr algn="l">
              <a:defRPr sz="1200" b="0">
                <a:solidFill>
                  <a:srgbClr val="DDDCCB"/>
                </a:solidFill>
                <a:latin typeface="Arial"/>
                <a:ea typeface="Arial"/>
                <a:cs typeface="Arial"/>
              </a:defRPr>
            </a:lvl6pPr>
            <a:lvl7pPr algn="l">
              <a:defRPr sz="1200" b="0">
                <a:solidFill>
                  <a:srgbClr val="DDDCCB"/>
                </a:solidFill>
                <a:latin typeface="Arial"/>
                <a:ea typeface="Arial"/>
                <a:cs typeface="Arial"/>
              </a:defRPr>
            </a:lvl7pPr>
            <a:lvl8pPr algn="l">
              <a:defRPr sz="1200" b="0">
                <a:solidFill>
                  <a:srgbClr val="DDDCCB"/>
                </a:solidFill>
                <a:latin typeface="Arial"/>
                <a:ea typeface="Arial"/>
                <a:cs typeface="Arial"/>
              </a:defRPr>
            </a:lvl8pPr>
            <a:lvl9pPr algn="l">
              <a:defRPr sz="1200" b="0">
                <a:solidFill>
                  <a:srgbClr val="DDDCCB"/>
                </a:solidFill>
                <a:latin typeface="Arial"/>
                <a:ea typeface="Arial"/>
                <a:cs typeface="Arial"/>
              </a:defRPr>
            </a:lvl9pPr>
          </a:lstStyle>
          <a:p>
            <a:pPr algn="l">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26 / 35</a:t>
            </a:r>
          </a:p>
        </p:txBody>
      </p:sp>
      <p:sp>
        <p:nvSpPr>
          <p:cNvPr id="94" name="timing-word-0">
            <a:extLst>
              <a:ext uri="{FF2B5EF4-FFF2-40B4-BE49-F238E27FC236}">
                <ns2:creationId id="{F824ECA7-D144-4678-AC8F-AEAE47B901DD}"/>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‏22:15</a:t>
            </a:r>
          </a:p>
        </p:txBody>
      </p:sp>
      <p:sp>
        <p:nvSpPr>
          <p:cNvPr id="95" name="timing-word-1">
            <a:extLst>
              <a:ext uri="{FF2B5EF4-FFF2-40B4-BE49-F238E27FC236}">
                <ns2:creationId id="{E188FE29-B7D3-46E8-9134-1021E6229AF7}"/>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‏עד</a:t>
            </a:r>
          </a:p>
        </p:txBody>
      </p:sp>
      <p:sp>
        <p:nvSpPr>
          <p:cNvPr id="96" name="timing-word-2">
            <a:extLst>
              <a:ext uri="{FF2B5EF4-FFF2-40B4-BE49-F238E27FC236}">
                <ns2:creationId id="{39BE7377-6B9A-47BC-93B8-7DD2D3CE930E}"/>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‏23:45</a:t>
            </a:r>
          </a:p>
        </p:txBody>
      </p:sp>
      <p:sp>
        <p:nvSpPr>
          <p:cNvPr id="97" name="timing-word-3">
            <a:extLst>
              <a:ext uri="{FF2B5EF4-FFF2-40B4-BE49-F238E27FC236}">
                <ns2:creationId id="{112889AE-1698-4357-AB5F-DC3F4347EA79}"/>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‏(90</a:t>
            </a:r>
          </a:p>
        </p:txBody>
      </p:sp>
      <p:sp>
        <p:nvSpPr>
          <p:cNvPr id="98" name="timing-word-4">
            <a:extLst>
              <a:ext uri="{FF2B5EF4-FFF2-40B4-BE49-F238E27FC236}">
                <ns2:creationId id="{6D783C25-5001-4AFB-B487-42D65FBFC925}"/>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‏שניות)</a:t>
            </a:r>
          </a:p>
        </p:txBody>
      </p:sp>
    </p:spTree>
    <p:extLst>
      <p:ext uri="{BB962C8B-B14F-4D97-AF65-F5344CB8AC3E}">
        <ns3:creationId val="147069592"/>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3" name="title-word-0">
            <a:extLst>
              <a:ext uri="{FF2B5EF4-FFF2-40B4-BE49-F238E27FC236}">
                <ns2:creationId id="{FEC9E936-0F7B-4A55-86C6-366F164F523F}"/>
              </a:ext>
            </a:extLst>
          </p:cNvPr>
          <p:cNvSpPr>
            <a:spLocks noGrp="1"/>
          </p:cNvSpPr>
          <p:nvPr/>
        </p:nvSpPr>
        <p:spPr>
          <a:xfrm>
            <a:off x="10305383" y="571500"/>
            <a:ext cx="11436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‏פתרון:</a:t>
            </a:r>
          </a:p>
        </p:txBody>
      </p:sp>
      <p:sp>
        <p:nvSpPr>
          <p:cNvPr id="2" name="title-word-1">
            <a:extLst>
              <a:ext uri="{FF2B5EF4-FFF2-40B4-BE49-F238E27FC236}">
                <ns2:creationId id="{D892BCE9-03F0-4763-9356-01A5B1506471}"/>
              </a:ext>
            </a:extLst>
          </p:cNvPr>
          <p:cNvSpPr>
            <a:spLocks noGrp="1"/>
          </p:cNvSpPr>
          <p:nvPr/>
        </p:nvSpPr>
        <p:spPr>
          <a:xfrm>
            <a:off x="9049417" y="571500"/>
            <a:ext cx="115862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‏ההיתר</a:t>
            </a:r>
          </a:p>
        </p:txBody>
      </p:sp>
      <p:sp>
        <p:nvSpPr>
          <p:cNvPr id="3" name="title-word-2">
            <a:extLst>
              <a:ext uri="{FF2B5EF4-FFF2-40B4-BE49-F238E27FC236}">
                <ns2:creationId id="{F18CA3C5-6496-4F64-A101-D151ABDC6B1D}"/>
              </a:ext>
            </a:extLst>
          </p:cNvPr>
          <p:cNvSpPr>
            <a:spLocks noGrp="1"/>
          </p:cNvSpPr>
          <p:nvPr/>
        </p:nvSpPr>
        <p:spPr>
          <a:xfrm>
            <a:off x="7448645" y="571500"/>
            <a:ext cx="150342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‏וההופעה</a:t>
            </a:r>
          </a:p>
        </p:txBody>
      </p:sp>
      <p:sp>
        <p:nvSpPr>
          <p:cNvPr id="4" name="title-word-3">
            <a:extLst>
              <a:ext uri="{FF2B5EF4-FFF2-40B4-BE49-F238E27FC236}">
                <ns2:creationId id="{60307790-9B76-4154-89DB-6B96E53B08EC}"/>
              </a:ext>
            </a:extLst>
          </p:cNvPr>
          <p:cNvSpPr>
            <a:spLocks noGrp="1"/>
          </p:cNvSpPr>
          <p:nvPr/>
        </p:nvSpPr>
        <p:spPr>
          <a:xfrm>
            <a:off x="6285452" y="571500"/>
            <a:ext cx="106584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‏בפועל</a:t>
            </a:r>
          </a:p>
        </p:txBody>
      </p:sp>
      <p:sp>
        <p:nvSpPr>
          <p:cNvPr id="5" name="body-1-1-word-0">
            <a:extLst>
              <a:ext uri="{FF2B5EF4-FFF2-40B4-BE49-F238E27FC236}">
                <ns2:creationId id="{2B606B86-B827-4E46-88D3-3CD293B88BCC}"/>
              </a:ext>
            </a:extLst>
          </p:cNvPr>
          <p:cNvSpPr>
            <a:spLocks noGrp="1"/>
          </p:cNvSpPr>
          <p:nvPr/>
        </p:nvSpPr>
        <p:spPr>
          <a:xfrm>
            <a:off x="10728103" y="1762125"/>
            <a:ext cx="7209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‏ההליך</a:t>
            </a:r>
          </a:p>
        </p:txBody>
      </p:sp>
      <p:sp>
        <p:nvSpPr>
          <p:cNvPr id="6" name="body-1-1-word-1">
            <a:extLst>
              <a:ext uri="{FF2B5EF4-FFF2-40B4-BE49-F238E27FC236}">
                <ns2:creationId id="{54BD9942-73F6-4A15-90B4-9AFE3DE939C8}"/>
              </a:ext>
            </a:extLst>
          </p:cNvPr>
          <p:cNvSpPr>
            <a:spLocks noGrp="1"/>
          </p:cNvSpPr>
          <p:nvPr/>
        </p:nvSpPr>
        <p:spPr>
          <a:xfrm>
            <a:off x="9734931" y="1762125"/>
            <a:ext cx="9328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‏המתואר</a:t>
            </a:r>
          </a:p>
        </p:txBody>
      </p:sp>
      <p:sp>
        <p:nvSpPr>
          <p:cNvPr id="7" name="body-1-1-word-2">
            <a:extLst>
              <a:ext uri="{FF2B5EF4-FFF2-40B4-BE49-F238E27FC236}">
                <ns2:creationId id="{6926D6DC-1D5D-4C5B-ACC2-890E3B108CD6}"/>
              </a:ext>
            </a:extLst>
          </p:cNvPr>
          <p:cNvSpPr>
            <a:spLocks noGrp="1"/>
          </p:cNvSpPr>
          <p:nvPr/>
        </p:nvSpPr>
        <p:spPr>
          <a:xfrm>
            <a:off x="9085040" y="1762125"/>
            <a:ext cx="5895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‏תקין,</a:t>
            </a:r>
          </a:p>
        </p:txBody>
      </p:sp>
      <p:sp>
        <p:nvSpPr>
          <p:cNvPr id="8" name="body-1-1-word-3">
            <a:extLst>
              <a:ext uri="{FF2B5EF4-FFF2-40B4-BE49-F238E27FC236}">
                <ns2:creationId id="{6B085D97-BE16-4771-9CD5-4E5DD2301671}"/>
              </a:ext>
            </a:extLst>
          </p:cNvPr>
          <p:cNvSpPr>
            <a:spLocks noGrp="1"/>
          </p:cNvSpPr>
          <p:nvPr/>
        </p:nvSpPr>
        <p:spPr>
          <a:xfrm>
            <a:off x="8689753" y="1762125"/>
            <a:ext cx="3349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‏אך</a:t>
            </a:r>
          </a:p>
        </p:txBody>
      </p:sp>
      <p:sp>
        <p:nvSpPr>
          <p:cNvPr id="9" name="body-1-1-word-4">
            <a:extLst>
              <a:ext uri="{FF2B5EF4-FFF2-40B4-BE49-F238E27FC236}">
                <ns2:creationId id="{9E57CF60-C4DF-40C5-B437-4B41833A78C2}"/>
              </a:ext>
            </a:extLst>
          </p:cNvPr>
          <p:cNvSpPr>
            <a:spLocks noGrp="1"/>
          </p:cNvSpPr>
          <p:nvPr/>
        </p:nvSpPr>
        <p:spPr>
          <a:xfrm>
            <a:off x="8162449" y="1762125"/>
            <a:ext cx="46701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‏בעל</a:t>
            </a:r>
          </a:p>
        </p:txBody>
      </p:sp>
      <p:sp>
        <p:nvSpPr>
          <p:cNvPr id="10" name="body-1-1-word-5">
            <a:extLst>
              <a:ext uri="{FF2B5EF4-FFF2-40B4-BE49-F238E27FC236}">
                <ns2:creationId id="{A0FD7210-BADF-4A06-BE9B-D94B5EC96E49}"/>
              </a:ext>
            </a:extLst>
          </p:cNvPr>
          <p:cNvSpPr>
            <a:spLocks noGrp="1"/>
          </p:cNvSpPr>
          <p:nvPr/>
        </p:nvSpPr>
        <p:spPr>
          <a:xfrm>
            <a:off x="7329868" y="1762125"/>
            <a:ext cx="7722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11" name="body-1-1-word-6">
            <a:extLst>
              <a:ext uri="{FF2B5EF4-FFF2-40B4-BE49-F238E27FC236}">
                <ns2:creationId id="{9770B7B0-68C3-4643-BF91-79801EE03205}"/>
              </a:ext>
            </a:extLst>
          </p:cNvPr>
          <p:cNvSpPr>
            <a:spLocks noGrp="1"/>
          </p:cNvSpPr>
          <p:nvPr/>
        </p:nvSpPr>
        <p:spPr>
          <a:xfrm>
            <a:off x="6774180" y="1762125"/>
            <a:ext cx="4953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‏חייב</a:t>
            </a:r>
          </a:p>
        </p:txBody>
      </p:sp>
      <p:sp>
        <p:nvSpPr>
          <p:cNvPr id="12" name="body-1-1-word-7">
            <a:extLst>
              <a:ext uri="{FF2B5EF4-FFF2-40B4-BE49-F238E27FC236}">
                <ns2:creationId id="{64E1C1CE-0D09-4532-9CC9-D0F529AA77B6}"/>
              </a:ext>
            </a:extLst>
          </p:cNvPr>
          <p:cNvSpPr>
            <a:spLocks noGrp="1"/>
          </p:cNvSpPr>
          <p:nvPr/>
        </p:nvSpPr>
        <p:spPr>
          <a:xfrm>
            <a:off x="5794819" y="1762125"/>
            <a:ext cx="9190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‏להמשיך</a:t>
            </a:r>
          </a:p>
        </p:txBody>
      </p:sp>
      <p:sp>
        <p:nvSpPr>
          <p:cNvPr id="13" name="body-1-1-word-8">
            <a:extLst>
              <a:ext uri="{FF2B5EF4-FFF2-40B4-BE49-F238E27FC236}">
                <ns2:creationId id="{A18334EE-D0DE-4649-9753-7BD5A07BD659}"/>
              </a:ext>
            </a:extLst>
          </p:cNvPr>
          <p:cNvSpPr>
            <a:spLocks noGrp="1"/>
          </p:cNvSpPr>
          <p:nvPr/>
        </p:nvSpPr>
        <p:spPr>
          <a:xfrm>
            <a:off x="5035010" y="1762125"/>
            <a:ext cx="6995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‏לעמוד</a:t>
            </a:r>
          </a:p>
        </p:txBody>
      </p:sp>
      <p:sp>
        <p:nvSpPr>
          <p:cNvPr id="14" name="body-1-1-word-9">
            <a:extLst>
              <a:ext uri="{FF2B5EF4-FFF2-40B4-BE49-F238E27FC236}">
                <ns2:creationId id="{4188C4C4-F261-4F08-8715-F177B562E7FE}"/>
              </a:ext>
            </a:extLst>
          </p:cNvPr>
          <p:cNvSpPr>
            <a:spLocks noGrp="1"/>
          </p:cNvSpPr>
          <p:nvPr/>
        </p:nvSpPr>
        <p:spPr>
          <a:xfrm>
            <a:off x="4324540" y="1762125"/>
            <a:ext cx="6501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‏בכללי</a:t>
            </a:r>
          </a:p>
        </p:txBody>
      </p:sp>
      <p:sp>
        <p:nvSpPr>
          <p:cNvPr id="15" name="body-1-1-word-10">
            <a:extLst>
              <a:ext uri="{FF2B5EF4-FFF2-40B4-BE49-F238E27FC236}">
                <ns2:creationId id="{93E9D395-8E9A-4B2F-ADA3-96793796CA2A}"/>
              </a:ext>
            </a:extLst>
          </p:cNvPr>
          <p:cNvSpPr>
            <a:spLocks noGrp="1"/>
          </p:cNvSpPr>
          <p:nvPr/>
        </p:nvSpPr>
        <p:spPr>
          <a:xfrm>
            <a:off x="3402425" y="1762125"/>
            <a:ext cx="86182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‏הנראות</a:t>
            </a:r>
          </a:p>
        </p:txBody>
      </p:sp>
      <p:sp>
        <p:nvSpPr>
          <p:cNvPr id="16" name="body-1-1-word-11">
            <a:extLst>
              <a:ext uri="{FF2B5EF4-FFF2-40B4-BE49-F238E27FC236}">
                <ns2:creationId id="{8E8D86A5-7BE2-4222-8307-6A10ABFE525D}"/>
              </a:ext>
            </a:extLst>
          </p:cNvPr>
          <p:cNvSpPr>
            <a:spLocks noGrp="1"/>
          </p:cNvSpPr>
          <p:nvPr/>
        </p:nvSpPr>
        <p:spPr>
          <a:xfrm>
            <a:off x="2982849" y="1762125"/>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17" name="body-1-1-word-12">
            <a:extLst>
              <a:ext uri="{FF2B5EF4-FFF2-40B4-BE49-F238E27FC236}">
                <ns2:creationId id="{5D6357F1-878B-4FBB-9A99-1ED9090EF4A4}"/>
              </a:ext>
            </a:extLst>
          </p:cNvPr>
          <p:cNvSpPr>
            <a:spLocks noGrp="1"/>
          </p:cNvSpPr>
          <p:nvPr/>
        </p:nvSpPr>
        <p:spPr>
          <a:xfrm>
            <a:off x="2385155" y="1762125"/>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18" name="body-1-1-word-13">
            <a:extLst>
              <a:ext uri="{FF2B5EF4-FFF2-40B4-BE49-F238E27FC236}">
                <ns2:creationId id="{EA1B75B7-CC3B-490A-B939-31520FB77A7B}"/>
              </a:ext>
            </a:extLst>
          </p:cNvPr>
          <p:cNvSpPr>
            <a:spLocks noGrp="1"/>
          </p:cNvSpPr>
          <p:nvPr/>
        </p:nvSpPr>
        <p:spPr>
          <a:xfrm>
            <a:off x="1448848" y="1762125"/>
            <a:ext cx="876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‏והשפם.</a:t>
            </a:r>
          </a:p>
        </p:txBody>
      </p:sp>
      <p:sp>
        <p:nvSpPr>
          <p:cNvPr id="19" name="body-2-1-word-0">
            <a:extLst>
              <a:ext uri="{FF2B5EF4-FFF2-40B4-BE49-F238E27FC236}">
                <ns2:creationId id="{55C86B2C-B7D9-47AF-8D09-2D1472E6DB11}"/>
              </a:ext>
            </a:extLst>
          </p:cNvPr>
          <p:cNvSpPr>
            <a:spLocks noGrp="1"/>
          </p:cNvSpPr>
          <p:nvPr/>
        </p:nvSpPr>
        <p:spPr>
          <a:xfrm>
            <a:off x="10770298" y="2304098"/>
            <a:ext cx="6787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‏מראה</a:t>
            </a:r>
          </a:p>
        </p:txBody>
      </p:sp>
      <p:sp>
        <p:nvSpPr>
          <p:cNvPr id="20" name="body-2-1-word-1">
            <a:extLst>
              <a:ext uri="{FF2B5EF4-FFF2-40B4-BE49-F238E27FC236}">
                <ns2:creationId id="{C2264D76-7668-45D4-B723-EF1C4BAB297F}"/>
              </a:ext>
            </a:extLst>
          </p:cNvPr>
          <p:cNvSpPr>
            <a:spLocks noGrp="1"/>
          </p:cNvSpPr>
          <p:nvPr/>
        </p:nvSpPr>
        <p:spPr>
          <a:xfrm>
            <a:off x="9932003" y="2304098"/>
            <a:ext cx="7780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‏הזיפים</a:t>
            </a:r>
          </a:p>
        </p:txBody>
      </p:sp>
      <p:sp>
        <p:nvSpPr>
          <p:cNvPr id="21" name="body-2-1-word-2">
            <a:extLst>
              <a:ext uri="{FF2B5EF4-FFF2-40B4-BE49-F238E27FC236}">
                <ns2:creationId id="{FDF58084-C0B8-4B0D-BE45-2E78A6828F50}"/>
              </a:ext>
            </a:extLst>
          </p:cNvPr>
          <p:cNvSpPr>
            <a:spLocks noGrp="1"/>
          </p:cNvSpPr>
          <p:nvPr/>
        </p:nvSpPr>
        <p:spPr>
          <a:xfrm>
            <a:off x="9233440" y="2304098"/>
            <a:ext cx="6382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‏לאחר</a:t>
            </a:r>
          </a:p>
        </p:txBody>
      </p:sp>
      <p:sp>
        <p:nvSpPr>
          <p:cNvPr id="22" name="body-2-1-word-3">
            <a:extLst>
              <a:ext uri="{FF2B5EF4-FFF2-40B4-BE49-F238E27FC236}">
                <ns2:creationId id="{0623D021-576F-4FEF-A36C-FC5FB74E6B59}"/>
              </a:ext>
            </a:extLst>
          </p:cNvPr>
          <p:cNvSpPr>
            <a:spLocks noGrp="1"/>
          </p:cNvSpPr>
          <p:nvPr/>
        </p:nvSpPr>
        <p:spPr>
          <a:xfrm>
            <a:off x="8393620" y="2304098"/>
            <a:ext cx="7795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‏תקופת</a:t>
            </a:r>
          </a:p>
        </p:txBody>
      </p:sp>
      <p:sp>
        <p:nvSpPr>
          <p:cNvPr id="23" name="body-2-1-word-4">
            <a:extLst>
              <a:ext uri="{FF2B5EF4-FFF2-40B4-BE49-F238E27FC236}">
                <ns2:creationId id="{4038EF58-C641-4BB4-B8FB-8C6D97BA5D4D}"/>
              </a:ext>
            </a:extLst>
          </p:cNvPr>
          <p:cNvSpPr>
            <a:spLocks noGrp="1"/>
          </p:cNvSpPr>
          <p:nvPr/>
        </p:nvSpPr>
        <p:spPr>
          <a:xfrm>
            <a:off x="7600283" y="2304098"/>
            <a:ext cx="7330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‏הגידול</a:t>
            </a:r>
          </a:p>
        </p:txBody>
      </p:sp>
      <p:sp>
        <p:nvSpPr>
          <p:cNvPr id="24" name="body-2-1-word-5">
            <a:extLst>
              <a:ext uri="{FF2B5EF4-FFF2-40B4-BE49-F238E27FC236}">
                <ns2:creationId id="{BAB246E6-6C2D-4590-B6D4-B6FBBD6672E1}"/>
              </a:ext>
            </a:extLst>
          </p:cNvPr>
          <p:cNvSpPr>
            <a:spLocks noGrp="1"/>
          </p:cNvSpPr>
          <p:nvPr/>
        </p:nvSpPr>
        <p:spPr>
          <a:xfrm>
            <a:off x="6520339" y="2304098"/>
            <a:ext cx="10196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‏והמדרגה</a:t>
            </a:r>
          </a:p>
        </p:txBody>
      </p:sp>
      <p:sp>
        <p:nvSpPr>
          <p:cNvPr id="25" name="body-2-1-word-6">
            <a:extLst>
              <a:ext uri="{FF2B5EF4-FFF2-40B4-BE49-F238E27FC236}">
                <ns2:creationId id="{8752BA6C-3112-4188-8257-8BF6D4D37199}"/>
              </a:ext>
            </a:extLst>
          </p:cNvPr>
          <p:cNvSpPr>
            <a:spLocks noGrp="1"/>
          </p:cNvSpPr>
          <p:nvPr/>
        </p:nvSpPr>
        <p:spPr>
          <a:xfrm>
            <a:off x="5497639" y="2304098"/>
            <a:ext cx="9624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‏במסגרת</a:t>
            </a:r>
          </a:p>
        </p:txBody>
      </p:sp>
      <p:sp>
        <p:nvSpPr>
          <p:cNvPr id="26" name="body-2-1-word-7">
            <a:extLst>
              <a:ext uri="{FF2B5EF4-FFF2-40B4-BE49-F238E27FC236}">
                <ns2:creationId id="{7E8B14F2-0793-47F3-995D-F9C0177F26A8}"/>
              </a:ext>
            </a:extLst>
          </p:cNvPr>
          <p:cNvSpPr>
            <a:spLocks noGrp="1"/>
          </p:cNvSpPr>
          <p:nvPr/>
        </p:nvSpPr>
        <p:spPr>
          <a:xfrm>
            <a:off x="4899946" y="2304098"/>
            <a:ext cx="537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‏הזקן</a:t>
            </a:r>
          </a:p>
        </p:txBody>
      </p:sp>
      <p:sp>
        <p:nvSpPr>
          <p:cNvPr id="27" name="body-2-1-word-8">
            <a:extLst>
              <a:ext uri="{FF2B5EF4-FFF2-40B4-BE49-F238E27FC236}">
                <ns2:creationId id="{846685D6-A14F-4B20-8C35-0899D4685B54}"/>
              </a:ext>
            </a:extLst>
          </p:cNvPr>
          <p:cNvSpPr>
            <a:spLocks noGrp="1"/>
          </p:cNvSpPr>
          <p:nvPr/>
        </p:nvSpPr>
        <p:spPr>
          <a:xfrm>
            <a:off x="4307967" y="2304098"/>
            <a:ext cx="5316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‏אינם</a:t>
            </a:r>
          </a:p>
        </p:txBody>
      </p:sp>
      <p:sp>
        <p:nvSpPr>
          <p:cNvPr id="28" name="body-2-1-word-9">
            <a:extLst>
              <a:ext uri="{FF2B5EF4-FFF2-40B4-BE49-F238E27FC236}">
                <ns2:creationId id="{F99522E8-C069-45D9-9367-5EAB5D279AF1}"/>
              </a:ext>
            </a:extLst>
          </p:cNvPr>
          <p:cNvSpPr>
            <a:spLocks noGrp="1"/>
          </p:cNvSpPr>
          <p:nvPr/>
        </p:nvSpPr>
        <p:spPr>
          <a:xfrm>
            <a:off x="3386233" y="2304098"/>
            <a:ext cx="8614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‏תקינים.</a:t>
            </a:r>
          </a:p>
        </p:txBody>
      </p:sp>
      <p:sp>
        <p:nvSpPr>
          <p:cNvPr id="29" name="body-2-1-word-10">
            <a:extLst>
              <a:ext uri="{FF2B5EF4-FFF2-40B4-BE49-F238E27FC236}">
                <ns2:creationId id="{C2004494-A363-4398-B1D6-A43DFB537EF0}"/>
              </a:ext>
            </a:extLst>
          </p:cNvPr>
          <p:cNvSpPr>
            <a:spLocks noGrp="1"/>
          </p:cNvSpPr>
          <p:nvPr/>
        </p:nvSpPr>
        <p:spPr>
          <a:xfrm>
            <a:off x="3028474" y="2304098"/>
            <a:ext cx="2974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‏יש</a:t>
            </a:r>
          </a:p>
        </p:txBody>
      </p:sp>
      <p:sp>
        <p:nvSpPr>
          <p:cNvPr id="30" name="body-2-1-word-11">
            <a:extLst>
              <a:ext uri="{FF2B5EF4-FFF2-40B4-BE49-F238E27FC236}">
                <ns2:creationId id="{6E8000BD-2773-4BC5-A7F9-B84ECD1C2389}"/>
              </a:ext>
            </a:extLst>
          </p:cNvPr>
          <p:cNvSpPr>
            <a:spLocks noGrp="1"/>
          </p:cNvSpPr>
          <p:nvPr/>
        </p:nvSpPr>
        <p:spPr>
          <a:xfrm>
            <a:off x="2109978" y="2304098"/>
            <a:ext cx="8582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‏להסדיר</a:t>
            </a:r>
          </a:p>
        </p:txBody>
      </p:sp>
      <p:sp>
        <p:nvSpPr>
          <p:cNvPr id="31" name="body-2-1-word-12">
            <a:extLst>
              <a:ext uri="{FF2B5EF4-FFF2-40B4-BE49-F238E27FC236}">
                <ns2:creationId id="{0B69FF98-63CA-428C-9F5F-D50DC11839C3}"/>
              </a:ext>
            </a:extLst>
          </p:cNvPr>
          <p:cNvSpPr>
            <a:spLocks noGrp="1"/>
          </p:cNvSpPr>
          <p:nvPr/>
        </p:nvSpPr>
        <p:spPr>
          <a:xfrm>
            <a:off x="1676591" y="2304098"/>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32" name="body-2-1-word-13">
            <a:extLst>
              <a:ext uri="{FF2B5EF4-FFF2-40B4-BE49-F238E27FC236}">
                <ns2:creationId id="{7A74E935-9D97-46E4-8042-30BE2EF4CB4C}"/>
              </a:ext>
            </a:extLst>
          </p:cNvPr>
          <p:cNvSpPr>
            <a:spLocks noGrp="1"/>
          </p:cNvSpPr>
          <p:nvPr/>
        </p:nvSpPr>
        <p:spPr>
          <a:xfrm>
            <a:off x="693801" y="2304098"/>
            <a:ext cx="9224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‏ההופעה</a:t>
            </a:r>
          </a:p>
        </p:txBody>
      </p:sp>
      <p:sp>
        <p:nvSpPr>
          <p:cNvPr id="33" name="body-2-2-word-0">
            <a:extLst>
              <a:ext uri="{FF2B5EF4-FFF2-40B4-BE49-F238E27FC236}">
                <ns2:creationId id="{DCFE2557-FC33-4413-BEC2-0775B4CDE738}"/>
              </a:ext>
            </a:extLst>
          </p:cNvPr>
          <p:cNvSpPr>
            <a:spLocks noGrp="1"/>
          </p:cNvSpPr>
          <p:nvPr/>
        </p:nvSpPr>
        <p:spPr>
          <a:xfrm>
            <a:off x="11045952" y="2655570"/>
            <a:ext cx="4030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‏מול</a:t>
            </a:r>
          </a:p>
        </p:txBody>
      </p:sp>
      <p:sp>
        <p:nvSpPr>
          <p:cNvPr id="34" name="body-2-2-word-1">
            <a:extLst>
              <a:ext uri="{FF2B5EF4-FFF2-40B4-BE49-F238E27FC236}">
                <ns2:creationId id="{C224A388-5726-4158-BEBC-2783C7381E74}"/>
              </a:ext>
            </a:extLst>
          </p:cNvPr>
          <p:cNvSpPr>
            <a:spLocks noGrp="1"/>
          </p:cNvSpPr>
          <p:nvPr/>
        </p:nvSpPr>
        <p:spPr>
          <a:xfrm>
            <a:off x="10041827" y="2655570"/>
            <a:ext cx="9438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‏הגורמים</a:t>
            </a:r>
          </a:p>
        </p:txBody>
      </p:sp>
      <p:sp>
        <p:nvSpPr>
          <p:cNvPr id="35" name="body-2-2-word-2">
            <a:extLst>
              <a:ext uri="{FF2B5EF4-FFF2-40B4-BE49-F238E27FC236}">
                <ns2:creationId id="{CF186E08-B6FD-488B-BF6B-F86981985E14}"/>
              </a:ext>
            </a:extLst>
          </p:cNvPr>
          <p:cNvSpPr>
            <a:spLocks noGrp="1"/>
          </p:cNvSpPr>
          <p:nvPr/>
        </p:nvSpPr>
        <p:spPr>
          <a:xfrm>
            <a:off x="8701564" y="2655570"/>
            <a:ext cx="12799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‏המתאימים.</a:t>
            </a:r>
          </a:p>
        </p:txBody>
      </p:sp>
      <p:sp>
        <p:nvSpPr>
          <p:cNvPr id="36" name="body-3-1-word-0">
            <a:extLst>
              <a:ext uri="{FF2B5EF4-FFF2-40B4-BE49-F238E27FC236}">
                <ns2:creationId id="{1A6B4BFB-2C65-494B-B047-EC5244EE9F57}"/>
              </a:ext>
            </a:extLst>
          </p:cNvPr>
          <p:cNvSpPr>
            <a:spLocks noGrp="1"/>
          </p:cNvSpPr>
          <p:nvPr/>
        </p:nvSpPr>
        <p:spPr>
          <a:xfrm>
            <a:off x="10517029" y="3197543"/>
            <a:ext cx="9320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‏תספורת</a:t>
            </a:r>
          </a:p>
        </p:txBody>
      </p:sp>
      <p:sp>
        <p:nvSpPr>
          <p:cNvPr id="37" name="body-3-1-word-1">
            <a:extLst>
              <a:ext uri="{FF2B5EF4-FFF2-40B4-BE49-F238E27FC236}">
                <ns2:creationId id="{3964E598-CA0C-4E94-965A-0E1AF29BD7AA}"/>
              </a:ext>
            </a:extLst>
          </p:cNvPr>
          <p:cNvSpPr>
            <a:spLocks noGrp="1"/>
          </p:cNvSpPr>
          <p:nvPr/>
        </p:nvSpPr>
        <p:spPr>
          <a:xfrm>
            <a:off x="9751314" y="3197543"/>
            <a:ext cx="7054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‏הראש</a:t>
            </a:r>
          </a:p>
        </p:txBody>
      </p:sp>
      <p:sp>
        <p:nvSpPr>
          <p:cNvPr id="38" name="body-3-1-word-2">
            <a:extLst>
              <a:ext uri="{FF2B5EF4-FFF2-40B4-BE49-F238E27FC236}">
                <ns2:creationId id="{230CD544-ABAA-42EF-94C5-3B0D9637404F}"/>
              </a:ext>
            </a:extLst>
          </p:cNvPr>
          <p:cNvSpPr>
            <a:spLocks noGrp="1"/>
          </p:cNvSpPr>
          <p:nvPr/>
        </p:nvSpPr>
        <p:spPr>
          <a:xfrm>
            <a:off x="9085517" y="3197543"/>
            <a:ext cx="6055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‏יכולה</a:t>
            </a:r>
          </a:p>
        </p:txBody>
      </p:sp>
      <p:sp>
        <p:nvSpPr>
          <p:cNvPr id="39" name="body-3-1-word-3">
            <a:extLst>
              <a:ext uri="{FF2B5EF4-FFF2-40B4-BE49-F238E27FC236}">
                <ns2:creationId id="{EF4F9B00-F3F1-4915-8D53-0733832A02D4}"/>
              </a:ext>
            </a:extLst>
          </p:cNvPr>
          <p:cNvSpPr>
            <a:spLocks noGrp="1"/>
          </p:cNvSpPr>
          <p:nvPr/>
        </p:nvSpPr>
        <p:spPr>
          <a:xfrm>
            <a:off x="8367808" y="3197543"/>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40" name="body-3-1-word-4">
            <a:extLst>
              <a:ext uri="{FF2B5EF4-FFF2-40B4-BE49-F238E27FC236}">
                <ns2:creationId id="{3441BE3A-77AB-4013-9B14-61B6AF917407}"/>
              </a:ext>
            </a:extLst>
          </p:cNvPr>
          <p:cNvSpPr>
            <a:spLocks noGrp="1"/>
          </p:cNvSpPr>
          <p:nvPr/>
        </p:nvSpPr>
        <p:spPr>
          <a:xfrm>
            <a:off x="7515606" y="3197543"/>
            <a:ext cx="7919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‏תקינה:</a:t>
            </a:r>
          </a:p>
        </p:txBody>
      </p:sp>
      <p:sp>
        <p:nvSpPr>
          <p:cNvPr id="41" name="body-3-1-word-5">
            <a:extLst>
              <a:ext uri="{FF2B5EF4-FFF2-40B4-BE49-F238E27FC236}">
                <ns2:creationId id="{0EAD67C7-4BCD-4E1F-81D0-3D76712A3172}"/>
              </a:ext>
            </a:extLst>
          </p:cNvPr>
          <p:cNvSpPr>
            <a:spLocks noGrp="1"/>
          </p:cNvSpPr>
          <p:nvPr/>
        </p:nvSpPr>
        <p:spPr>
          <a:xfrm>
            <a:off x="6822281" y="3197543"/>
            <a:ext cx="6330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‏הבדל</a:t>
            </a:r>
          </a:p>
        </p:txBody>
      </p:sp>
      <p:sp>
        <p:nvSpPr>
          <p:cNvPr id="42" name="body-3-1-word-6">
            <a:extLst>
              <a:ext uri="{FF2B5EF4-FFF2-40B4-BE49-F238E27FC236}">
                <ns2:creationId id="{6262DD0C-4FC5-4912-BC1A-FA2BC1B4C954}"/>
              </a:ext>
            </a:extLst>
          </p:cNvPr>
          <p:cNvSpPr>
            <a:spLocks noGrp="1"/>
          </p:cNvSpPr>
          <p:nvPr/>
        </p:nvSpPr>
        <p:spPr>
          <a:xfrm>
            <a:off x="6437662" y="3197543"/>
            <a:ext cx="3243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‏בין</a:t>
            </a:r>
          </a:p>
        </p:txBody>
      </p:sp>
      <p:sp>
        <p:nvSpPr>
          <p:cNvPr id="43" name="body-3-1-word-7">
            <a:extLst>
              <a:ext uri="{FF2B5EF4-FFF2-40B4-BE49-F238E27FC236}">
                <ns2:creationId id="{BFD2D1AD-9720-4D51-A629-4B0A5BEA5D6B}"/>
              </a:ext>
            </a:extLst>
          </p:cNvPr>
          <p:cNvSpPr>
            <a:spLocks noGrp="1"/>
          </p:cNvSpPr>
          <p:nvPr/>
        </p:nvSpPr>
        <p:spPr>
          <a:xfrm>
            <a:off x="5598700" y="3197543"/>
            <a:ext cx="7786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‏אורכים</a:t>
            </a:r>
          </a:p>
        </p:txBody>
      </p:sp>
      <p:sp>
        <p:nvSpPr>
          <p:cNvPr id="44" name="body-3-1-word-8">
            <a:extLst>
              <a:ext uri="{FF2B5EF4-FFF2-40B4-BE49-F238E27FC236}">
                <ns2:creationId id="{8460B2A6-1081-4F68-AE62-1C19EBE9F652}"/>
              </a:ext>
            </a:extLst>
          </p:cNvPr>
          <p:cNvSpPr>
            <a:spLocks noGrp="1"/>
          </p:cNvSpPr>
          <p:nvPr/>
        </p:nvSpPr>
        <p:spPr>
          <a:xfrm>
            <a:off x="4938427" y="3197543"/>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45" name="body-3-1-word-9">
            <a:extLst>
              <a:ext uri="{FF2B5EF4-FFF2-40B4-BE49-F238E27FC236}">
                <ns2:creationId id="{8CDC8175-6773-45DA-8960-ECD9D3B8612C}"/>
              </a:ext>
            </a:extLst>
          </p:cNvPr>
          <p:cNvSpPr>
            <a:spLocks noGrp="1"/>
          </p:cNvSpPr>
          <p:nvPr/>
        </p:nvSpPr>
        <p:spPr>
          <a:xfrm>
            <a:off x="3781806" y="3197543"/>
            <a:ext cx="1096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‏כשהשיער</a:t>
            </a:r>
          </a:p>
        </p:txBody>
      </p:sp>
      <p:sp>
        <p:nvSpPr>
          <p:cNvPr id="46" name="body-3-1-word-10">
            <a:extLst>
              <a:ext uri="{FF2B5EF4-FFF2-40B4-BE49-F238E27FC236}">
                <ns2:creationId id="{7DFA8B0D-2FE3-486A-9F00-7C7D99699B21}"/>
              </a:ext>
            </a:extLst>
          </p:cNvPr>
          <p:cNvSpPr>
            <a:spLocks noGrp="1"/>
          </p:cNvSpPr>
          <p:nvPr/>
        </p:nvSpPr>
        <p:spPr>
          <a:xfrm>
            <a:off x="3253550" y="3197543"/>
            <a:ext cx="4679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‏קצר</a:t>
            </a:r>
          </a:p>
        </p:txBody>
      </p:sp>
      <p:sp>
        <p:nvSpPr>
          <p:cNvPr id="47" name="body-3-1-word-11">
            <a:extLst>
              <a:ext uri="{FF2B5EF4-FFF2-40B4-BE49-F238E27FC236}">
                <ns2:creationId id="{9FB092B4-4FD8-4346-88F2-5F67941B3FDF}"/>
              </a:ext>
            </a:extLst>
          </p:cNvPr>
          <p:cNvSpPr>
            <a:spLocks noGrp="1"/>
          </p:cNvSpPr>
          <p:nvPr/>
        </p:nvSpPr>
        <p:spPr>
          <a:xfrm>
            <a:off x="2298764" y="3197543"/>
            <a:ext cx="8944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‏והמעבר</a:t>
            </a:r>
          </a:p>
        </p:txBody>
      </p:sp>
      <p:sp>
        <p:nvSpPr>
          <p:cNvPr id="48" name="body-3-1-word-12">
            <a:extLst>
              <a:ext uri="{FF2B5EF4-FFF2-40B4-BE49-F238E27FC236}">
                <ns2:creationId id="{1EC5B06D-257F-473E-AEC3-96000FD07E0F}"/>
              </a:ext>
            </a:extLst>
          </p:cNvPr>
          <p:cNvSpPr>
            <a:spLocks noGrp="1"/>
          </p:cNvSpPr>
          <p:nvPr/>
        </p:nvSpPr>
        <p:spPr>
          <a:xfrm>
            <a:off x="1749457" y="3197543"/>
            <a:ext cx="489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a:t>
            </a:r>
          </a:p>
        </p:txBody>
      </p:sp>
      <p:sp>
        <p:nvSpPr>
          <p:cNvPr id="49" name="body-3-1-word-13">
            <a:extLst>
              <a:ext uri="{FF2B5EF4-FFF2-40B4-BE49-F238E27FC236}">
                <ns2:creationId id="{708CF3D9-E773-4F3E-8968-274E4F645353}"/>
              </a:ext>
            </a:extLst>
          </p:cNvPr>
          <p:cNvSpPr>
            <a:spLocks noGrp="1"/>
          </p:cNvSpPr>
          <p:nvPr/>
        </p:nvSpPr>
        <p:spPr>
          <a:xfrm>
            <a:off x="863727" y="3197543"/>
            <a:ext cx="8254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‏ומדורג,</a:t>
            </a:r>
          </a:p>
        </p:txBody>
      </p:sp>
      <p:sp>
        <p:nvSpPr>
          <p:cNvPr id="50" name="body-3-2-word-0">
            <a:extLst>
              <a:ext uri="{FF2B5EF4-FFF2-40B4-BE49-F238E27FC236}">
                <ns2:creationId id="{730889FE-DAB6-438E-97B1-1F6ACB87AFB8}"/>
              </a:ext>
            </a:extLst>
          </p:cNvPr>
          <p:cNvSpPr>
            <a:spLocks noGrp="1"/>
          </p:cNvSpPr>
          <p:nvPr/>
        </p:nvSpPr>
        <p:spPr>
          <a:xfrm>
            <a:off x="10995089" y="3549015"/>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51" name="body-3-2-word-1">
            <a:extLst>
              <a:ext uri="{FF2B5EF4-FFF2-40B4-BE49-F238E27FC236}">
                <ns2:creationId id="{3820D526-DAF4-44A7-AE3C-E7E47A08556D}"/>
              </a:ext>
            </a:extLst>
          </p:cNvPr>
          <p:cNvSpPr>
            <a:spLocks noGrp="1"/>
          </p:cNvSpPr>
          <p:nvPr/>
        </p:nvSpPr>
        <p:spPr>
          <a:xfrm>
            <a:off x="10157651" y="3549015"/>
            <a:ext cx="777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‏מדרגה</a:t>
            </a:r>
          </a:p>
        </p:txBody>
      </p:sp>
      <p:sp>
        <p:nvSpPr>
          <p:cNvPr id="52" name="body-3-2-word-2">
            <a:extLst>
              <a:ext uri="{FF2B5EF4-FFF2-40B4-BE49-F238E27FC236}">
                <ns2:creationId id="{B681C900-B508-4254-B269-74D1CCE2855C}"/>
              </a:ext>
            </a:extLst>
          </p:cNvPr>
          <p:cNvSpPr>
            <a:spLocks noGrp="1"/>
          </p:cNvSpPr>
          <p:nvPr/>
        </p:nvSpPr>
        <p:spPr>
          <a:xfrm>
            <a:off x="9407557" y="3549015"/>
            <a:ext cx="6898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‏נראית</a:t>
            </a:r>
          </a:p>
        </p:txBody>
      </p:sp>
      <p:sp>
        <p:nvSpPr>
          <p:cNvPr id="53" name="body-3-2-word-3">
            <a:extLst>
              <a:ext uri="{FF2B5EF4-FFF2-40B4-BE49-F238E27FC236}">
                <ns2:creationId id="{17D8E207-FE3D-4B96-B996-EDE850A83AE3}"/>
              </a:ext>
            </a:extLst>
          </p:cNvPr>
          <p:cNvSpPr>
            <a:spLocks noGrp="1"/>
          </p:cNvSpPr>
          <p:nvPr/>
        </p:nvSpPr>
        <p:spPr>
          <a:xfrm>
            <a:off x="8822817" y="3549015"/>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54" name="body-3-2-word-4">
            <a:extLst>
              <a:ext uri="{FF2B5EF4-FFF2-40B4-BE49-F238E27FC236}">
                <ns2:creationId id="{408C04D0-8F68-432B-9937-FA81516CDC88}"/>
              </a:ext>
            </a:extLst>
          </p:cNvPr>
          <p:cNvSpPr>
            <a:spLocks noGrp="1"/>
          </p:cNvSpPr>
          <p:nvPr/>
        </p:nvSpPr>
        <p:spPr>
          <a:xfrm>
            <a:off x="7978807" y="3549015"/>
            <a:ext cx="7837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‏חריגות</a:t>
            </a:r>
          </a:p>
        </p:txBody>
      </p:sp>
      <p:sp>
        <p:nvSpPr>
          <p:cNvPr id="55" name="body-3-2-word-5">
            <a:extLst>
              <a:ext uri="{FF2B5EF4-FFF2-40B4-BE49-F238E27FC236}">
                <ns2:creationId id="{09A37641-DB31-4626-A772-FF0E14F722BA}"/>
              </a:ext>
            </a:extLst>
          </p:cNvPr>
          <p:cNvSpPr>
            <a:spLocks noGrp="1"/>
          </p:cNvSpPr>
          <p:nvPr/>
        </p:nvSpPr>
        <p:spPr>
          <a:xfrm>
            <a:off x="7078980" y="3549015"/>
            <a:ext cx="839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‏אחרות.</a:t>
            </a:r>
          </a:p>
        </p:txBody>
      </p:sp>
      <p:sp>
        <p:nvSpPr>
          <p:cNvPr id="56" name="body-4-1-word-0">
            <a:extLst>
              <a:ext uri="{FF2B5EF4-FFF2-40B4-BE49-F238E27FC236}">
                <ns2:creationId id="{3DD1D44C-C9EE-48FF-8D76-20E17E8C6D55}"/>
              </a:ext>
            </a:extLst>
          </p:cNvPr>
          <p:cNvSpPr>
            <a:spLocks noGrp="1"/>
          </p:cNvSpPr>
          <p:nvPr/>
        </p:nvSpPr>
        <p:spPr>
          <a:xfrm>
            <a:off x="10376916" y="4090988"/>
            <a:ext cx="107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‏השרשרת</a:t>
            </a:r>
          </a:p>
        </p:txBody>
      </p:sp>
      <p:sp>
        <p:nvSpPr>
          <p:cNvPr id="57" name="body-4-1-word-1">
            <a:extLst>
              <a:ext uri="{FF2B5EF4-FFF2-40B4-BE49-F238E27FC236}">
                <ns2:creationId id="{C9ED3E29-9CFD-4C46-BC44-EF3AF0916293}"/>
              </a:ext>
            </a:extLst>
          </p:cNvPr>
          <p:cNvSpPr>
            <a:spLocks noGrp="1"/>
          </p:cNvSpPr>
          <p:nvPr/>
        </p:nvSpPr>
        <p:spPr>
          <a:xfrm>
            <a:off x="9637586" y="4090988"/>
            <a:ext cx="6790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‏חייבת</a:t>
            </a:r>
          </a:p>
        </p:txBody>
      </p:sp>
      <p:sp>
        <p:nvSpPr>
          <p:cNvPr id="58" name="body-4-1-word-2">
            <a:extLst>
              <a:ext uri="{FF2B5EF4-FFF2-40B4-BE49-F238E27FC236}">
                <ns2:creationId id="{3A502D6E-5125-425B-955C-04C661734878}"/>
              </a:ext>
            </a:extLst>
          </p:cNvPr>
          <p:cNvSpPr>
            <a:spLocks noGrp="1"/>
          </p:cNvSpPr>
          <p:nvPr/>
        </p:nvSpPr>
        <p:spPr>
          <a:xfrm>
            <a:off x="8919877" y="4090988"/>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59" name="body-4-1-word-3">
            <a:extLst>
              <a:ext uri="{FF2B5EF4-FFF2-40B4-BE49-F238E27FC236}">
                <ns2:creationId id="{5CCA1A25-8AF2-4719-AF60-97965E2AF165}"/>
              </a:ext>
            </a:extLst>
          </p:cNvPr>
          <p:cNvSpPr>
            <a:spLocks noGrp="1"/>
          </p:cNvSpPr>
          <p:nvPr/>
        </p:nvSpPr>
        <p:spPr>
          <a:xfrm>
            <a:off x="7911941" y="4090988"/>
            <a:ext cx="9476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‏מוסתרת</a:t>
            </a:r>
          </a:p>
        </p:txBody>
      </p:sp>
      <p:sp>
        <p:nvSpPr>
          <p:cNvPr id="60" name="body-4-1-word-4">
            <a:extLst>
              <a:ext uri="{FF2B5EF4-FFF2-40B4-BE49-F238E27FC236}">
                <ns2:creationId id="{CEEB28E4-62F2-4A5B-B068-B27C58D29D3C}"/>
              </a:ext>
            </a:extLst>
          </p:cNvPr>
          <p:cNvSpPr>
            <a:spLocks noGrp="1"/>
          </p:cNvSpPr>
          <p:nvPr/>
        </p:nvSpPr>
        <p:spPr>
          <a:xfrm>
            <a:off x="7112984" y="4090988"/>
            <a:ext cx="7386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‏מתחת</a:t>
            </a:r>
          </a:p>
        </p:txBody>
      </p:sp>
      <p:sp>
        <p:nvSpPr>
          <p:cNvPr id="61" name="body-4-1-word-5">
            <a:extLst>
              <a:ext uri="{FF2B5EF4-FFF2-40B4-BE49-F238E27FC236}">
                <ns2:creationId id="{6CF2E68C-062B-49D1-856B-CE48E6AF1A16}"/>
              </a:ext>
            </a:extLst>
          </p:cNvPr>
          <p:cNvSpPr>
            <a:spLocks noGrp="1"/>
          </p:cNvSpPr>
          <p:nvPr/>
        </p:nvSpPr>
        <p:spPr>
          <a:xfrm>
            <a:off x="6209252" y="4090988"/>
            <a:ext cx="84343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‏לחולצה</a:t>
            </a:r>
          </a:p>
        </p:txBody>
      </p:sp>
      <p:sp>
        <p:nvSpPr>
          <p:cNvPr id="62" name="body-4-1-word-6">
            <a:extLst>
              <a:ext uri="{FF2B5EF4-FFF2-40B4-BE49-F238E27FC236}">
                <ns2:creationId id="{C9ADEC67-59BB-4FA5-A006-477B7EE4B429}"/>
              </a:ext>
            </a:extLst>
          </p:cNvPr>
          <p:cNvSpPr>
            <a:spLocks noGrp="1"/>
          </p:cNvSpPr>
          <p:nvPr/>
        </p:nvSpPr>
        <p:spPr>
          <a:xfrm>
            <a:off x="5378958" y="4090988"/>
            <a:ext cx="7700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‏ולעמוד</a:t>
            </a:r>
          </a:p>
        </p:txBody>
      </p:sp>
      <p:sp>
        <p:nvSpPr>
          <p:cNvPr id="63" name="body-4-1-word-7">
            <a:extLst>
              <a:ext uri="{FF2B5EF4-FFF2-40B4-BE49-F238E27FC236}">
                <ns2:creationId id="{93004A43-28A3-4579-B25F-BD7D4D133BFE}"/>
              </a:ext>
            </a:extLst>
          </p:cNvPr>
          <p:cNvSpPr>
            <a:spLocks noGrp="1"/>
          </p:cNvSpPr>
          <p:nvPr/>
        </p:nvSpPr>
        <p:spPr>
          <a:xfrm>
            <a:off x="4308253" y="4090988"/>
            <a:ext cx="10104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‏במגבלות</a:t>
            </a:r>
          </a:p>
        </p:txBody>
      </p:sp>
      <p:sp>
        <p:nvSpPr>
          <p:cNvPr id="64" name="body-4-1-word-8">
            <a:extLst>
              <a:ext uri="{FF2B5EF4-FFF2-40B4-BE49-F238E27FC236}">
                <ns2:creationId id="{1FAE0DBC-3D0D-420B-AFC8-0A58545993E9}"/>
              </a:ext>
            </a:extLst>
          </p:cNvPr>
          <p:cNvSpPr>
            <a:spLocks noGrp="1"/>
          </p:cNvSpPr>
          <p:nvPr/>
        </p:nvSpPr>
        <p:spPr>
          <a:xfrm>
            <a:off x="3408426" y="4090988"/>
            <a:ext cx="839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‏המידה.</a:t>
            </a:r>
          </a:p>
        </p:txBody>
      </p:sp>
      <p:sp>
        <p:nvSpPr>
          <p:cNvPr id="65" name="body-4-1-word-9">
            <a:extLst>
              <a:ext uri="{FF2B5EF4-FFF2-40B4-BE49-F238E27FC236}">
                <ns2:creationId id="{FE8AC381-6B70-4353-99D9-7EA1DC777A64}"/>
              </a:ext>
            </a:extLst>
          </p:cNvPr>
          <p:cNvSpPr>
            <a:spLocks noGrp="1"/>
          </p:cNvSpPr>
          <p:nvPr/>
        </p:nvSpPr>
        <p:spPr>
          <a:xfrm>
            <a:off x="2747963" y="4090988"/>
            <a:ext cx="600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‏היתר</a:t>
            </a:r>
          </a:p>
        </p:txBody>
      </p:sp>
      <p:sp>
        <p:nvSpPr>
          <p:cNvPr id="66" name="body-4-1-word-10">
            <a:extLst>
              <a:ext uri="{FF2B5EF4-FFF2-40B4-BE49-F238E27FC236}">
                <ns2:creationId id="{4A758F22-A9B2-4D7C-829A-1F65D4DDF75B}"/>
              </a:ext>
            </a:extLst>
          </p:cNvPr>
          <p:cNvSpPr>
            <a:spLocks noGrp="1"/>
          </p:cNvSpPr>
          <p:nvPr/>
        </p:nvSpPr>
        <p:spPr>
          <a:xfrm>
            <a:off x="2322290" y="4090988"/>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67" name="body-4-1-word-11">
            <a:extLst>
              <a:ext uri="{FF2B5EF4-FFF2-40B4-BE49-F238E27FC236}">
                <ns2:creationId id="{C186C77B-75F7-4E93-A13E-53DB2D9CAA20}"/>
              </a:ext>
            </a:extLst>
          </p:cNvPr>
          <p:cNvSpPr>
            <a:spLocks noGrp="1"/>
          </p:cNvSpPr>
          <p:nvPr/>
        </p:nvSpPr>
        <p:spPr>
          <a:xfrm>
            <a:off x="1830896" y="4090988"/>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68" name="body-4-1-word-12">
            <a:extLst>
              <a:ext uri="{FF2B5EF4-FFF2-40B4-BE49-F238E27FC236}">
                <ns2:creationId id="{DFD18C98-8A0B-40AE-B322-502B56728A70}"/>
              </a:ext>
            </a:extLst>
          </p:cNvPr>
          <p:cNvSpPr>
            <a:spLocks noGrp="1"/>
          </p:cNvSpPr>
          <p:nvPr/>
        </p:nvSpPr>
        <p:spPr>
          <a:xfrm>
            <a:off x="994029" y="4090988"/>
            <a:ext cx="7765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‏משפיע</a:t>
            </a:r>
          </a:p>
        </p:txBody>
      </p:sp>
      <p:sp>
        <p:nvSpPr>
          <p:cNvPr id="69" name="body-4-2-word-0">
            <a:extLst>
              <a:ext uri="{FF2B5EF4-FFF2-40B4-BE49-F238E27FC236}">
                <ns2:creationId id="{9DE18C3A-2267-4C1F-8B57-130C1B2F7C6E}"/>
              </a:ext>
            </a:extLst>
          </p:cNvPr>
          <p:cNvSpPr>
            <a:spLocks noGrp="1"/>
          </p:cNvSpPr>
          <p:nvPr/>
        </p:nvSpPr>
        <p:spPr>
          <a:xfrm>
            <a:off x="11136916" y="4442460"/>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70" name="body-4-2-word-1">
            <a:extLst>
              <a:ext uri="{FF2B5EF4-FFF2-40B4-BE49-F238E27FC236}">
                <ns2:creationId id="{F4DD91FE-C1BD-4A04-A0EE-6280733043BB}"/>
              </a:ext>
            </a:extLst>
          </p:cNvPr>
          <p:cNvSpPr>
            <a:spLocks noGrp="1"/>
          </p:cNvSpPr>
          <p:nvPr/>
        </p:nvSpPr>
        <p:spPr>
          <a:xfrm>
            <a:off x="10581322" y="4442460"/>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a:t>
            </a:r>
          </a:p>
        </p:txBody>
      </p:sp>
      <p:sp>
        <p:nvSpPr>
          <p:cNvPr id="71" name="body-4-2-word-2">
            <a:extLst>
              <a:ext uri="{FF2B5EF4-FFF2-40B4-BE49-F238E27FC236}">
                <ns2:creationId id="{B21DD30C-2AE9-4BE7-890E-1F547F24A287}"/>
              </a:ext>
            </a:extLst>
          </p:cNvPr>
          <p:cNvSpPr>
            <a:spLocks noGrp="1"/>
          </p:cNvSpPr>
          <p:nvPr/>
        </p:nvSpPr>
        <p:spPr>
          <a:xfrm>
            <a:off x="9246775" y="4442460"/>
            <a:ext cx="12742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‏התכשיטים.</a:t>
            </a:r>
          </a:p>
        </p:txBody>
      </p:sp>
      <p:sp>
        <p:nvSpPr>
          <p:cNvPr id="72" name="sources-word-0">
            <a:extLst>
              <a:ext uri="{FF2B5EF4-FFF2-40B4-BE49-F238E27FC236}">
                <ns2:creationId id="{25C16F9D-DD46-4BEF-832C-79213B9E422E}"/>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3" name="sources-word-1">
            <a:extLst>
              <a:ext uri="{FF2B5EF4-FFF2-40B4-BE49-F238E27FC236}">
                <ns2:creationId id="{38AA8DC9-25E8-4E7B-8712-1F245CC08D54}"/>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4" name="sources-word-2">
            <a:extLst>
              <a:ext uri="{FF2B5EF4-FFF2-40B4-BE49-F238E27FC236}">
                <ns2:creationId id="{0D8DF810-F83E-4BE5-9A76-3CA04620AA62}"/>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5" name="sources-word-3">
            <a:extLst>
              <a:ext uri="{FF2B5EF4-FFF2-40B4-BE49-F238E27FC236}">
                <ns2:creationId id="{DA0C715E-2281-4399-A35B-8565F666ECB2}"/>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6" name="sources-word-4">
            <a:extLst>
              <a:ext uri="{FF2B5EF4-FFF2-40B4-BE49-F238E27FC236}">
                <ns2:creationId id="{C298599E-9D5E-4484-99AA-2714F9FE2679}"/>
              </a:ext>
            </a:extLst>
          </p:cNvPr>
          <p:cNvSpPr>
            <a:spLocks noGrp="1"/>
          </p:cNvSpPr>
          <p:nvPr/>
        </p:nvSpPr>
        <p:spPr>
          <a:xfrm>
            <a:off x="9624536" y="6191250"/>
            <a:ext cx="3082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‏טופס</a:t>
            </a:r>
          </a:p>
        </p:txBody>
      </p:sp>
      <p:sp>
        <p:nvSpPr>
          <p:cNvPr id="77" name="sources-word-5">
            <a:extLst>
              <a:ext uri="{FF2B5EF4-FFF2-40B4-BE49-F238E27FC236}">
                <ns2:creationId id="{35B30761-A05A-4FCF-8D9E-81DCE560B2A4}"/>
              </a:ext>
            </a:extLst>
          </p:cNvPr>
          <p:cNvSpPr>
            <a:spLocks noGrp="1"/>
          </p:cNvSpPr>
          <p:nvPr/>
        </p:nvSpPr>
        <p:spPr>
          <a:xfrm>
            <a:off x="9255538" y="6191250"/>
            <a:ext cx="3483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‏צה״ל,</a:t>
            </a:r>
          </a:p>
        </p:txBody>
      </p:sp>
      <p:sp>
        <p:nvSpPr>
          <p:cNvPr id="78" name="sources-word-6">
            <a:extLst>
              <a:ext uri="{FF2B5EF4-FFF2-40B4-BE49-F238E27FC236}">
                <ns2:creationId id="{0347E816-CA66-41A5-A8A4-071B5300D908}"/>
              </a:ext>
            </a:extLst>
          </p:cNvPr>
          <p:cNvSpPr>
            <a:spLocks noGrp="1"/>
          </p:cNvSpPr>
          <p:nvPr/>
        </p:nvSpPr>
        <p:spPr>
          <a:xfrm>
            <a:off x="8807101" y="6191250"/>
            <a:ext cx="42776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‏הצהרה</a:t>
            </a:r>
          </a:p>
        </p:txBody>
      </p:sp>
      <p:sp>
        <p:nvSpPr>
          <p:cNvPr id="79" name="sources-word-7">
            <a:extLst>
              <a:ext uri="{FF2B5EF4-FFF2-40B4-BE49-F238E27FC236}">
                <ns2:creationId id="{D7B5BA3C-9BB7-4070-B8BB-2A856FA96115}"/>
              </a:ext>
            </a:extLst>
          </p:cNvPr>
          <p:cNvSpPr>
            <a:spLocks noGrp="1"/>
          </p:cNvSpPr>
          <p:nvPr/>
        </p:nvSpPr>
        <p:spPr>
          <a:xfrm>
            <a:off x="8425529" y="6191250"/>
            <a:ext cx="36090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‏לגידול</a:t>
            </a:r>
          </a:p>
        </p:txBody>
      </p:sp>
      <p:sp>
        <p:nvSpPr>
          <p:cNvPr id="80" name="sources-word-8">
            <a:extLst>
              <a:ext uri="{FF2B5EF4-FFF2-40B4-BE49-F238E27FC236}">
                <ns2:creationId id="{1D89A5B1-1610-4B42-83FF-8784906BF3B7}"/>
              </a:ext>
            </a:extLst>
          </p:cNvPr>
          <p:cNvSpPr>
            <a:spLocks noGrp="1"/>
          </p:cNvSpPr>
          <p:nvPr/>
        </p:nvSpPr>
        <p:spPr>
          <a:xfrm>
            <a:off x="8207883" y="6191250"/>
            <a:ext cx="19697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‏זקן</a:t>
            </a:r>
          </a:p>
        </p:txBody>
      </p:sp>
      <p:sp>
        <p:nvSpPr>
          <p:cNvPr id="81" name="sources-word-9">
            <a:extLst>
              <a:ext uri="{FF2B5EF4-FFF2-40B4-BE49-F238E27FC236}">
                <ns2:creationId id="{F6F04A1C-1364-4EDD-929B-DE349932BEB0}"/>
              </a:ext>
            </a:extLst>
          </p:cNvPr>
          <p:cNvSpPr>
            <a:spLocks noGrp="1"/>
          </p:cNvSpPr>
          <p:nvPr/>
        </p:nvSpPr>
        <p:spPr>
          <a:xfrm>
            <a:off x="8043005" y="6191250"/>
            <a:ext cx="1442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‏או</a:t>
            </a:r>
          </a:p>
        </p:txBody>
      </p:sp>
      <p:sp>
        <p:nvSpPr>
          <p:cNvPr id="82" name="sources-word-10">
            <a:extLst>
              <a:ext uri="{FF2B5EF4-FFF2-40B4-BE49-F238E27FC236}">
                <ns2:creationId id="{C2C9ABA4-D2EB-4B53-9D43-78E2F986FE0B}"/>
              </a:ext>
            </a:extLst>
          </p:cNvPr>
          <p:cNvSpPr>
            <a:spLocks noGrp="1"/>
          </p:cNvSpPr>
          <p:nvPr/>
        </p:nvSpPr>
        <p:spPr>
          <a:xfrm>
            <a:off x="7730966" y="6191250"/>
            <a:ext cx="29137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‏שפם</a:t>
            </a:r>
          </a:p>
        </p:txBody>
      </p:sp>
      <p:sp>
        <p:nvSpPr>
          <p:cNvPr id="83" name="sources-word-11">
            <a:extLst>
              <a:ext uri="{FF2B5EF4-FFF2-40B4-BE49-F238E27FC236}">
                <ns2:creationId id="{1710DEDC-C3E4-41D3-8F3D-60F7DAACD6E9}"/>
              </a:ext>
            </a:extLst>
          </p:cNvPr>
          <p:cNvSpPr>
            <a:spLocks noGrp="1"/>
          </p:cNvSpPr>
          <p:nvPr/>
        </p:nvSpPr>
        <p:spPr>
          <a:xfrm>
            <a:off x="7634097"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4" name="sources-word-12">
            <a:extLst>
              <a:ext uri="{FF2B5EF4-FFF2-40B4-BE49-F238E27FC236}">
                <ns2:creationId id="{496A1A9D-E64F-4BD6-8387-9E44FCAD0021}"/>
              </a:ext>
            </a:extLst>
          </p:cNvPr>
          <p:cNvSpPr>
            <a:spLocks noGrp="1"/>
          </p:cNvSpPr>
          <p:nvPr/>
        </p:nvSpPr>
        <p:spPr>
          <a:xfrm>
            <a:off x="7300246"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5" name="sources-word-13">
            <a:extLst>
              <a:ext uri="{FF2B5EF4-FFF2-40B4-BE49-F238E27FC236}">
                <ns2:creationId id="{A2911DBF-8D7A-4698-87D2-708F30E56942}"/>
              </a:ext>
            </a:extLst>
          </p:cNvPr>
          <p:cNvSpPr>
            <a:spLocks noGrp="1"/>
          </p:cNvSpPr>
          <p:nvPr/>
        </p:nvSpPr>
        <p:spPr>
          <a:xfrm>
            <a:off x="6925723"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6" name="sources-word-14">
            <a:extLst>
              <a:ext uri="{FF2B5EF4-FFF2-40B4-BE49-F238E27FC236}">
                <ns2:creationId id="{27E4A7D5-FDFA-4C3D-9EB6-9E4182A85030}"/>
              </a:ext>
            </a:extLst>
          </p:cNvPr>
          <p:cNvSpPr>
            <a:spLocks noGrp="1"/>
          </p:cNvSpPr>
          <p:nvPr/>
        </p:nvSpPr>
        <p:spPr>
          <a:xfrm>
            <a:off x="6161437"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7" name="page">
            <a:extLst>
              <a:ext uri="{FF2B5EF4-FFF2-40B4-BE49-F238E27FC236}">
                <ns2:creationId id="{3C03939D-10F1-4007-8EF5-1BEE486250F2}"/>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27 / 35</a:t>
            </a:r>
          </a:p>
        </p:txBody>
      </p:sp>
      <p:sp>
        <p:nvSpPr>
          <p:cNvPr id="88" name="timing-word-0">
            <a:extLst>
              <a:ext uri="{FF2B5EF4-FFF2-40B4-BE49-F238E27FC236}">
                <ns2:creationId id="{E7E0E3D7-1AC8-4121-940F-B1E305EF76C9}"/>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‏23:45</a:t>
            </a:r>
          </a:p>
        </p:txBody>
      </p:sp>
      <p:sp>
        <p:nvSpPr>
          <p:cNvPr id="89" name="timing-word-1">
            <a:extLst>
              <a:ext uri="{FF2B5EF4-FFF2-40B4-BE49-F238E27FC236}">
                <ns2:creationId id="{2A1CF367-A5EF-4DAF-A038-C33640797BA7}"/>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90" name="timing-word-2">
            <a:extLst>
              <a:ext uri="{FF2B5EF4-FFF2-40B4-BE49-F238E27FC236}">
                <ns2:creationId id="{20B3DCCA-5993-4C9A-B261-103DDD8C561D}"/>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‏24:45</a:t>
            </a:r>
          </a:p>
        </p:txBody>
      </p:sp>
      <p:sp>
        <p:nvSpPr>
          <p:cNvPr id="91" name="timing-word-3">
            <a:extLst>
              <a:ext uri="{FF2B5EF4-FFF2-40B4-BE49-F238E27FC236}">
                <ns2:creationId id="{9CA033D8-8CA0-4868-A1E8-D5EA86FDADF0}"/>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92" name="timing-word-4">
            <a:extLst>
              <a:ext uri="{FF2B5EF4-FFF2-40B4-BE49-F238E27FC236}">
                <ns2:creationId id="{9B18E5CF-0E61-47EC-AFE4-4BBB481CB9AF}"/>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838795692"/>
      </p:ext>
    </p:extLst>
  </p:cSld>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92" name="title-word-0">
            <a:extLst>
              <a:ext uri="{FF2B5EF4-FFF2-40B4-BE49-F238E27FC236}">
                <ns2:creationId id="{FB42DCDA-DB51-4CD1-9B38-B856F57D411E}"/>
              </a:ext>
            </a:extLst>
          </p:cNvPr>
          <p:cNvSpPr>
            <a:spLocks noGrp="1"/>
          </p:cNvSpPr>
          <p:nvPr/>
        </p:nvSpPr>
        <p:spPr>
          <a:xfrm>
            <a:off x="10312146" y="571500"/>
            <a:ext cx="113690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‏בדיקת</a:t>
            </a:r>
          </a:p>
        </p:txBody>
      </p:sp>
      <p:sp>
        <p:nvSpPr>
          <p:cNvPr id="2" name="title-word-1">
            <a:extLst>
              <a:ext uri="{FF2B5EF4-FFF2-40B4-BE49-F238E27FC236}">
                <ns2:creationId id="{4309CB97-3A90-426E-9D7B-7B32CA337441}"/>
              </a:ext>
            </a:extLst>
          </p:cNvPr>
          <p:cNvSpPr>
            <a:spLocks noGrp="1"/>
          </p:cNvSpPr>
          <p:nvPr/>
        </p:nvSpPr>
        <p:spPr>
          <a:xfrm>
            <a:off x="9128855" y="571500"/>
            <a:ext cx="108594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‏הבנה:</a:t>
            </a:r>
          </a:p>
        </p:txBody>
      </p:sp>
      <p:sp>
        <p:nvSpPr>
          <p:cNvPr id="3" name="title-word-2">
            <a:extLst>
              <a:ext uri="{FF2B5EF4-FFF2-40B4-BE49-F238E27FC236}">
                <ns2:creationId id="{B8E8933B-3104-4AD2-9E78-B58D57F4B04D}"/>
              </a:ext>
            </a:extLst>
          </p:cNvPr>
          <p:cNvSpPr>
            <a:spLocks noGrp="1"/>
          </p:cNvSpPr>
          <p:nvPr/>
        </p:nvSpPr>
        <p:spPr>
          <a:xfrm>
            <a:off x="7813738" y="571500"/>
            <a:ext cx="121777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‏ארבעה</a:t>
            </a:r>
          </a:p>
        </p:txBody>
      </p:sp>
      <p:sp>
        <p:nvSpPr>
          <p:cNvPr id="4" name="title-word-3">
            <a:extLst>
              <a:ext uri="{FF2B5EF4-FFF2-40B4-BE49-F238E27FC236}">
                <ns2:creationId id="{CEEEDA50-A6C5-44A4-A40F-2622DA52FE9D}"/>
              </a:ext>
            </a:extLst>
          </p:cNvPr>
          <p:cNvSpPr>
            <a:spLocks noGrp="1"/>
          </p:cNvSpPr>
          <p:nvPr/>
        </p:nvSpPr>
        <p:spPr>
          <a:xfrm>
            <a:off x="6597682" y="571500"/>
            <a:ext cx="111871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‏מצבים</a:t>
            </a:r>
          </a:p>
        </p:txBody>
      </p:sp>
      <p:sp>
        <p:nvSpPr>
          <p:cNvPr id="5" name="body-1-1-word-0">
            <a:extLst>
              <a:ext uri="{FF2B5EF4-FFF2-40B4-BE49-F238E27FC236}">
                <ns2:creationId id="{A239AF3D-458D-413C-BD49-7D0096FB8A33}"/>
              </a:ext>
            </a:extLst>
          </p:cNvPr>
          <p:cNvSpPr>
            <a:spLocks noGrp="1"/>
          </p:cNvSpPr>
          <p:nvPr/>
        </p:nvSpPr>
        <p:spPr>
          <a:xfrm>
            <a:off x="10792587" y="1762125"/>
            <a:ext cx="6564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‏חיילת</a:t>
            </a:r>
          </a:p>
        </p:txBody>
      </p:sp>
      <p:sp>
        <p:nvSpPr>
          <p:cNvPr id="6" name="body-1-1-word-1">
            <a:extLst>
              <a:ext uri="{FF2B5EF4-FFF2-40B4-BE49-F238E27FC236}">
                <ns2:creationId id="{6F5AEE9D-7418-47A9-AEF0-B565B43EF2DE}"/>
              </a:ext>
            </a:extLst>
          </p:cNvPr>
          <p:cNvSpPr>
            <a:spLocks noGrp="1"/>
          </p:cNvSpPr>
          <p:nvPr/>
        </p:nvSpPr>
        <p:spPr>
          <a:xfrm>
            <a:off x="10135267" y="1762125"/>
            <a:ext cx="5970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‏חובה</a:t>
            </a:r>
          </a:p>
        </p:txBody>
      </p:sp>
      <p:sp>
        <p:nvSpPr>
          <p:cNvPr id="7" name="body-1-1-word-2">
            <a:extLst>
              <a:ext uri="{FF2B5EF4-FFF2-40B4-BE49-F238E27FC236}">
                <ns2:creationId id="{1C0CA154-508B-4E5E-8714-5E470732F69E}"/>
              </a:ext>
            </a:extLst>
          </p:cNvPr>
          <p:cNvSpPr>
            <a:spLocks noGrp="1"/>
          </p:cNvSpPr>
          <p:nvPr/>
        </p:nvSpPr>
        <p:spPr>
          <a:xfrm>
            <a:off x="9724073" y="1762125"/>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8" name="body-1-1-word-3">
            <a:extLst>
              <a:ext uri="{FF2B5EF4-FFF2-40B4-BE49-F238E27FC236}">
                <ns2:creationId id="{A1B895FE-21DB-4B63-BD95-B03703E8242C}"/>
              </a:ext>
            </a:extLst>
          </p:cNvPr>
          <p:cNvSpPr>
            <a:spLocks noGrp="1"/>
          </p:cNvSpPr>
          <p:nvPr/>
        </p:nvSpPr>
        <p:spPr>
          <a:xfrm>
            <a:off x="9265634" y="1762125"/>
            <a:ext cx="398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a:t>
            </a:r>
          </a:p>
        </p:txBody>
      </p:sp>
      <p:sp>
        <p:nvSpPr>
          <p:cNvPr id="9" name="body-1-1-word-4">
            <a:extLst>
              <a:ext uri="{FF2B5EF4-FFF2-40B4-BE49-F238E27FC236}">
                <ns2:creationId id="{4798C082-B168-42D5-AE4C-4E20C5947526}"/>
              </a:ext>
            </a:extLst>
          </p:cNvPr>
          <p:cNvSpPr>
            <a:spLocks noGrp="1"/>
          </p:cNvSpPr>
          <p:nvPr/>
        </p:nvSpPr>
        <p:spPr>
          <a:xfrm>
            <a:off x="8628983" y="1762125"/>
            <a:ext cx="5763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‏זוגות</a:t>
            </a:r>
          </a:p>
        </p:txBody>
      </p:sp>
      <p:sp>
        <p:nvSpPr>
          <p:cNvPr id="10" name="body-1-1-word-5">
            <a:extLst>
              <a:ext uri="{FF2B5EF4-FFF2-40B4-BE49-F238E27FC236}">
                <ns2:creationId id="{E6831922-983E-440F-9A8E-6F2C73AD98AE}"/>
              </a:ext>
            </a:extLst>
          </p:cNvPr>
          <p:cNvSpPr>
            <a:spLocks noGrp="1"/>
          </p:cNvSpPr>
          <p:nvPr/>
        </p:nvSpPr>
        <p:spPr>
          <a:xfrm>
            <a:off x="7830598" y="1762125"/>
            <a:ext cx="7380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‏עגילים</a:t>
            </a:r>
          </a:p>
        </p:txBody>
      </p:sp>
      <p:sp>
        <p:nvSpPr>
          <p:cNvPr id="11" name="body-1-1-word-6">
            <a:extLst>
              <a:ext uri="{FF2B5EF4-FFF2-40B4-BE49-F238E27FC236}">
                <ns2:creationId id="{A56BB813-506F-446E-A534-BEC58B78F966}"/>
              </a:ext>
            </a:extLst>
          </p:cNvPr>
          <p:cNvSpPr>
            <a:spLocks noGrp="1"/>
          </p:cNvSpPr>
          <p:nvPr/>
        </p:nvSpPr>
        <p:spPr>
          <a:xfrm>
            <a:off x="6896576" y="1762125"/>
            <a:ext cx="8737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‏צמודים:</a:t>
            </a:r>
          </a:p>
        </p:txBody>
      </p:sp>
      <p:sp>
        <p:nvSpPr>
          <p:cNvPr id="12" name="body-1-1-word-7">
            <a:extLst>
              <a:ext uri="{FF2B5EF4-FFF2-40B4-BE49-F238E27FC236}">
                <ns2:creationId id="{1A4AB988-1106-44E1-891C-0F70EE13AA2C}"/>
              </a:ext>
            </a:extLst>
          </p:cNvPr>
          <p:cNvSpPr>
            <a:spLocks noGrp="1"/>
          </p:cNvSpPr>
          <p:nvPr/>
        </p:nvSpPr>
        <p:spPr>
          <a:xfrm>
            <a:off x="6405182" y="1762125"/>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13" name="body-1-1-word-8">
            <a:extLst>
              <a:ext uri="{FF2B5EF4-FFF2-40B4-BE49-F238E27FC236}">
                <ns2:creationId id="{F25E7519-1584-46CB-91C4-1C044F50F701}"/>
              </a:ext>
            </a:extLst>
          </p:cNvPr>
          <p:cNvSpPr>
            <a:spLocks noGrp="1"/>
          </p:cNvSpPr>
          <p:nvPr/>
        </p:nvSpPr>
        <p:spPr>
          <a:xfrm>
            <a:off x="5755291" y="1762125"/>
            <a:ext cx="5895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‏תקין.</a:t>
            </a:r>
          </a:p>
        </p:txBody>
      </p:sp>
      <p:sp>
        <p:nvSpPr>
          <p:cNvPr id="14" name="body-1-1-word-9">
            <a:extLst>
              <a:ext uri="{FF2B5EF4-FFF2-40B4-BE49-F238E27FC236}">
                <ns2:creationId id="{BF0155F8-F44A-4BCC-83CD-C2C8A91FC0A2}"/>
              </a:ext>
            </a:extLst>
          </p:cNvPr>
          <p:cNvSpPr>
            <a:spLocks noGrp="1"/>
          </p:cNvSpPr>
          <p:nvPr/>
        </p:nvSpPr>
        <p:spPr>
          <a:xfrm>
            <a:off x="4943094" y="1762125"/>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15" name="body-1-1-word-10">
            <a:extLst>
              <a:ext uri="{FF2B5EF4-FFF2-40B4-BE49-F238E27FC236}">
                <ns2:creationId id="{368698E3-2833-48AA-A31B-8C411A256090}"/>
              </a:ext>
            </a:extLst>
          </p:cNvPr>
          <p:cNvSpPr>
            <a:spLocks noGrp="1"/>
          </p:cNvSpPr>
          <p:nvPr/>
        </p:nvSpPr>
        <p:spPr>
          <a:xfrm>
            <a:off x="4282821"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16" name="body-1-1-word-11">
            <a:extLst>
              <a:ext uri="{FF2B5EF4-FFF2-40B4-BE49-F238E27FC236}">
                <ns2:creationId id="{BAF2E356-5BDC-4BB5-9A42-0003CD20A860}"/>
              </a:ext>
            </a:extLst>
          </p:cNvPr>
          <p:cNvSpPr>
            <a:spLocks noGrp="1"/>
          </p:cNvSpPr>
          <p:nvPr/>
        </p:nvSpPr>
        <p:spPr>
          <a:xfrm>
            <a:off x="3900297" y="1762125"/>
            <a:ext cx="3222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a:t>
            </a:r>
          </a:p>
        </p:txBody>
      </p:sp>
      <p:sp>
        <p:nvSpPr>
          <p:cNvPr id="17" name="body-1-1-word-12">
            <a:extLst>
              <a:ext uri="{FF2B5EF4-FFF2-40B4-BE49-F238E27FC236}">
                <ns2:creationId id="{3B034265-3FA6-4DD5-A89E-053907145AF4}"/>
              </a:ext>
            </a:extLst>
          </p:cNvPr>
          <p:cNvSpPr>
            <a:spLocks noGrp="1"/>
          </p:cNvSpPr>
          <p:nvPr/>
        </p:nvSpPr>
        <p:spPr>
          <a:xfrm>
            <a:off x="3254883" y="1762125"/>
            <a:ext cx="5851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18" name="body-1-1-word-13">
            <a:extLst>
              <a:ext uri="{FF2B5EF4-FFF2-40B4-BE49-F238E27FC236}">
                <ns2:creationId id="{5F3CDC1D-9592-4B92-8882-F02F809415B6}"/>
              </a:ext>
            </a:extLst>
          </p:cNvPr>
          <p:cNvSpPr>
            <a:spLocks noGrp="1"/>
          </p:cNvSpPr>
          <p:nvPr/>
        </p:nvSpPr>
        <p:spPr>
          <a:xfrm>
            <a:off x="2796445" y="1762125"/>
            <a:ext cx="398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a:t>
            </a:r>
          </a:p>
        </p:txBody>
      </p:sp>
      <p:sp>
        <p:nvSpPr>
          <p:cNvPr id="19" name="body-1-1-word-14">
            <a:extLst>
              <a:ext uri="{FF2B5EF4-FFF2-40B4-BE49-F238E27FC236}">
                <ns2:creationId id="{5799B9E3-6681-4303-B609-3A8092DF4CCF}"/>
              </a:ext>
            </a:extLst>
          </p:cNvPr>
          <p:cNvSpPr>
            <a:spLocks noGrp="1"/>
          </p:cNvSpPr>
          <p:nvPr/>
        </p:nvSpPr>
        <p:spPr>
          <a:xfrm>
            <a:off x="2159794" y="1762125"/>
            <a:ext cx="5763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‏זוגות</a:t>
            </a:r>
          </a:p>
        </p:txBody>
      </p:sp>
      <p:sp>
        <p:nvSpPr>
          <p:cNvPr id="20" name="body-1-1-word-15">
            <a:extLst>
              <a:ext uri="{FF2B5EF4-FFF2-40B4-BE49-F238E27FC236}">
                <ns2:creationId id="{29E0F839-D633-4DF8-9CE6-176F722D417A}"/>
              </a:ext>
            </a:extLst>
          </p:cNvPr>
          <p:cNvSpPr>
            <a:spLocks noGrp="1"/>
          </p:cNvSpPr>
          <p:nvPr/>
        </p:nvSpPr>
        <p:spPr>
          <a:xfrm>
            <a:off x="1305211" y="1762125"/>
            <a:ext cx="7942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‏צמודים</a:t>
            </a:r>
          </a:p>
        </p:txBody>
      </p:sp>
      <p:sp>
        <p:nvSpPr>
          <p:cNvPr id="21" name="body-1-2-word-0">
            <a:extLst>
              <a:ext uri="{FF2B5EF4-FFF2-40B4-BE49-F238E27FC236}">
                <ns2:creationId id="{119686A0-B5DE-4508-9499-3081B39CD807}"/>
              </a:ext>
            </a:extLst>
          </p:cNvPr>
          <p:cNvSpPr>
            <a:spLocks noGrp="1"/>
          </p:cNvSpPr>
          <p:nvPr/>
        </p:nvSpPr>
        <p:spPr>
          <a:xfrm>
            <a:off x="10607612" y="2113598"/>
            <a:ext cx="8414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‏מותרים</a:t>
            </a:r>
          </a:p>
        </p:txBody>
      </p:sp>
      <p:sp>
        <p:nvSpPr>
          <p:cNvPr id="22" name="body-1-2-word-1">
            <a:extLst>
              <a:ext uri="{FF2B5EF4-FFF2-40B4-BE49-F238E27FC236}">
                <ns2:creationId id="{86B63863-2C32-4B8D-8E95-ED4D2F64C1F2}"/>
              </a:ext>
            </a:extLst>
          </p:cNvPr>
          <p:cNvSpPr>
            <a:spLocks noGrp="1"/>
          </p:cNvSpPr>
          <p:nvPr/>
        </p:nvSpPr>
        <p:spPr>
          <a:xfrm>
            <a:off x="9821228" y="2113598"/>
            <a:ext cx="7260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23" name="body-2-1-word-0">
            <a:extLst>
              <a:ext uri="{FF2B5EF4-FFF2-40B4-BE49-F238E27FC236}">
                <ns2:creationId id="{BB1EF96E-992C-419B-B6C0-79A2BF6A8B78}"/>
              </a:ext>
            </a:extLst>
          </p:cNvPr>
          <p:cNvSpPr>
            <a:spLocks noGrp="1"/>
          </p:cNvSpPr>
          <p:nvPr/>
        </p:nvSpPr>
        <p:spPr>
          <a:xfrm>
            <a:off x="10797064" y="2655570"/>
            <a:ext cx="6519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‏מעבר</a:t>
            </a:r>
          </a:p>
        </p:txBody>
      </p:sp>
      <p:sp>
        <p:nvSpPr>
          <p:cNvPr id="24" name="body-2-1-word-1">
            <a:extLst>
              <a:ext uri="{FF2B5EF4-FFF2-40B4-BE49-F238E27FC236}">
                <ns2:creationId id="{4EF5F80B-6BA3-4BFB-A0E3-16BFB7CAAEC3}"/>
              </a:ext>
            </a:extLst>
          </p:cNvPr>
          <p:cNvSpPr>
            <a:spLocks noGrp="1"/>
          </p:cNvSpPr>
          <p:nvPr/>
        </p:nvSpPr>
        <p:spPr>
          <a:xfrm>
            <a:off x="10247757" y="2655570"/>
            <a:ext cx="489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‏חלק</a:t>
            </a:r>
          </a:p>
        </p:txBody>
      </p:sp>
      <p:sp>
        <p:nvSpPr>
          <p:cNvPr id="25" name="body-2-1-word-2">
            <a:extLst>
              <a:ext uri="{FF2B5EF4-FFF2-40B4-BE49-F238E27FC236}">
                <ns2:creationId id="{C87FDD52-8005-41F5-912D-48758C6A9D21}"/>
              </a:ext>
            </a:extLst>
          </p:cNvPr>
          <p:cNvSpPr>
            <a:spLocks noGrp="1"/>
          </p:cNvSpPr>
          <p:nvPr/>
        </p:nvSpPr>
        <p:spPr>
          <a:xfrm>
            <a:off x="9863138" y="2655570"/>
            <a:ext cx="3243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‏בין</a:t>
            </a:r>
          </a:p>
        </p:txBody>
      </p:sp>
      <p:sp>
        <p:nvSpPr>
          <p:cNvPr id="26" name="body-2-1-word-3">
            <a:extLst>
              <a:ext uri="{FF2B5EF4-FFF2-40B4-BE49-F238E27FC236}">
                <ns2:creationId id="{9C50B4F6-B52A-4FE4-AA7C-3A104766B467}"/>
              </a:ext>
            </a:extLst>
          </p:cNvPr>
          <p:cNvSpPr>
            <a:spLocks noGrp="1"/>
          </p:cNvSpPr>
          <p:nvPr/>
        </p:nvSpPr>
        <p:spPr>
          <a:xfrm>
            <a:off x="9024176" y="2655570"/>
            <a:ext cx="7786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‏אורכים</a:t>
            </a:r>
          </a:p>
        </p:txBody>
      </p:sp>
      <p:sp>
        <p:nvSpPr>
          <p:cNvPr id="27" name="body-2-1-word-4">
            <a:extLst>
              <a:ext uri="{FF2B5EF4-FFF2-40B4-BE49-F238E27FC236}">
                <ns2:creationId id="{94505A8D-7676-4783-B779-0319689DB00D}"/>
              </a:ext>
            </a:extLst>
          </p:cNvPr>
          <p:cNvSpPr>
            <a:spLocks noGrp="1"/>
          </p:cNvSpPr>
          <p:nvPr/>
        </p:nvSpPr>
        <p:spPr>
          <a:xfrm>
            <a:off x="7876985" y="2655570"/>
            <a:ext cx="10868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‏בתספורת</a:t>
            </a:r>
          </a:p>
        </p:txBody>
      </p:sp>
      <p:sp>
        <p:nvSpPr>
          <p:cNvPr id="28" name="body-2-1-word-5">
            <a:extLst>
              <a:ext uri="{FF2B5EF4-FFF2-40B4-BE49-F238E27FC236}">
                <ns2:creationId id="{23C56476-BF26-4581-B5CC-54662C697FE1}"/>
              </a:ext>
            </a:extLst>
          </p:cNvPr>
          <p:cNvSpPr>
            <a:spLocks noGrp="1"/>
          </p:cNvSpPr>
          <p:nvPr/>
        </p:nvSpPr>
        <p:spPr>
          <a:xfrm>
            <a:off x="7294340" y="2655570"/>
            <a:ext cx="5223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‏גבר:</a:t>
            </a:r>
          </a:p>
        </p:txBody>
      </p:sp>
      <p:sp>
        <p:nvSpPr>
          <p:cNvPr id="29" name="body-2-1-word-6">
            <a:extLst>
              <a:ext uri="{FF2B5EF4-FFF2-40B4-BE49-F238E27FC236}">
                <ns2:creationId id="{E455F34C-73A1-4C21-B9FC-9CE95DD0FCC7}"/>
              </a:ext>
            </a:extLst>
          </p:cNvPr>
          <p:cNvSpPr>
            <a:spLocks noGrp="1"/>
          </p:cNvSpPr>
          <p:nvPr/>
        </p:nvSpPr>
        <p:spPr>
          <a:xfrm>
            <a:off x="6714935" y="2655570"/>
            <a:ext cx="5191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‏עשוי</a:t>
            </a:r>
          </a:p>
        </p:txBody>
      </p:sp>
      <p:sp>
        <p:nvSpPr>
          <p:cNvPr id="30" name="body-2-1-word-7">
            <a:extLst>
              <a:ext uri="{FF2B5EF4-FFF2-40B4-BE49-F238E27FC236}">
                <ns2:creationId id="{03FF167A-02B3-42B5-BCDC-52B1B40DEAD6}"/>
              </a:ext>
            </a:extLst>
          </p:cNvPr>
          <p:cNvSpPr>
            <a:spLocks noGrp="1"/>
          </p:cNvSpPr>
          <p:nvPr/>
        </p:nvSpPr>
        <p:spPr>
          <a:xfrm>
            <a:off x="5997226" y="2655570"/>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31" name="body-2-1-word-8">
            <a:extLst>
              <a:ext uri="{FF2B5EF4-FFF2-40B4-BE49-F238E27FC236}">
                <ns2:creationId id="{B1B2458B-7D66-402D-9B53-3EF86E98F955}"/>
              </a:ext>
            </a:extLst>
          </p:cNvPr>
          <p:cNvSpPr>
            <a:spLocks noGrp="1"/>
          </p:cNvSpPr>
          <p:nvPr/>
        </p:nvSpPr>
        <p:spPr>
          <a:xfrm>
            <a:off x="5426678" y="2655570"/>
            <a:ext cx="5102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‏תקין</a:t>
            </a:r>
          </a:p>
        </p:txBody>
      </p:sp>
      <p:sp>
        <p:nvSpPr>
          <p:cNvPr id="32" name="body-2-1-word-9">
            <a:extLst>
              <a:ext uri="{FF2B5EF4-FFF2-40B4-BE49-F238E27FC236}">
                <ns2:creationId id="{3727A65A-DF89-45E4-A5AE-5D16BDA9EC95}"/>
              </a:ext>
            </a:extLst>
          </p:cNvPr>
          <p:cNvSpPr>
            <a:spLocks noGrp="1"/>
          </p:cNvSpPr>
          <p:nvPr/>
        </p:nvSpPr>
        <p:spPr>
          <a:xfrm>
            <a:off x="4270058" y="2655570"/>
            <a:ext cx="1096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‏כשהשיער</a:t>
            </a:r>
          </a:p>
        </p:txBody>
      </p:sp>
      <p:sp>
        <p:nvSpPr>
          <p:cNvPr id="33" name="body-2-1-word-10">
            <a:extLst>
              <a:ext uri="{FF2B5EF4-FFF2-40B4-BE49-F238E27FC236}">
                <ns2:creationId id="{913435A4-0B01-404C-A633-BC0359DB21D2}"/>
              </a:ext>
            </a:extLst>
          </p:cNvPr>
          <p:cNvSpPr>
            <a:spLocks noGrp="1"/>
          </p:cNvSpPr>
          <p:nvPr/>
        </p:nvSpPr>
        <p:spPr>
          <a:xfrm>
            <a:off x="3662458" y="2655570"/>
            <a:ext cx="5473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‏קצר,</a:t>
            </a:r>
          </a:p>
        </p:txBody>
      </p:sp>
      <p:sp>
        <p:nvSpPr>
          <p:cNvPr id="34" name="body-2-1-word-11">
            <a:extLst>
              <a:ext uri="{FF2B5EF4-FFF2-40B4-BE49-F238E27FC236}">
                <ns2:creationId id="{34945C4C-1DC0-48D9-A486-54F7DC405E68}"/>
              </a:ext>
            </a:extLst>
          </p:cNvPr>
          <p:cNvSpPr>
            <a:spLocks noGrp="1"/>
          </p:cNvSpPr>
          <p:nvPr/>
        </p:nvSpPr>
        <p:spPr>
          <a:xfrm>
            <a:off x="2876550" y="2655570"/>
            <a:ext cx="7256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‏מסודר</a:t>
            </a:r>
          </a:p>
        </p:txBody>
      </p:sp>
      <p:sp>
        <p:nvSpPr>
          <p:cNvPr id="35" name="body-2-1-word-12">
            <a:extLst>
              <a:ext uri="{FF2B5EF4-FFF2-40B4-BE49-F238E27FC236}">
                <ns2:creationId id="{B6ED69E5-CB88-4B39-8574-96355ACF0542}"/>
              </a:ext>
            </a:extLst>
          </p:cNvPr>
          <p:cNvSpPr>
            <a:spLocks noGrp="1"/>
          </p:cNvSpPr>
          <p:nvPr/>
        </p:nvSpPr>
        <p:spPr>
          <a:xfrm>
            <a:off x="2291810" y="2655570"/>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36" name="body-2-1-word-13">
            <a:extLst>
              <a:ext uri="{FF2B5EF4-FFF2-40B4-BE49-F238E27FC236}">
                <ns2:creationId id="{6A051E32-54E3-436D-8396-2DE74188418E}"/>
              </a:ext>
            </a:extLst>
          </p:cNvPr>
          <p:cNvSpPr>
            <a:spLocks noGrp="1"/>
          </p:cNvSpPr>
          <p:nvPr/>
        </p:nvSpPr>
        <p:spPr>
          <a:xfrm>
            <a:off x="1454372" y="2655570"/>
            <a:ext cx="777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‏מדרגה</a:t>
            </a:r>
          </a:p>
        </p:txBody>
      </p:sp>
      <p:sp>
        <p:nvSpPr>
          <p:cNvPr id="37" name="body-2-1-word-14">
            <a:extLst>
              <a:ext uri="{FF2B5EF4-FFF2-40B4-BE49-F238E27FC236}">
                <ns2:creationId id="{00DECA75-5300-4296-B60D-3BC0530DC404}"/>
              </a:ext>
            </a:extLst>
          </p:cNvPr>
          <p:cNvSpPr>
            <a:spLocks noGrp="1"/>
          </p:cNvSpPr>
          <p:nvPr/>
        </p:nvSpPr>
        <p:spPr>
          <a:xfrm>
            <a:off x="1134142" y="2655570"/>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8" name="body-2-2-word-0">
            <a:extLst>
              <a:ext uri="{FF2B5EF4-FFF2-40B4-BE49-F238E27FC236}">
                <ns2:creationId id="{25A5ECBB-53B6-4E0E-BFBC-B35AEC49AFE7}"/>
              </a:ext>
            </a:extLst>
          </p:cNvPr>
          <p:cNvSpPr>
            <a:spLocks noGrp="1"/>
          </p:cNvSpPr>
          <p:nvPr/>
        </p:nvSpPr>
        <p:spPr>
          <a:xfrm>
            <a:off x="10665333" y="3007043"/>
            <a:ext cx="7837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‏חריגות</a:t>
            </a:r>
          </a:p>
        </p:txBody>
      </p:sp>
      <p:sp>
        <p:nvSpPr>
          <p:cNvPr id="39" name="body-2-2-word-1">
            <a:extLst>
              <a:ext uri="{FF2B5EF4-FFF2-40B4-BE49-F238E27FC236}">
                <ns2:creationId id="{27A6B661-7270-40D6-8ED3-AA8DFF6C6179}"/>
              </a:ext>
            </a:extLst>
          </p:cNvPr>
          <p:cNvSpPr>
            <a:spLocks noGrp="1"/>
          </p:cNvSpPr>
          <p:nvPr/>
        </p:nvSpPr>
        <p:spPr>
          <a:xfrm>
            <a:off x="9765506" y="3007043"/>
            <a:ext cx="8395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‏אחרות.</a:t>
            </a:r>
          </a:p>
        </p:txBody>
      </p:sp>
      <p:sp>
        <p:nvSpPr>
          <p:cNvPr id="40" name="body-3-1-word-0">
            <a:extLst>
              <a:ext uri="{FF2B5EF4-FFF2-40B4-BE49-F238E27FC236}">
                <ns2:creationId id="{4C0BC112-37B3-4E87-9E2F-C844E2ABB9CD}"/>
              </a:ext>
            </a:extLst>
          </p:cNvPr>
          <p:cNvSpPr>
            <a:spLocks noGrp="1"/>
          </p:cNvSpPr>
          <p:nvPr/>
        </p:nvSpPr>
        <p:spPr>
          <a:xfrm>
            <a:off x="10792587" y="3549015"/>
            <a:ext cx="6564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‏חיילת</a:t>
            </a:r>
          </a:p>
        </p:txBody>
      </p:sp>
      <p:sp>
        <p:nvSpPr>
          <p:cNvPr id="41" name="body-3-1-word-1">
            <a:extLst>
              <a:ext uri="{FF2B5EF4-FFF2-40B4-BE49-F238E27FC236}">
                <ns2:creationId id="{E9147DCF-EBC9-4094-8DB4-BC107257CAB7}"/>
              </a:ext>
            </a:extLst>
          </p:cNvPr>
          <p:cNvSpPr>
            <a:spLocks noGrp="1"/>
          </p:cNvSpPr>
          <p:nvPr/>
        </p:nvSpPr>
        <p:spPr>
          <a:xfrm>
            <a:off x="10161365" y="3549015"/>
            <a:ext cx="5709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‏במדי</a:t>
            </a:r>
          </a:p>
        </p:txBody>
      </p:sp>
      <p:sp>
        <p:nvSpPr>
          <p:cNvPr id="42" name="body-3-1-word-2">
            <a:extLst>
              <a:ext uri="{FF2B5EF4-FFF2-40B4-BE49-F238E27FC236}">
                <ns2:creationId id="{58D71795-CBB7-420F-80B5-89C103CE13C9}"/>
              </a:ext>
            </a:extLst>
          </p:cNvPr>
          <p:cNvSpPr>
            <a:spLocks noGrp="1"/>
          </p:cNvSpPr>
          <p:nvPr/>
        </p:nvSpPr>
        <p:spPr>
          <a:xfrm>
            <a:off x="9850279" y="3549015"/>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43" name="body-3-1-word-3">
            <a:extLst>
              <a:ext uri="{FF2B5EF4-FFF2-40B4-BE49-F238E27FC236}">
                <ns2:creationId id="{EA722C48-B0C4-4B1B-AD80-F8182CD10A94}"/>
              </a:ext>
            </a:extLst>
          </p:cNvPr>
          <p:cNvSpPr>
            <a:spLocks noGrp="1"/>
          </p:cNvSpPr>
          <p:nvPr/>
        </p:nvSpPr>
        <p:spPr>
          <a:xfrm>
            <a:off x="9439085" y="3549015"/>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44" name="body-3-1-word-4">
            <a:extLst>
              <a:ext uri="{FF2B5EF4-FFF2-40B4-BE49-F238E27FC236}">
                <ns2:creationId id="{0D8910D0-99B8-49E0-B186-C94F1DA26D71}"/>
              </a:ext>
            </a:extLst>
          </p:cNvPr>
          <p:cNvSpPr>
            <a:spLocks noGrp="1"/>
          </p:cNvSpPr>
          <p:nvPr/>
        </p:nvSpPr>
        <p:spPr>
          <a:xfrm>
            <a:off x="8566404" y="3549015"/>
            <a:ext cx="8123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‏סנדלים</a:t>
            </a:r>
          </a:p>
        </p:txBody>
      </p:sp>
      <p:sp>
        <p:nvSpPr>
          <p:cNvPr id="45" name="body-3-1-word-5">
            <a:extLst>
              <a:ext uri="{FF2B5EF4-FFF2-40B4-BE49-F238E27FC236}">
                <ns2:creationId id="{3340AD2A-1697-4315-B7E9-BA70BD7265D4}"/>
              </a:ext>
            </a:extLst>
          </p:cNvPr>
          <p:cNvSpPr>
            <a:spLocks noGrp="1"/>
          </p:cNvSpPr>
          <p:nvPr/>
        </p:nvSpPr>
        <p:spPr>
          <a:xfrm>
            <a:off x="7644670" y="3549015"/>
            <a:ext cx="8614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‏תקניים:</a:t>
            </a:r>
          </a:p>
        </p:txBody>
      </p:sp>
      <p:sp>
        <p:nvSpPr>
          <p:cNvPr id="46" name="body-3-1-word-6">
            <a:extLst>
              <a:ext uri="{FF2B5EF4-FFF2-40B4-BE49-F238E27FC236}">
                <ns2:creationId id="{1FAB56CB-7ED7-4D91-89B7-27FD4E514F51}"/>
              </a:ext>
            </a:extLst>
          </p:cNvPr>
          <p:cNvSpPr>
            <a:spLocks noGrp="1"/>
          </p:cNvSpPr>
          <p:nvPr/>
        </p:nvSpPr>
        <p:spPr>
          <a:xfrm>
            <a:off x="7153275" y="3549015"/>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47" name="body-3-1-word-7">
            <a:extLst>
              <a:ext uri="{FF2B5EF4-FFF2-40B4-BE49-F238E27FC236}">
                <ns2:creationId id="{1ED4884F-7A93-4232-B812-DA3F9A3DCC70}"/>
              </a:ext>
            </a:extLst>
          </p:cNvPr>
          <p:cNvSpPr>
            <a:spLocks noGrp="1"/>
          </p:cNvSpPr>
          <p:nvPr/>
        </p:nvSpPr>
        <p:spPr>
          <a:xfrm>
            <a:off x="6503384" y="3549015"/>
            <a:ext cx="5895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‏תקין.</a:t>
            </a:r>
          </a:p>
        </p:txBody>
      </p:sp>
      <p:sp>
        <p:nvSpPr>
          <p:cNvPr id="48" name="body-3-1-word-8">
            <a:extLst>
              <a:ext uri="{FF2B5EF4-FFF2-40B4-BE49-F238E27FC236}">
                <ns2:creationId id="{880C310D-7417-4CAE-BC6E-207F1EF104B0}"/>
              </a:ext>
            </a:extLst>
          </p:cNvPr>
          <p:cNvSpPr>
            <a:spLocks noGrp="1"/>
          </p:cNvSpPr>
          <p:nvPr/>
        </p:nvSpPr>
        <p:spPr>
          <a:xfrm>
            <a:off x="5670804" y="3549015"/>
            <a:ext cx="7722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49" name="body-3-1-word-9">
            <a:extLst>
              <a:ext uri="{FF2B5EF4-FFF2-40B4-BE49-F238E27FC236}">
                <ns2:creationId id="{1FB8EECD-5F13-412F-AAE4-2E6243F2EF05}"/>
              </a:ext>
            </a:extLst>
          </p:cNvPr>
          <p:cNvSpPr>
            <a:spLocks noGrp="1"/>
          </p:cNvSpPr>
          <p:nvPr/>
        </p:nvSpPr>
        <p:spPr>
          <a:xfrm>
            <a:off x="4665821" y="3549015"/>
            <a:ext cx="9446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‏לסנדלים</a:t>
            </a:r>
          </a:p>
        </p:txBody>
      </p:sp>
      <p:sp>
        <p:nvSpPr>
          <p:cNvPr id="50" name="body-3-1-word-10">
            <a:extLst>
              <a:ext uri="{FF2B5EF4-FFF2-40B4-BE49-F238E27FC236}">
                <ns2:creationId id="{4212AE5D-5140-4A1E-AEF2-7B6543A24875}"/>
              </a:ext>
            </a:extLst>
          </p:cNvPr>
          <p:cNvSpPr>
            <a:spLocks noGrp="1"/>
          </p:cNvSpPr>
          <p:nvPr/>
        </p:nvSpPr>
        <p:spPr>
          <a:xfrm>
            <a:off x="4174427" y="3549015"/>
            <a:ext cx="4311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‏אינו</a:t>
            </a:r>
          </a:p>
        </p:txBody>
      </p:sp>
      <p:sp>
        <p:nvSpPr>
          <p:cNvPr id="51" name="body-3-1-word-11">
            <a:extLst>
              <a:ext uri="{FF2B5EF4-FFF2-40B4-BE49-F238E27FC236}">
                <ns2:creationId id="{FB9835A7-6C7F-4444-AD8E-AFD65346433F}"/>
              </a:ext>
            </a:extLst>
          </p:cNvPr>
          <p:cNvSpPr>
            <a:spLocks noGrp="1"/>
          </p:cNvSpPr>
          <p:nvPr/>
        </p:nvSpPr>
        <p:spPr>
          <a:xfrm>
            <a:off x="3782187" y="3549015"/>
            <a:ext cx="33194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a:t>
            </a:r>
          </a:p>
        </p:txBody>
      </p:sp>
      <p:sp>
        <p:nvSpPr>
          <p:cNvPr id="52" name="body-3-1-word-12">
            <a:extLst>
              <a:ext uri="{FF2B5EF4-FFF2-40B4-BE49-F238E27FC236}">
                <ns2:creationId id="{909CE11F-B22D-4EDA-85AB-98A2A055D659}"/>
              </a:ext>
            </a:extLst>
          </p:cNvPr>
          <p:cNvSpPr>
            <a:spLocks noGrp="1"/>
          </p:cNvSpPr>
          <p:nvPr/>
        </p:nvSpPr>
        <p:spPr>
          <a:xfrm>
            <a:off x="3409759" y="354901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53" name="body-3-1-word-13">
            <a:extLst>
              <a:ext uri="{FF2B5EF4-FFF2-40B4-BE49-F238E27FC236}">
                <ns2:creationId id="{FCEB886B-DAF8-45F2-B4E9-8976638DCBD8}"/>
              </a:ext>
            </a:extLst>
          </p:cNvPr>
          <p:cNvSpPr>
            <a:spLocks noGrp="1"/>
          </p:cNvSpPr>
          <p:nvPr/>
        </p:nvSpPr>
        <p:spPr>
          <a:xfrm>
            <a:off x="2933414" y="3549015"/>
            <a:ext cx="4160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a:t>
            </a:r>
          </a:p>
        </p:txBody>
      </p:sp>
      <p:sp>
        <p:nvSpPr>
          <p:cNvPr id="54" name="body-3-1-word-14">
            <a:extLst>
              <a:ext uri="{FF2B5EF4-FFF2-40B4-BE49-F238E27FC236}">
                <ns2:creationId id="{BF8F8321-D6F9-4406-B9BD-B2ACF22105C2}"/>
              </a:ext>
            </a:extLst>
          </p:cNvPr>
          <p:cNvSpPr>
            <a:spLocks noGrp="1"/>
          </p:cNvSpPr>
          <p:nvPr/>
        </p:nvSpPr>
        <p:spPr>
          <a:xfrm>
            <a:off x="2542889" y="3549015"/>
            <a:ext cx="3302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55" name="body-4-1-word-0">
            <a:extLst>
              <a:ext uri="{FF2B5EF4-FFF2-40B4-BE49-F238E27FC236}">
                <ns2:creationId id="{6578F6B0-7E0D-4F05-A470-3B99B2EA1030}"/>
              </a:ext>
            </a:extLst>
          </p:cNvPr>
          <p:cNvSpPr>
            <a:spLocks noGrp="1"/>
          </p:cNvSpPr>
          <p:nvPr/>
        </p:nvSpPr>
        <p:spPr>
          <a:xfrm>
            <a:off x="10537508" y="4090988"/>
            <a:ext cx="9115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‏משרתת</a:t>
            </a:r>
          </a:p>
        </p:txBody>
      </p:sp>
      <p:sp>
        <p:nvSpPr>
          <p:cNvPr id="56" name="body-4-1-word-1">
            <a:extLst>
              <a:ext uri="{FF2B5EF4-FFF2-40B4-BE49-F238E27FC236}">
                <ns2:creationId id="{33BC2989-D5EA-4AF0-BA1D-767D0AE11AEC}"/>
              </a:ext>
            </a:extLst>
          </p:cNvPr>
          <p:cNvSpPr>
            <a:spLocks noGrp="1"/>
          </p:cNvSpPr>
          <p:nvPr/>
        </p:nvSpPr>
        <p:spPr>
          <a:xfrm>
            <a:off x="9985439" y="4090988"/>
            <a:ext cx="4917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‏קבע</a:t>
            </a:r>
          </a:p>
        </p:txBody>
      </p:sp>
      <p:sp>
        <p:nvSpPr>
          <p:cNvPr id="57" name="body-4-1-word-2">
            <a:extLst>
              <a:ext uri="{FF2B5EF4-FFF2-40B4-BE49-F238E27FC236}">
                <ns2:creationId id="{ED387707-8E6E-4BEF-896B-4495E2B5040B}"/>
              </a:ext>
            </a:extLst>
          </p:cNvPr>
          <p:cNvSpPr>
            <a:spLocks noGrp="1"/>
          </p:cNvSpPr>
          <p:nvPr/>
        </p:nvSpPr>
        <p:spPr>
          <a:xfrm>
            <a:off x="9574244" y="4090988"/>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58" name="body-4-1-word-3">
            <a:extLst>
              <a:ext uri="{FF2B5EF4-FFF2-40B4-BE49-F238E27FC236}">
                <ns2:creationId id="{63CC0D59-07D4-4A3E-AADB-BB95C311462E}"/>
              </a:ext>
            </a:extLst>
          </p:cNvPr>
          <p:cNvSpPr>
            <a:spLocks noGrp="1"/>
          </p:cNvSpPr>
          <p:nvPr/>
        </p:nvSpPr>
        <p:spPr>
          <a:xfrm>
            <a:off x="9196007" y="4090988"/>
            <a:ext cx="3179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‏לק</a:t>
            </a:r>
          </a:p>
        </p:txBody>
      </p:sp>
      <p:sp>
        <p:nvSpPr>
          <p:cNvPr id="59" name="body-4-1-word-4">
            <a:extLst>
              <a:ext uri="{FF2B5EF4-FFF2-40B4-BE49-F238E27FC236}">
                <ns2:creationId id="{6623D036-3027-4F15-9CFF-911D3A5C4834}"/>
              </a:ext>
            </a:extLst>
          </p:cNvPr>
          <p:cNvSpPr>
            <a:spLocks noGrp="1"/>
          </p:cNvSpPr>
          <p:nvPr/>
        </p:nvSpPr>
        <p:spPr>
          <a:xfrm>
            <a:off x="8480108" y="4090988"/>
            <a:ext cx="65560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‏אחיד,</a:t>
            </a:r>
          </a:p>
        </p:txBody>
      </p:sp>
      <p:sp>
        <p:nvSpPr>
          <p:cNvPr id="60" name="body-4-1-word-5">
            <a:extLst>
              <a:ext uri="{FF2B5EF4-FFF2-40B4-BE49-F238E27FC236}">
                <ns2:creationId id="{ABE34AFA-FCF2-40E0-AB71-F84265BB567C}"/>
              </a:ext>
            </a:extLst>
          </p:cNvPr>
          <p:cNvSpPr>
            <a:spLocks noGrp="1"/>
          </p:cNvSpPr>
          <p:nvPr/>
        </p:nvSpPr>
        <p:spPr>
          <a:xfrm>
            <a:off x="7965853" y="4090988"/>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61" name="body-4-1-word-6">
            <a:extLst>
              <a:ext uri="{FF2B5EF4-FFF2-40B4-BE49-F238E27FC236}">
                <ns2:creationId id="{201CCB73-8C40-487F-9ECF-B79E6EC3662D}"/>
              </a:ext>
            </a:extLst>
          </p:cNvPr>
          <p:cNvSpPr>
            <a:spLocks noGrp="1"/>
          </p:cNvSpPr>
          <p:nvPr/>
        </p:nvSpPr>
        <p:spPr>
          <a:xfrm>
            <a:off x="6960584" y="4090988"/>
            <a:ext cx="9449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‏דוגמאות</a:t>
            </a:r>
          </a:p>
        </p:txBody>
      </p:sp>
      <p:sp>
        <p:nvSpPr>
          <p:cNvPr id="62" name="body-4-1-word-7">
            <a:extLst>
              <a:ext uri="{FF2B5EF4-FFF2-40B4-BE49-F238E27FC236}">
                <ns2:creationId id="{7588FD54-37C3-44E6-BF00-54688525A043}"/>
              </a:ext>
            </a:extLst>
          </p:cNvPr>
          <p:cNvSpPr>
            <a:spLocks noGrp="1"/>
          </p:cNvSpPr>
          <p:nvPr/>
        </p:nvSpPr>
        <p:spPr>
          <a:xfrm>
            <a:off x="6375845" y="4090988"/>
            <a:ext cx="5244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‏וללא</a:t>
            </a:r>
          </a:p>
        </p:txBody>
      </p:sp>
      <p:sp>
        <p:nvSpPr>
          <p:cNvPr id="63" name="body-4-1-word-8">
            <a:extLst>
              <a:ext uri="{FF2B5EF4-FFF2-40B4-BE49-F238E27FC236}">
                <ns2:creationId id="{A4B4B0A1-9861-477E-A02A-32221F4E5656}"/>
              </a:ext>
            </a:extLst>
          </p:cNvPr>
          <p:cNvSpPr>
            <a:spLocks noGrp="1"/>
          </p:cNvSpPr>
          <p:nvPr/>
        </p:nvSpPr>
        <p:spPr>
          <a:xfrm>
            <a:off x="5491162" y="4090988"/>
            <a:ext cx="82438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‏נצנצים:</a:t>
            </a:r>
          </a:p>
        </p:txBody>
      </p:sp>
      <p:sp>
        <p:nvSpPr>
          <p:cNvPr id="64" name="body-4-1-word-9">
            <a:extLst>
              <a:ext uri="{FF2B5EF4-FFF2-40B4-BE49-F238E27FC236}">
                <ns2:creationId id="{A99C4F83-BE9B-41E6-9B3D-D2EBBFA4FDAE}"/>
              </a:ext>
            </a:extLst>
          </p:cNvPr>
          <p:cNvSpPr>
            <a:spLocks noGrp="1"/>
          </p:cNvSpPr>
          <p:nvPr/>
        </p:nvSpPr>
        <p:spPr>
          <a:xfrm>
            <a:off x="4959477" y="4090988"/>
            <a:ext cx="4713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a:t>
            </a:r>
          </a:p>
        </p:txBody>
      </p:sp>
      <p:sp>
        <p:nvSpPr>
          <p:cNvPr id="65" name="body-4-1-word-10">
            <a:extLst>
              <a:ext uri="{FF2B5EF4-FFF2-40B4-BE49-F238E27FC236}">
                <ns2:creationId id="{20CA4368-13E8-4B0F-882A-171F3D60C134}"/>
              </a:ext>
            </a:extLst>
          </p:cNvPr>
          <p:cNvSpPr>
            <a:spLocks noGrp="1"/>
          </p:cNvSpPr>
          <p:nvPr/>
        </p:nvSpPr>
        <p:spPr>
          <a:xfrm>
            <a:off x="4269676" y="4090988"/>
            <a:ext cx="62950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‏שאינו</a:t>
            </a:r>
          </a:p>
        </p:txBody>
      </p:sp>
      <p:sp>
        <p:nvSpPr>
          <p:cNvPr id="66" name="body-4-1-word-11">
            <a:extLst>
              <a:ext uri="{FF2B5EF4-FFF2-40B4-BE49-F238E27FC236}">
                <ns2:creationId id="{81B4872F-E315-4948-AA16-0FF120529D68}"/>
              </a:ext>
            </a:extLst>
          </p:cNvPr>
          <p:cNvSpPr>
            <a:spLocks noGrp="1"/>
          </p:cNvSpPr>
          <p:nvPr/>
        </p:nvSpPr>
        <p:spPr>
          <a:xfrm>
            <a:off x="3609403" y="4090988"/>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67" name="body-4-1-word-12">
            <a:extLst>
              <a:ext uri="{FF2B5EF4-FFF2-40B4-BE49-F238E27FC236}">
                <ns2:creationId id="{FE5D22C1-47ED-4FF2-9B20-14936B9D1DAF}"/>
              </a:ext>
            </a:extLst>
          </p:cNvPr>
          <p:cNvSpPr>
            <a:spLocks noGrp="1"/>
          </p:cNvSpPr>
          <p:nvPr/>
        </p:nvSpPr>
        <p:spPr>
          <a:xfrm>
            <a:off x="2797207" y="4090988"/>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68" name="body-4-1-word-13">
            <a:extLst>
              <a:ext uri="{FF2B5EF4-FFF2-40B4-BE49-F238E27FC236}">
                <ns2:creationId id="{36DC0E27-F88D-4233-8D6E-9797A6CD47B6}"/>
              </a:ext>
            </a:extLst>
          </p:cNvPr>
          <p:cNvSpPr>
            <a:spLocks noGrp="1"/>
          </p:cNvSpPr>
          <p:nvPr/>
        </p:nvSpPr>
        <p:spPr>
          <a:xfrm>
            <a:off x="2217801" y="4090988"/>
            <a:ext cx="5191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‏עשוי</a:t>
            </a:r>
          </a:p>
        </p:txBody>
      </p:sp>
      <p:sp>
        <p:nvSpPr>
          <p:cNvPr id="69" name="body-4-1-word-14">
            <a:extLst>
              <a:ext uri="{FF2B5EF4-FFF2-40B4-BE49-F238E27FC236}">
                <ns2:creationId id="{E2E9864A-5112-4297-9D9D-009D83586F56}"/>
              </a:ext>
            </a:extLst>
          </p:cNvPr>
          <p:cNvSpPr>
            <a:spLocks noGrp="1"/>
          </p:cNvSpPr>
          <p:nvPr/>
        </p:nvSpPr>
        <p:spPr>
          <a:xfrm>
            <a:off x="1500092" y="4090988"/>
            <a:ext cx="6574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‏להיות</a:t>
            </a:r>
          </a:p>
        </p:txBody>
      </p:sp>
      <p:sp>
        <p:nvSpPr>
          <p:cNvPr id="70" name="body-4-1-word-15">
            <a:extLst>
              <a:ext uri="{FF2B5EF4-FFF2-40B4-BE49-F238E27FC236}">
                <ns2:creationId id="{1363584B-3FF5-496C-848B-9F68E82AF0B4}"/>
              </a:ext>
            </a:extLst>
          </p:cNvPr>
          <p:cNvSpPr>
            <a:spLocks noGrp="1"/>
          </p:cNvSpPr>
          <p:nvPr/>
        </p:nvSpPr>
        <p:spPr>
          <a:xfrm>
            <a:off x="839819" y="4090988"/>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71" name="body-4-2-word-0">
            <a:extLst>
              <a:ext uri="{FF2B5EF4-FFF2-40B4-BE49-F238E27FC236}">
                <ns2:creationId id="{45123DEF-AC66-4AA7-9898-116AA0E95F07}"/>
              </a:ext>
            </a:extLst>
          </p:cNvPr>
          <p:cNvSpPr>
            <a:spLocks noGrp="1"/>
          </p:cNvSpPr>
          <p:nvPr/>
        </p:nvSpPr>
        <p:spPr>
          <a:xfrm>
            <a:off x="11116151" y="4442460"/>
            <a:ext cx="3328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a:t>
            </a:r>
          </a:p>
        </p:txBody>
      </p:sp>
      <p:sp>
        <p:nvSpPr>
          <p:cNvPr id="72" name="body-4-2-word-1">
            <a:extLst>
              <a:ext uri="{FF2B5EF4-FFF2-40B4-BE49-F238E27FC236}">
                <ns2:creationId id="{8F278F77-6B35-490B-8B98-90EFD3C7471E}"/>
              </a:ext>
            </a:extLst>
          </p:cNvPr>
          <p:cNvSpPr>
            <a:spLocks noGrp="1"/>
          </p:cNvSpPr>
          <p:nvPr/>
        </p:nvSpPr>
        <p:spPr>
          <a:xfrm>
            <a:off x="10668381" y="444246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73" name="body-4-2-word-2">
            <a:extLst>
              <a:ext uri="{FF2B5EF4-FFF2-40B4-BE49-F238E27FC236}">
                <ns2:creationId id="{4E4EF0F3-10D4-42BA-A19D-01349BC7681F}"/>
              </a:ext>
            </a:extLst>
          </p:cNvPr>
          <p:cNvSpPr>
            <a:spLocks noGrp="1"/>
          </p:cNvSpPr>
          <p:nvPr/>
        </p:nvSpPr>
        <p:spPr>
          <a:xfrm>
            <a:off x="10010394" y="4442460"/>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74" name="body-4-2-word-3">
            <a:extLst>
              <a:ext uri="{FF2B5EF4-FFF2-40B4-BE49-F238E27FC236}">
                <ns2:creationId id="{CC91AE93-DEA9-430F-B0D1-65D639138B3A}"/>
              </a:ext>
            </a:extLst>
          </p:cNvPr>
          <p:cNvSpPr>
            <a:spLocks noGrp="1"/>
          </p:cNvSpPr>
          <p:nvPr/>
        </p:nvSpPr>
        <p:spPr>
          <a:xfrm>
            <a:off x="9206484" y="4442460"/>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75" name="sources-word-0">
            <a:extLst>
              <a:ext uri="{FF2B5EF4-FFF2-40B4-BE49-F238E27FC236}">
                <ns2:creationId id="{BF845401-1C2D-4C6E-ABC8-0470F8B63936}"/>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6" name="sources-word-1">
            <a:extLst>
              <a:ext uri="{FF2B5EF4-FFF2-40B4-BE49-F238E27FC236}">
                <ns2:creationId id="{469C693B-A5E9-4998-99A0-822364FCE6E0}"/>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7" name="sources-word-2">
            <a:extLst>
              <a:ext uri="{FF2B5EF4-FFF2-40B4-BE49-F238E27FC236}">
                <ns2:creationId id="{2D819516-7D3F-4BEC-BFAD-7A2F7208D679}"/>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8" name="sources-word-3">
            <a:extLst>
              <a:ext uri="{FF2B5EF4-FFF2-40B4-BE49-F238E27FC236}">
                <ns2:creationId id="{A562D706-FCB9-49E7-999D-85A4EAF7C1C1}"/>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9" name="sources-word-4">
            <a:extLst>
              <a:ext uri="{FF2B5EF4-FFF2-40B4-BE49-F238E27FC236}">
                <ns2:creationId id="{2EA779EB-680E-458A-B65B-044BA2D92633}"/>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80" name="sources-word-5">
            <a:extLst>
              <a:ext uri="{FF2B5EF4-FFF2-40B4-BE49-F238E27FC236}">
                <ns2:creationId id="{B6D0129E-93A7-4094-91CC-6B3A205B18A4}"/>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1" name="sources-word-6">
            <a:extLst>
              <a:ext uri="{FF2B5EF4-FFF2-40B4-BE49-F238E27FC236}">
                <ns2:creationId id="{5C6A8447-C23F-4052-B235-3022936AE295}"/>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2" name="sources-word-7">
            <a:extLst>
              <a:ext uri="{FF2B5EF4-FFF2-40B4-BE49-F238E27FC236}">
                <ns2:creationId id="{E01C199F-FF19-4E0A-A66A-5039FDFFE975}"/>
              </a:ext>
            </a:extLst>
          </p:cNvPr>
          <p:cNvSpPr>
            <a:spLocks noGrp="1"/>
          </p:cNvSpPr>
          <p:nvPr/>
        </p:nvSpPr>
        <p:spPr>
          <a:xfrm>
            <a:off x="8383905"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83" name="sources-word-8">
            <a:extLst>
              <a:ext uri="{FF2B5EF4-FFF2-40B4-BE49-F238E27FC236}">
                <ns2:creationId id="{057874F8-0446-4065-8DDF-B13681E18965}"/>
              </a:ext>
            </a:extLst>
          </p:cNvPr>
          <p:cNvSpPr>
            <a:spLocks noGrp="1"/>
          </p:cNvSpPr>
          <p:nvPr/>
        </p:nvSpPr>
        <p:spPr>
          <a:xfrm>
            <a:off x="7997380"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84" name="sources-word-9">
            <a:extLst>
              <a:ext uri="{FF2B5EF4-FFF2-40B4-BE49-F238E27FC236}">
                <ns2:creationId id="{6ABAFB76-477E-405E-8B69-9C28FEA69AA1}"/>
              </a:ext>
            </a:extLst>
          </p:cNvPr>
          <p:cNvSpPr>
            <a:spLocks noGrp="1"/>
          </p:cNvSpPr>
          <p:nvPr/>
        </p:nvSpPr>
        <p:spPr>
          <a:xfrm>
            <a:off x="7634002"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85" name="sources-word-10">
            <a:extLst>
              <a:ext uri="{FF2B5EF4-FFF2-40B4-BE49-F238E27FC236}">
                <ns2:creationId id="{2A490907-5380-490D-AEAA-F1493CF1AD6A}"/>
              </a:ext>
            </a:extLst>
          </p:cNvPr>
          <p:cNvSpPr>
            <a:spLocks noGrp="1"/>
          </p:cNvSpPr>
          <p:nvPr/>
        </p:nvSpPr>
        <p:spPr>
          <a:xfrm>
            <a:off x="6869716"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86" name="page">
            <a:extLst>
              <a:ext uri="{FF2B5EF4-FFF2-40B4-BE49-F238E27FC236}">
                <ns2:creationId id="{08756FAC-E225-4D97-B3A9-A2302E406A93}"/>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28 / 35</a:t>
            </a:r>
          </a:p>
        </p:txBody>
      </p:sp>
      <p:sp>
        <p:nvSpPr>
          <p:cNvPr id="87" name="timing-word-0">
            <a:extLst>
              <a:ext uri="{FF2B5EF4-FFF2-40B4-BE49-F238E27FC236}">
                <ns2:creationId id="{90BF3DF3-7111-4701-A4C7-B01E91C7CE36}"/>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‏24:45</a:t>
            </a:r>
          </a:p>
        </p:txBody>
      </p:sp>
      <p:sp>
        <p:nvSpPr>
          <p:cNvPr id="88" name="timing-word-1">
            <a:extLst>
              <a:ext uri="{FF2B5EF4-FFF2-40B4-BE49-F238E27FC236}">
                <ns2:creationId id="{C6E7764E-E8B9-4DCA-8344-D2FB98BFAD7E}"/>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9" name="timing-word-2">
            <a:extLst>
              <a:ext uri="{FF2B5EF4-FFF2-40B4-BE49-F238E27FC236}">
                <ns2:creationId id="{48DE4A28-4FBA-442C-AAB1-FE5FF4446BD1}"/>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‏26:45</a:t>
            </a:r>
          </a:p>
        </p:txBody>
      </p:sp>
      <p:sp>
        <p:nvSpPr>
          <p:cNvPr id="90" name="timing-word-3">
            <a:extLst>
              <a:ext uri="{FF2B5EF4-FFF2-40B4-BE49-F238E27FC236}">
                <ns2:creationId id="{26E059D9-E9C7-4EDE-BF46-FA9721EDFAA7}"/>
              </a:ext>
            </a:extLst>
          </p:cNvPr>
          <p:cNvSpPr>
            <a:spLocks noGrp="1"/>
          </p:cNvSpPr>
          <p:nvPr/>
        </p:nvSpPr>
        <p:spPr>
          <a:xfrm>
            <a:off x="10038874" y="6505575"/>
            <a:ext cx="33356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‏(120</a:t>
            </a:r>
          </a:p>
        </p:txBody>
      </p:sp>
      <p:sp>
        <p:nvSpPr>
          <p:cNvPr id="91" name="timing-word-4">
            <a:extLst>
              <a:ext uri="{FF2B5EF4-FFF2-40B4-BE49-F238E27FC236}">
                <ns2:creationId id="{FC90D18F-E66B-4C46-8698-9E24DC9586C8}"/>
              </a:ext>
            </a:extLst>
          </p:cNvPr>
          <p:cNvSpPr>
            <a:spLocks noGrp="1"/>
          </p:cNvSpPr>
          <p:nvPr/>
        </p:nvSpPr>
        <p:spPr>
          <a:xfrm>
            <a:off x="9603581"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708145822"/>
      </p:ext>
    </p:extLst>
  </p:cSld>
</p:sld>
</file>

<file path=ppt/slides/slide2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6" name="title-word-0">
            <a:extLst>
              <a:ext uri="{FF2B5EF4-FFF2-40B4-BE49-F238E27FC236}">
                <ns2:creationId id="{0BFA58EF-1366-4826-84AA-21DF91DFDA71}"/>
              </a:ext>
            </a:extLst>
          </p:cNvPr>
          <p:cNvSpPr>
            <a:spLocks noGrp="1"/>
          </p:cNvSpPr>
          <p:nvPr/>
        </p:nvSpPr>
        <p:spPr>
          <a:xfrm>
            <a:off x="10312146" y="571500"/>
            <a:ext cx="1136904"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‏בדיקת</a:t>
            </a:r>
          </a:p>
        </p:txBody>
      </p:sp>
      <p:sp>
        <p:nvSpPr>
          <p:cNvPr id="2" name="title-word-1">
            <a:extLst>
              <a:ext uri="{FF2B5EF4-FFF2-40B4-BE49-F238E27FC236}">
                <ns2:creationId id="{9B52CB5D-5B1B-46C9-8BC1-6C0440B43DDD}"/>
              </a:ext>
            </a:extLst>
          </p:cNvPr>
          <p:cNvSpPr>
            <a:spLocks noGrp="1"/>
          </p:cNvSpPr>
          <p:nvPr/>
        </p:nvSpPr>
        <p:spPr>
          <a:xfrm>
            <a:off x="9083230" y="571500"/>
            <a:ext cx="113157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‏הופעה</a:t>
            </a:r>
          </a:p>
        </p:txBody>
      </p:sp>
      <p:sp>
        <p:nvSpPr>
          <p:cNvPr id="3" name="title-word-2">
            <a:extLst>
              <a:ext uri="{FF2B5EF4-FFF2-40B4-BE49-F238E27FC236}">
                <ns2:creationId id="{EFD780B4-1B80-4C68-A41D-708B8FBD6E24}"/>
              </a:ext>
            </a:extLst>
          </p:cNvPr>
          <p:cNvSpPr>
            <a:spLocks noGrp="1"/>
          </p:cNvSpPr>
          <p:nvPr/>
        </p:nvSpPr>
        <p:spPr>
          <a:xfrm>
            <a:off x="8227409" y="571500"/>
            <a:ext cx="75847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‏לפני</a:t>
            </a:r>
          </a:p>
        </p:txBody>
      </p:sp>
      <p:sp>
        <p:nvSpPr>
          <p:cNvPr id="4" name="title-word-3">
            <a:extLst>
              <a:ext uri="{FF2B5EF4-FFF2-40B4-BE49-F238E27FC236}">
                <ns2:creationId id="{6FD19879-E40F-463A-BA71-AD1F80974A04}"/>
              </a:ext>
            </a:extLst>
          </p:cNvPr>
          <p:cNvSpPr>
            <a:spLocks noGrp="1"/>
          </p:cNvSpPr>
          <p:nvPr/>
        </p:nvSpPr>
        <p:spPr>
          <a:xfrm>
            <a:off x="7156704" y="571500"/>
            <a:ext cx="973360"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‏יציאה</a:t>
            </a:r>
          </a:p>
        </p:txBody>
      </p:sp>
      <p:sp>
        <p:nvSpPr>
          <p:cNvPr id="5" name="body-1-1-word-0">
            <a:extLst>
              <a:ext uri="{FF2B5EF4-FFF2-40B4-BE49-F238E27FC236}">
                <ns2:creationId id="{0C89F129-44EA-43E1-8242-1D158EDFFB91}"/>
              </a:ext>
            </a:extLst>
          </p:cNvPr>
          <p:cNvSpPr>
            <a:spLocks noGrp="1"/>
          </p:cNvSpPr>
          <p:nvPr/>
        </p:nvSpPr>
        <p:spPr>
          <a:xfrm>
            <a:off x="10782586" y="1762125"/>
            <a:ext cx="6664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‏מדים:</a:t>
            </a:r>
          </a:p>
        </p:txBody>
      </p:sp>
      <p:sp>
        <p:nvSpPr>
          <p:cNvPr id="6" name="body-1-1-word-1">
            <a:extLst>
              <a:ext uri="{FF2B5EF4-FFF2-40B4-BE49-F238E27FC236}">
                <ns2:creationId id="{CC0A514C-9D71-4A65-890B-1F1991F3C160}"/>
              </a:ext>
            </a:extLst>
          </p:cNvPr>
          <p:cNvSpPr>
            <a:spLocks noGrp="1"/>
          </p:cNvSpPr>
          <p:nvPr/>
        </p:nvSpPr>
        <p:spPr>
          <a:xfrm>
            <a:off x="10173176" y="1762125"/>
            <a:ext cx="5491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‏הסוג</a:t>
            </a:r>
          </a:p>
        </p:txBody>
      </p:sp>
      <p:sp>
        <p:nvSpPr>
          <p:cNvPr id="7" name="body-1-1-word-2">
            <a:extLst>
              <a:ext uri="{FF2B5EF4-FFF2-40B4-BE49-F238E27FC236}">
                <ns2:creationId id="{FCA95137-F983-45BE-B3C1-B69DDFE152F3}"/>
              </a:ext>
            </a:extLst>
          </p:cNvPr>
          <p:cNvSpPr>
            <a:spLocks noGrp="1"/>
          </p:cNvSpPr>
          <p:nvPr/>
        </p:nvSpPr>
        <p:spPr>
          <a:xfrm>
            <a:off x="9512903" y="176212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8" name="body-1-1-word-3">
            <a:extLst>
              <a:ext uri="{FF2B5EF4-FFF2-40B4-BE49-F238E27FC236}">
                <ns2:creationId id="{96758143-BDBF-454F-BA1B-E819E9D47676}"/>
              </a:ext>
            </a:extLst>
          </p:cNvPr>
          <p:cNvSpPr>
            <a:spLocks noGrp="1"/>
          </p:cNvSpPr>
          <p:nvPr/>
        </p:nvSpPr>
        <p:spPr>
          <a:xfrm>
            <a:off x="8613648" y="1762125"/>
            <a:ext cx="83896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‏לתנועה</a:t>
            </a:r>
          </a:p>
        </p:txBody>
      </p:sp>
      <p:sp>
        <p:nvSpPr>
          <p:cNvPr id="9" name="body-1-1-word-4">
            <a:extLst>
              <a:ext uri="{FF2B5EF4-FFF2-40B4-BE49-F238E27FC236}">
                <ns2:creationId id="{3393A7E2-FC55-45BA-B866-0FD84D3D6132}"/>
              </a:ext>
            </a:extLst>
          </p:cNvPr>
          <p:cNvSpPr>
            <a:spLocks noGrp="1"/>
          </p:cNvSpPr>
          <p:nvPr/>
        </p:nvSpPr>
        <p:spPr>
          <a:xfrm>
            <a:off x="7330726" y="1762125"/>
            <a:ext cx="12226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‏המתוכננת,</a:t>
            </a:r>
          </a:p>
        </p:txBody>
      </p:sp>
      <p:sp>
        <p:nvSpPr>
          <p:cNvPr id="10" name="body-1-1-word-5">
            <a:extLst>
              <a:ext uri="{FF2B5EF4-FFF2-40B4-BE49-F238E27FC236}">
                <ns2:creationId id="{E0245966-A448-4B21-A817-82089B7B979C}"/>
              </a:ext>
            </a:extLst>
          </p:cNvPr>
          <p:cNvSpPr>
            <a:spLocks noGrp="1"/>
          </p:cNvSpPr>
          <p:nvPr/>
        </p:nvSpPr>
        <p:spPr>
          <a:xfrm>
            <a:off x="6414230" y="1762125"/>
            <a:ext cx="8562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‏הבגדים</a:t>
            </a:r>
          </a:p>
        </p:txBody>
      </p:sp>
      <p:sp>
        <p:nvSpPr>
          <p:cNvPr id="11" name="body-1-1-word-6">
            <a:extLst>
              <a:ext uri="{FF2B5EF4-FFF2-40B4-BE49-F238E27FC236}">
                <ns2:creationId id="{B7273CEB-A0B2-4926-A1A9-DAB11CC0EACD}"/>
              </a:ext>
            </a:extLst>
          </p:cNvPr>
          <p:cNvSpPr>
            <a:spLocks noGrp="1"/>
          </p:cNvSpPr>
          <p:nvPr/>
        </p:nvSpPr>
        <p:spPr>
          <a:xfrm>
            <a:off x="5755576" y="1762125"/>
            <a:ext cx="5983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‏נקיים</a:t>
            </a:r>
          </a:p>
        </p:txBody>
      </p:sp>
      <p:sp>
        <p:nvSpPr>
          <p:cNvPr id="12" name="body-1-1-word-7">
            <a:extLst>
              <a:ext uri="{FF2B5EF4-FFF2-40B4-BE49-F238E27FC236}">
                <ns2:creationId id="{6F9E2055-1183-47E9-978D-DDA5FE513369}"/>
              </a:ext>
            </a:extLst>
          </p:cNvPr>
          <p:cNvSpPr>
            <a:spLocks noGrp="1"/>
          </p:cNvSpPr>
          <p:nvPr/>
        </p:nvSpPr>
        <p:spPr>
          <a:xfrm>
            <a:off x="4772882" y="1762125"/>
            <a:ext cx="9224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‏ושלמים,</a:t>
            </a:r>
          </a:p>
        </p:txBody>
      </p:sp>
      <p:sp>
        <p:nvSpPr>
          <p:cNvPr id="13" name="body-1-1-word-8">
            <a:extLst>
              <a:ext uri="{FF2B5EF4-FFF2-40B4-BE49-F238E27FC236}">
                <ns2:creationId id="{5182ACDF-8E8E-4BBA-B1AE-29C4D4979EB2}"/>
              </a:ext>
            </a:extLst>
          </p:cNvPr>
          <p:cNvSpPr>
            <a:spLocks noGrp="1"/>
          </p:cNvSpPr>
          <p:nvPr/>
        </p:nvSpPr>
        <p:spPr>
          <a:xfrm>
            <a:off x="3829431" y="1762125"/>
            <a:ext cx="8831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‏החולצה</a:t>
            </a:r>
          </a:p>
        </p:txBody>
      </p:sp>
      <p:sp>
        <p:nvSpPr>
          <p:cNvPr id="14" name="body-1-1-word-9">
            <a:extLst>
              <a:ext uri="{FF2B5EF4-FFF2-40B4-BE49-F238E27FC236}">
                <ns2:creationId id="{BBD8E689-151C-43C4-8FBF-242E4FE8A340}"/>
              </a:ext>
            </a:extLst>
          </p:cNvPr>
          <p:cNvSpPr>
            <a:spLocks noGrp="1"/>
          </p:cNvSpPr>
          <p:nvPr/>
        </p:nvSpPr>
        <p:spPr>
          <a:xfrm>
            <a:off x="2825020" y="1762125"/>
            <a:ext cx="94411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‏והחגורה</a:t>
            </a:r>
          </a:p>
        </p:txBody>
      </p:sp>
      <p:sp>
        <p:nvSpPr>
          <p:cNvPr id="15" name="body-1-1-word-10">
            <a:extLst>
              <a:ext uri="{FF2B5EF4-FFF2-40B4-BE49-F238E27FC236}">
                <ns2:creationId id="{CDA4D3DC-641B-4364-AFC3-DEB1FF3D7F72}"/>
              </a:ext>
            </a:extLst>
          </p:cNvPr>
          <p:cNvSpPr>
            <a:spLocks noGrp="1"/>
          </p:cNvSpPr>
          <p:nvPr/>
        </p:nvSpPr>
        <p:spPr>
          <a:xfrm>
            <a:off x="1784985" y="1762125"/>
            <a:ext cx="9797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‏מסודרות</a:t>
            </a:r>
          </a:p>
        </p:txBody>
      </p:sp>
      <p:sp>
        <p:nvSpPr>
          <p:cNvPr id="16" name="body-1-2-word-0">
            <a:extLst>
              <a:ext uri="{FF2B5EF4-FFF2-40B4-BE49-F238E27FC236}">
                <ns2:creationId id="{15ACFCAD-A627-4946-AEA9-1E737CBF87ED}"/>
              </a:ext>
            </a:extLst>
          </p:cNvPr>
          <p:cNvSpPr>
            <a:spLocks noGrp="1"/>
          </p:cNvSpPr>
          <p:nvPr/>
        </p:nvSpPr>
        <p:spPr>
          <a:xfrm>
            <a:off x="10319290" y="2113598"/>
            <a:ext cx="11297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‏והשרוולים</a:t>
            </a:r>
          </a:p>
        </p:txBody>
      </p:sp>
      <p:sp>
        <p:nvSpPr>
          <p:cNvPr id="17" name="body-1-2-word-1">
            <a:extLst>
              <a:ext uri="{FF2B5EF4-FFF2-40B4-BE49-F238E27FC236}">
                <ns2:creationId id="{70115138-35A1-4C4F-9369-60516A8CDD9E}"/>
              </a:ext>
            </a:extLst>
          </p:cNvPr>
          <p:cNvSpPr>
            <a:spLocks noGrp="1"/>
          </p:cNvSpPr>
          <p:nvPr/>
        </p:nvSpPr>
        <p:spPr>
          <a:xfrm>
            <a:off x="9230392" y="2113598"/>
            <a:ext cx="10286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‏מתאימים</a:t>
            </a:r>
          </a:p>
        </p:txBody>
      </p:sp>
      <p:sp>
        <p:nvSpPr>
          <p:cNvPr id="18" name="body-1-2-word-2">
            <a:extLst>
              <a:ext uri="{FF2B5EF4-FFF2-40B4-BE49-F238E27FC236}">
                <ns2:creationId id="{50B8D2B0-66EA-4276-941D-E33796BF74AB}"/>
              </a:ext>
            </a:extLst>
          </p:cNvPr>
          <p:cNvSpPr>
            <a:spLocks noGrp="1"/>
          </p:cNvSpPr>
          <p:nvPr/>
        </p:nvSpPr>
        <p:spPr>
          <a:xfrm>
            <a:off x="8150924" y="2113598"/>
            <a:ext cx="10191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‏למסגרת.</a:t>
            </a:r>
          </a:p>
        </p:txBody>
      </p:sp>
      <p:sp>
        <p:nvSpPr>
          <p:cNvPr id="19" name="body-2-1-word-0">
            <a:extLst>
              <a:ext uri="{FF2B5EF4-FFF2-40B4-BE49-F238E27FC236}">
                <ns2:creationId id="{2BD45E41-66AF-40CD-9A0E-F13E97C28A52}"/>
              </a:ext>
            </a:extLst>
          </p:cNvPr>
          <p:cNvSpPr>
            <a:spLocks noGrp="1"/>
          </p:cNvSpPr>
          <p:nvPr/>
        </p:nvSpPr>
        <p:spPr>
          <a:xfrm>
            <a:off x="10690860" y="2655570"/>
            <a:ext cx="7581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‏כומתה</a:t>
            </a:r>
          </a:p>
        </p:txBody>
      </p:sp>
      <p:sp>
        <p:nvSpPr>
          <p:cNvPr id="20" name="body-2-1-word-1">
            <a:extLst>
              <a:ext uri="{FF2B5EF4-FFF2-40B4-BE49-F238E27FC236}">
                <ns2:creationId id="{2358927E-EFA3-4114-BB7F-9DC187CABB71}"/>
              </a:ext>
            </a:extLst>
          </p:cNvPr>
          <p:cNvSpPr>
            <a:spLocks noGrp="1"/>
          </p:cNvSpPr>
          <p:nvPr/>
        </p:nvSpPr>
        <p:spPr>
          <a:xfrm>
            <a:off x="9742551" y="2655570"/>
            <a:ext cx="8880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‏וסמלים:</a:t>
            </a:r>
          </a:p>
        </p:txBody>
      </p:sp>
      <p:sp>
        <p:nvSpPr>
          <p:cNvPr id="21" name="body-2-1-word-2">
            <a:extLst>
              <a:ext uri="{FF2B5EF4-FFF2-40B4-BE49-F238E27FC236}">
                <ns2:creationId id="{5DD7E8B8-694A-42D7-94C3-31BF2E3DF6B6}"/>
              </a:ext>
            </a:extLst>
          </p:cNvPr>
          <p:cNvSpPr>
            <a:spLocks noGrp="1"/>
          </p:cNvSpPr>
          <p:nvPr/>
        </p:nvSpPr>
        <p:spPr>
          <a:xfrm>
            <a:off x="9210865" y="2655570"/>
            <a:ext cx="4713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a:t>
            </a:r>
          </a:p>
        </p:txBody>
      </p:sp>
      <p:sp>
        <p:nvSpPr>
          <p:cNvPr id="22" name="body-2-1-word-3">
            <a:extLst>
              <a:ext uri="{FF2B5EF4-FFF2-40B4-BE49-F238E27FC236}">
                <ns2:creationId id="{A25D96C4-22A6-44C1-923C-3040577862A1}"/>
              </a:ext>
            </a:extLst>
          </p:cNvPr>
          <p:cNvSpPr>
            <a:spLocks noGrp="1"/>
          </p:cNvSpPr>
          <p:nvPr/>
        </p:nvSpPr>
        <p:spPr>
          <a:xfrm>
            <a:off x="8583454" y="2655570"/>
            <a:ext cx="5671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‏וסמל</a:t>
            </a:r>
          </a:p>
        </p:txBody>
      </p:sp>
      <p:sp>
        <p:nvSpPr>
          <p:cNvPr id="23" name="body-2-1-word-4">
            <a:extLst>
              <a:ext uri="{FF2B5EF4-FFF2-40B4-BE49-F238E27FC236}">
                <ns2:creationId id="{754670E0-A68D-4A24-94AF-C53FA8828993}"/>
              </a:ext>
            </a:extLst>
          </p:cNvPr>
          <p:cNvSpPr>
            <a:spLocks noGrp="1"/>
          </p:cNvSpPr>
          <p:nvPr/>
        </p:nvSpPr>
        <p:spPr>
          <a:xfrm>
            <a:off x="8135683" y="2655570"/>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24" name="body-2-1-word-5">
            <a:extLst>
              <a:ext uri="{FF2B5EF4-FFF2-40B4-BE49-F238E27FC236}">
                <ns2:creationId id="{0FC78423-E27B-4ECF-A706-64C576F6273A}"/>
              </a:ext>
            </a:extLst>
          </p:cNvPr>
          <p:cNvSpPr>
            <a:spLocks noGrp="1"/>
          </p:cNvSpPr>
          <p:nvPr/>
        </p:nvSpPr>
        <p:spPr>
          <a:xfrm>
            <a:off x="7139464" y="2655570"/>
            <a:ext cx="935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‏הזכאות,</a:t>
            </a:r>
          </a:p>
        </p:txBody>
      </p:sp>
      <p:sp>
        <p:nvSpPr>
          <p:cNvPr id="25" name="body-2-1-word-6">
            <a:extLst>
              <a:ext uri="{FF2B5EF4-FFF2-40B4-BE49-F238E27FC236}">
                <ns2:creationId id="{749C2A2D-F4F1-4BCD-86F2-4B1BF86EF050}"/>
              </a:ext>
            </a:extLst>
          </p:cNvPr>
          <p:cNvSpPr>
            <a:spLocks noGrp="1"/>
          </p:cNvSpPr>
          <p:nvPr/>
        </p:nvSpPr>
        <p:spPr>
          <a:xfrm>
            <a:off x="6391751" y="2655570"/>
            <a:ext cx="6874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‏דרגות</a:t>
            </a:r>
          </a:p>
        </p:txBody>
      </p:sp>
      <p:sp>
        <p:nvSpPr>
          <p:cNvPr id="26" name="body-2-1-word-7">
            <a:extLst>
              <a:ext uri="{FF2B5EF4-FFF2-40B4-BE49-F238E27FC236}">
                <ns2:creationId id="{AD6FBB37-497A-4C7D-B65E-F934F463E832}"/>
              </a:ext>
            </a:extLst>
          </p:cNvPr>
          <p:cNvSpPr>
            <a:spLocks noGrp="1"/>
          </p:cNvSpPr>
          <p:nvPr/>
        </p:nvSpPr>
        <p:spPr>
          <a:xfrm>
            <a:off x="5693283" y="2655570"/>
            <a:ext cx="6381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‏ותגים</a:t>
            </a:r>
          </a:p>
        </p:txBody>
      </p:sp>
      <p:sp>
        <p:nvSpPr>
          <p:cNvPr id="27" name="body-2-1-word-8">
            <a:extLst>
              <a:ext uri="{FF2B5EF4-FFF2-40B4-BE49-F238E27FC236}">
                <ns2:creationId id="{EFDF62C8-B9D7-4DBB-AD00-0FD4BE4FE04E}"/>
              </a:ext>
            </a:extLst>
          </p:cNvPr>
          <p:cNvSpPr>
            <a:spLocks noGrp="1"/>
          </p:cNvSpPr>
          <p:nvPr/>
        </p:nvSpPr>
        <p:spPr>
          <a:xfrm>
            <a:off x="4628007" y="2655570"/>
            <a:ext cx="10049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‏במקומם,</a:t>
            </a:r>
          </a:p>
        </p:txBody>
      </p:sp>
      <p:sp>
        <p:nvSpPr>
          <p:cNvPr id="28" name="body-2-1-word-9">
            <a:extLst>
              <a:ext uri="{FF2B5EF4-FFF2-40B4-BE49-F238E27FC236}">
                <ns2:creationId id="{884569EF-63E3-4EAA-9E13-E546A7D91649}"/>
              </a:ext>
            </a:extLst>
          </p:cNvPr>
          <p:cNvSpPr>
            <a:spLocks noGrp="1"/>
          </p:cNvSpPr>
          <p:nvPr/>
        </p:nvSpPr>
        <p:spPr>
          <a:xfrm>
            <a:off x="4113752" y="2655570"/>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29" name="body-2-1-word-10">
            <a:extLst>
              <a:ext uri="{FF2B5EF4-FFF2-40B4-BE49-F238E27FC236}">
                <ns2:creationId id="{4C88DC26-048D-4A7B-A9ED-55E20ABCBFC1}"/>
              </a:ext>
            </a:extLst>
          </p:cNvPr>
          <p:cNvSpPr>
            <a:spLocks noGrp="1"/>
          </p:cNvSpPr>
          <p:nvPr/>
        </p:nvSpPr>
        <p:spPr>
          <a:xfrm>
            <a:off x="3262217" y="2655570"/>
            <a:ext cx="79124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‏פאצ׳ים</a:t>
            </a:r>
          </a:p>
        </p:txBody>
      </p:sp>
      <p:sp>
        <p:nvSpPr>
          <p:cNvPr id="30" name="body-2-1-word-11">
            <a:extLst>
              <a:ext uri="{FF2B5EF4-FFF2-40B4-BE49-F238E27FC236}">
                <ns2:creationId id="{540CBA91-A371-4C23-A076-B8EEA63C82E9}"/>
              </a:ext>
            </a:extLst>
          </p:cNvPr>
          <p:cNvSpPr>
            <a:spLocks noGrp="1"/>
          </p:cNvSpPr>
          <p:nvPr/>
        </p:nvSpPr>
        <p:spPr>
          <a:xfrm>
            <a:off x="2391156" y="2655570"/>
            <a:ext cx="8107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‏פרטיים</a:t>
            </a:r>
          </a:p>
        </p:txBody>
      </p:sp>
      <p:sp>
        <p:nvSpPr>
          <p:cNvPr id="31" name="body-2-1-word-12">
            <a:extLst>
              <a:ext uri="{FF2B5EF4-FFF2-40B4-BE49-F238E27FC236}">
                <ns2:creationId id="{079A0D38-32C9-4580-B575-BE44E4E5735E}"/>
              </a:ext>
            </a:extLst>
          </p:cNvPr>
          <p:cNvSpPr>
            <a:spLocks noGrp="1"/>
          </p:cNvSpPr>
          <p:nvPr/>
        </p:nvSpPr>
        <p:spPr>
          <a:xfrm>
            <a:off x="1810702" y="2655570"/>
            <a:ext cx="5201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‏שלא</a:t>
            </a:r>
          </a:p>
        </p:txBody>
      </p:sp>
      <p:sp>
        <p:nvSpPr>
          <p:cNvPr id="32" name="body-2-1-word-13">
            <a:extLst>
              <a:ext uri="{FF2B5EF4-FFF2-40B4-BE49-F238E27FC236}">
                <ns2:creationId id="{CB2541B1-688B-4D5C-B133-8B21D0E3613F}"/>
              </a:ext>
            </a:extLst>
          </p:cNvPr>
          <p:cNvSpPr>
            <a:spLocks noGrp="1"/>
          </p:cNvSpPr>
          <p:nvPr/>
        </p:nvSpPr>
        <p:spPr>
          <a:xfrm>
            <a:off x="996696" y="2655570"/>
            <a:ext cx="7537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‏אושרו.</a:t>
            </a:r>
          </a:p>
        </p:txBody>
      </p:sp>
      <p:sp>
        <p:nvSpPr>
          <p:cNvPr id="33" name="body-3-1-word-0">
            <a:extLst>
              <a:ext uri="{FF2B5EF4-FFF2-40B4-BE49-F238E27FC236}">
                <ns2:creationId id="{B3694E26-26BC-4122-895C-DCC41E5B4B3C}"/>
              </a:ext>
            </a:extLst>
          </p:cNvPr>
          <p:cNvSpPr>
            <a:spLocks noGrp="1"/>
          </p:cNvSpPr>
          <p:nvPr/>
        </p:nvSpPr>
        <p:spPr>
          <a:xfrm>
            <a:off x="10698575" y="3197543"/>
            <a:ext cx="7504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‏הופעה</a:t>
            </a:r>
          </a:p>
        </p:txBody>
      </p:sp>
      <p:sp>
        <p:nvSpPr>
          <p:cNvPr id="34" name="body-3-1-word-1">
            <a:extLst>
              <a:ext uri="{FF2B5EF4-FFF2-40B4-BE49-F238E27FC236}">
                <ns2:creationId id="{554C35E7-190C-4378-A2E0-A7750ACFC278}"/>
              </a:ext>
            </a:extLst>
          </p:cNvPr>
          <p:cNvSpPr>
            <a:spLocks noGrp="1"/>
          </p:cNvSpPr>
          <p:nvPr/>
        </p:nvSpPr>
        <p:spPr>
          <a:xfrm>
            <a:off x="9846469" y="3197543"/>
            <a:ext cx="7918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‏אישית:</a:t>
            </a:r>
          </a:p>
        </p:txBody>
      </p:sp>
      <p:sp>
        <p:nvSpPr>
          <p:cNvPr id="35" name="body-3-1-word-2">
            <a:extLst>
              <a:ext uri="{FF2B5EF4-FFF2-40B4-BE49-F238E27FC236}">
                <ns2:creationId id="{BC361CA8-1197-4895-91B4-30130A920840}"/>
              </a:ext>
            </a:extLst>
          </p:cNvPr>
          <p:cNvSpPr>
            <a:spLocks noGrp="1"/>
          </p:cNvSpPr>
          <p:nvPr/>
        </p:nvSpPr>
        <p:spPr>
          <a:xfrm>
            <a:off x="9192006" y="3197543"/>
            <a:ext cx="5941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‏שיער</a:t>
            </a:r>
          </a:p>
        </p:txBody>
      </p:sp>
      <p:sp>
        <p:nvSpPr>
          <p:cNvPr id="36" name="body-3-1-word-3">
            <a:extLst>
              <a:ext uri="{FF2B5EF4-FFF2-40B4-BE49-F238E27FC236}">
                <ns2:creationId id="{E708DE24-E900-49EE-823F-260B56D101C7}"/>
              </a:ext>
            </a:extLst>
          </p:cNvPr>
          <p:cNvSpPr>
            <a:spLocks noGrp="1"/>
          </p:cNvSpPr>
          <p:nvPr/>
        </p:nvSpPr>
        <p:spPr>
          <a:xfrm>
            <a:off x="8545830" y="3197543"/>
            <a:ext cx="5858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‏אסוף</a:t>
            </a:r>
          </a:p>
        </p:txBody>
      </p:sp>
      <p:sp>
        <p:nvSpPr>
          <p:cNvPr id="37" name="body-3-1-word-4">
            <a:extLst>
              <a:ext uri="{FF2B5EF4-FFF2-40B4-BE49-F238E27FC236}">
                <ns2:creationId id="{577963AC-1D27-46FF-9BB4-312C97E1FD59}"/>
              </a:ext>
            </a:extLst>
          </p:cNvPr>
          <p:cNvSpPr>
            <a:spLocks noGrp="1"/>
          </p:cNvSpPr>
          <p:nvPr/>
        </p:nvSpPr>
        <p:spPr>
          <a:xfrm>
            <a:off x="8225600" y="31975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38" name="body-3-1-word-5">
            <a:extLst>
              <a:ext uri="{FF2B5EF4-FFF2-40B4-BE49-F238E27FC236}">
                <ns2:creationId id="{4D8579BD-D177-4304-ACEA-74F6BB976A32}"/>
              </a:ext>
            </a:extLst>
          </p:cNvPr>
          <p:cNvSpPr>
            <a:spLocks noGrp="1"/>
          </p:cNvSpPr>
          <p:nvPr/>
        </p:nvSpPr>
        <p:spPr>
          <a:xfrm>
            <a:off x="7233285" y="3197543"/>
            <a:ext cx="9320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‏תספורת</a:t>
            </a:r>
          </a:p>
        </p:txBody>
      </p:sp>
      <p:sp>
        <p:nvSpPr>
          <p:cNvPr id="39" name="body-3-1-word-6">
            <a:extLst>
              <a:ext uri="{FF2B5EF4-FFF2-40B4-BE49-F238E27FC236}">
                <ns2:creationId id="{091ADDB4-C298-4891-9055-5D5B2D7E71EB}"/>
              </a:ext>
            </a:extLst>
          </p:cNvPr>
          <p:cNvSpPr>
            <a:spLocks noGrp="1"/>
          </p:cNvSpPr>
          <p:nvPr/>
        </p:nvSpPr>
        <p:spPr>
          <a:xfrm>
            <a:off x="6369463" y="3197543"/>
            <a:ext cx="8035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‏תקנית,</a:t>
            </a:r>
          </a:p>
        </p:txBody>
      </p:sp>
      <p:sp>
        <p:nvSpPr>
          <p:cNvPr id="40" name="body-3-1-word-7">
            <a:extLst>
              <a:ext uri="{FF2B5EF4-FFF2-40B4-BE49-F238E27FC236}">
                <ns2:creationId id="{A1065753-AA38-4238-91D7-E9142E0C4C0D}"/>
              </a:ext>
            </a:extLst>
          </p:cNvPr>
          <p:cNvSpPr>
            <a:spLocks noGrp="1"/>
          </p:cNvSpPr>
          <p:nvPr/>
        </p:nvSpPr>
        <p:spPr>
          <a:xfrm>
            <a:off x="5943791" y="3197543"/>
            <a:ext cx="365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‏זקן</a:t>
            </a:r>
          </a:p>
        </p:txBody>
      </p:sp>
      <p:sp>
        <p:nvSpPr>
          <p:cNvPr id="41" name="body-3-1-word-8">
            <a:extLst>
              <a:ext uri="{FF2B5EF4-FFF2-40B4-BE49-F238E27FC236}">
                <ns2:creationId id="{7DFC140D-29D3-4397-A711-00D692932FF6}"/>
              </a:ext>
            </a:extLst>
          </p:cNvPr>
          <p:cNvSpPr>
            <a:spLocks noGrp="1"/>
          </p:cNvSpPr>
          <p:nvPr/>
        </p:nvSpPr>
        <p:spPr>
          <a:xfrm>
            <a:off x="5496020" y="3197543"/>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42" name="body-3-1-word-9">
            <a:extLst>
              <a:ext uri="{FF2B5EF4-FFF2-40B4-BE49-F238E27FC236}">
                <ns2:creationId id="{082DE438-FE08-4360-B8A6-C50672571698}"/>
              </a:ext>
            </a:extLst>
          </p:cNvPr>
          <p:cNvSpPr>
            <a:spLocks noGrp="1"/>
          </p:cNvSpPr>
          <p:nvPr/>
        </p:nvSpPr>
        <p:spPr>
          <a:xfrm>
            <a:off x="4584097" y="3197543"/>
            <a:ext cx="8516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‏ההיתר,</a:t>
            </a:r>
          </a:p>
        </p:txBody>
      </p:sp>
      <p:sp>
        <p:nvSpPr>
          <p:cNvPr id="43" name="body-3-1-word-10">
            <a:extLst>
              <a:ext uri="{FF2B5EF4-FFF2-40B4-BE49-F238E27FC236}">
                <ns2:creationId id="{60BF40A6-0C08-4729-81A0-8261A3C8BD68}"/>
              </a:ext>
            </a:extLst>
          </p:cNvPr>
          <p:cNvSpPr>
            <a:spLocks noGrp="1"/>
          </p:cNvSpPr>
          <p:nvPr/>
        </p:nvSpPr>
        <p:spPr>
          <a:xfrm>
            <a:off x="3501009" y="3197543"/>
            <a:ext cx="10227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‏תכשיטים</a:t>
            </a:r>
          </a:p>
        </p:txBody>
      </p:sp>
      <p:sp>
        <p:nvSpPr>
          <p:cNvPr id="44" name="body-3-1-word-11">
            <a:extLst>
              <a:ext uri="{FF2B5EF4-FFF2-40B4-BE49-F238E27FC236}">
                <ns2:creationId id="{687DD33E-0C2A-41C5-9979-18571842DD52}"/>
              </a:ext>
            </a:extLst>
          </p:cNvPr>
          <p:cNvSpPr>
            <a:spLocks noGrp="1"/>
          </p:cNvSpPr>
          <p:nvPr/>
        </p:nvSpPr>
        <p:spPr>
          <a:xfrm>
            <a:off x="3052286" y="3197543"/>
            <a:ext cx="3884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‏ולק</a:t>
            </a:r>
          </a:p>
        </p:txBody>
      </p:sp>
      <p:sp>
        <p:nvSpPr>
          <p:cNvPr id="45" name="body-3-1-word-12">
            <a:extLst>
              <a:ext uri="{FF2B5EF4-FFF2-40B4-BE49-F238E27FC236}">
                <ns2:creationId id="{CF7CD8CA-01C0-4F51-AAC1-4FC63D972B20}"/>
              </a:ext>
            </a:extLst>
          </p:cNvPr>
          <p:cNvSpPr>
            <a:spLocks noGrp="1"/>
          </p:cNvSpPr>
          <p:nvPr/>
        </p:nvSpPr>
        <p:spPr>
          <a:xfrm>
            <a:off x="2604516" y="3197543"/>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46" name="body-3-1-word-13">
            <a:extLst>
              <a:ext uri="{FF2B5EF4-FFF2-40B4-BE49-F238E27FC236}">
                <ns2:creationId id="{D7463A87-7AC6-4600-86DD-579F543AEC6E}"/>
              </a:ext>
            </a:extLst>
          </p:cNvPr>
          <p:cNvSpPr>
            <a:spLocks noGrp="1"/>
          </p:cNvSpPr>
          <p:nvPr/>
        </p:nvSpPr>
        <p:spPr>
          <a:xfrm>
            <a:off x="1947196" y="3197543"/>
            <a:ext cx="5970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‏חובה</a:t>
            </a:r>
          </a:p>
        </p:txBody>
      </p:sp>
      <p:sp>
        <p:nvSpPr>
          <p:cNvPr id="47" name="body-3-1-word-14">
            <a:extLst>
              <a:ext uri="{FF2B5EF4-FFF2-40B4-BE49-F238E27FC236}">
                <ns2:creationId id="{0C94BC62-E445-476A-AF7F-3698DAACF397}"/>
              </a:ext>
            </a:extLst>
          </p:cNvPr>
          <p:cNvSpPr>
            <a:spLocks noGrp="1"/>
          </p:cNvSpPr>
          <p:nvPr/>
        </p:nvSpPr>
        <p:spPr>
          <a:xfrm>
            <a:off x="1626965" y="31975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8" name="body-3-1-word-15">
            <a:extLst>
              <a:ext uri="{FF2B5EF4-FFF2-40B4-BE49-F238E27FC236}">
                <ns2:creationId id="{0B90CAF6-CCC9-4E6F-8594-C16BE4203531}"/>
              </a:ext>
            </a:extLst>
          </p:cNvPr>
          <p:cNvSpPr>
            <a:spLocks noGrp="1"/>
          </p:cNvSpPr>
          <p:nvPr/>
        </p:nvSpPr>
        <p:spPr>
          <a:xfrm>
            <a:off x="995458" y="3197543"/>
            <a:ext cx="5712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‏קבע.</a:t>
            </a:r>
          </a:p>
        </p:txBody>
      </p:sp>
      <p:sp>
        <p:nvSpPr>
          <p:cNvPr id="49" name="body-4-1-word-0">
            <a:extLst>
              <a:ext uri="{FF2B5EF4-FFF2-40B4-BE49-F238E27FC236}">
                <ns2:creationId id="{294935F3-6530-423B-B63B-FB2D38C70BCA}"/>
              </a:ext>
            </a:extLst>
          </p:cNvPr>
          <p:cNvSpPr>
            <a:spLocks noGrp="1"/>
          </p:cNvSpPr>
          <p:nvPr/>
        </p:nvSpPr>
        <p:spPr>
          <a:xfrm>
            <a:off x="10724198" y="3739515"/>
            <a:ext cx="724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‏נעליים</a:t>
            </a:r>
          </a:p>
        </p:txBody>
      </p:sp>
      <p:sp>
        <p:nvSpPr>
          <p:cNvPr id="50" name="body-4-1-word-1">
            <a:extLst>
              <a:ext uri="{FF2B5EF4-FFF2-40B4-BE49-F238E27FC236}">
                <ns2:creationId id="{32E283E1-78B8-4817-B0D9-45977F404184}"/>
              </a:ext>
            </a:extLst>
          </p:cNvPr>
          <p:cNvSpPr>
            <a:spLocks noGrp="1"/>
          </p:cNvSpPr>
          <p:nvPr/>
        </p:nvSpPr>
        <p:spPr>
          <a:xfrm>
            <a:off x="9598247" y="3739515"/>
            <a:ext cx="106565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‏ואישורים:</a:t>
            </a:r>
          </a:p>
        </p:txBody>
      </p:sp>
      <p:sp>
        <p:nvSpPr>
          <p:cNvPr id="51" name="body-4-1-word-2">
            <a:extLst>
              <a:ext uri="{FF2B5EF4-FFF2-40B4-BE49-F238E27FC236}">
                <ns2:creationId id="{1FD2A23A-260C-4076-B578-4A1E4E6AC7E9}"/>
              </a:ext>
            </a:extLst>
          </p:cNvPr>
          <p:cNvSpPr>
            <a:spLocks noGrp="1"/>
          </p:cNvSpPr>
          <p:nvPr/>
        </p:nvSpPr>
        <p:spPr>
          <a:xfrm>
            <a:off x="8907018" y="3739515"/>
            <a:ext cx="6309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‏הדגם</a:t>
            </a:r>
          </a:p>
        </p:txBody>
      </p:sp>
      <p:sp>
        <p:nvSpPr>
          <p:cNvPr id="52" name="body-4-1-word-3">
            <a:extLst>
              <a:ext uri="{FF2B5EF4-FFF2-40B4-BE49-F238E27FC236}">
                <ns2:creationId id="{7F17DCD3-B781-4DF4-9D4C-656DF570803A}"/>
              </a:ext>
            </a:extLst>
          </p:cNvPr>
          <p:cNvSpPr>
            <a:spLocks noGrp="1"/>
          </p:cNvSpPr>
          <p:nvPr/>
        </p:nvSpPr>
        <p:spPr>
          <a:xfrm>
            <a:off x="7980998" y="3739515"/>
            <a:ext cx="8657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‏מתאים,</a:t>
            </a:r>
          </a:p>
        </p:txBody>
      </p:sp>
      <p:sp>
        <p:nvSpPr>
          <p:cNvPr id="53" name="body-4-1-word-4">
            <a:extLst>
              <a:ext uri="{FF2B5EF4-FFF2-40B4-BE49-F238E27FC236}">
                <ns2:creationId id="{5A351D25-4661-45AA-A513-2699DBA4D847}"/>
              </a:ext>
            </a:extLst>
          </p:cNvPr>
          <p:cNvSpPr>
            <a:spLocks noGrp="1"/>
          </p:cNvSpPr>
          <p:nvPr/>
        </p:nvSpPr>
        <p:spPr>
          <a:xfrm>
            <a:off x="6932486" y="3739515"/>
            <a:ext cx="98821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‏השרוכים</a:t>
            </a:r>
          </a:p>
        </p:txBody>
      </p:sp>
      <p:sp>
        <p:nvSpPr>
          <p:cNvPr id="54" name="body-4-1-word-5">
            <a:extLst>
              <a:ext uri="{FF2B5EF4-FFF2-40B4-BE49-F238E27FC236}">
                <ns2:creationId id="{353D6A21-5913-48BE-BBCE-47347067B2B3}"/>
              </a:ext>
            </a:extLst>
          </p:cNvPr>
          <p:cNvSpPr>
            <a:spLocks noGrp="1"/>
          </p:cNvSpPr>
          <p:nvPr/>
        </p:nvSpPr>
        <p:spPr>
          <a:xfrm>
            <a:off x="6190393" y="3739515"/>
            <a:ext cx="6818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‏בפנים</a:t>
            </a:r>
          </a:p>
        </p:txBody>
      </p:sp>
      <p:sp>
        <p:nvSpPr>
          <p:cNvPr id="55" name="body-4-1-word-6">
            <a:extLst>
              <a:ext uri="{FF2B5EF4-FFF2-40B4-BE49-F238E27FC236}">
                <ns2:creationId id="{639C21EC-A6DC-4DFD-A223-7829554F7E14}"/>
              </a:ext>
            </a:extLst>
          </p:cNvPr>
          <p:cNvSpPr>
            <a:spLocks noGrp="1"/>
          </p:cNvSpPr>
          <p:nvPr/>
        </p:nvSpPr>
        <p:spPr>
          <a:xfrm>
            <a:off x="5153692" y="3739515"/>
            <a:ext cx="9764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‏כשהדבר</a:t>
            </a:r>
          </a:p>
        </p:txBody>
      </p:sp>
      <p:sp>
        <p:nvSpPr>
          <p:cNvPr id="56" name="body-4-1-word-7">
            <a:extLst>
              <a:ext uri="{FF2B5EF4-FFF2-40B4-BE49-F238E27FC236}">
                <ns2:creationId id="{04EDE73B-7B8B-4587-8F3C-547072037DE5}"/>
              </a:ext>
            </a:extLst>
          </p:cNvPr>
          <p:cNvSpPr>
            <a:spLocks noGrp="1"/>
          </p:cNvSpPr>
          <p:nvPr/>
        </p:nvSpPr>
        <p:spPr>
          <a:xfrm>
            <a:off x="4395502" y="3739515"/>
            <a:ext cx="6978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‏נדרש,</a:t>
            </a:r>
          </a:p>
        </p:txBody>
      </p:sp>
      <p:sp>
        <p:nvSpPr>
          <p:cNvPr id="57" name="body-4-1-word-8">
            <a:extLst>
              <a:ext uri="{FF2B5EF4-FFF2-40B4-BE49-F238E27FC236}">
                <ns2:creationId id="{7F20C40D-8067-42E2-B2DD-A3F9408D9235}"/>
              </a:ext>
            </a:extLst>
          </p:cNvPr>
          <p:cNvSpPr>
            <a:spLocks noGrp="1"/>
          </p:cNvSpPr>
          <p:nvPr/>
        </p:nvSpPr>
        <p:spPr>
          <a:xfrm>
            <a:off x="3408236" y="3739515"/>
            <a:ext cx="92697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‏הגרביים</a:t>
            </a:r>
          </a:p>
        </p:txBody>
      </p:sp>
      <p:sp>
        <p:nvSpPr>
          <p:cNvPr id="58" name="body-4-1-word-9">
            <a:extLst>
              <a:ext uri="{FF2B5EF4-FFF2-40B4-BE49-F238E27FC236}">
                <ns2:creationId id="{0723EA1B-87D4-4EAC-B8B4-83D6AD323B1F}"/>
              </a:ext>
            </a:extLst>
          </p:cNvPr>
          <p:cNvSpPr>
            <a:spLocks noGrp="1"/>
          </p:cNvSpPr>
          <p:nvPr/>
        </p:nvSpPr>
        <p:spPr>
          <a:xfrm>
            <a:off x="2565940" y="3739515"/>
            <a:ext cx="7820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‏תקניים</a:t>
            </a:r>
          </a:p>
        </p:txBody>
      </p:sp>
      <p:sp>
        <p:nvSpPr>
          <p:cNvPr id="59" name="body-4-1-word-10">
            <a:extLst>
              <a:ext uri="{FF2B5EF4-FFF2-40B4-BE49-F238E27FC236}">
                <ns2:creationId id="{0885B25F-DA68-4F83-9DBB-FEF8AB0899B8}"/>
              </a:ext>
            </a:extLst>
          </p:cNvPr>
          <p:cNvSpPr>
            <a:spLocks noGrp="1"/>
          </p:cNvSpPr>
          <p:nvPr/>
        </p:nvSpPr>
        <p:spPr>
          <a:xfrm>
            <a:off x="2142649" y="3739515"/>
            <a:ext cx="3629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‏וכל</a:t>
            </a:r>
          </a:p>
        </p:txBody>
      </p:sp>
      <p:sp>
        <p:nvSpPr>
          <p:cNvPr id="60" name="body-4-1-word-11">
            <a:extLst>
              <a:ext uri="{FF2B5EF4-FFF2-40B4-BE49-F238E27FC236}">
                <ns2:creationId id="{5C2FFAC6-E320-42F5-8754-0A2179251563}"/>
              </a:ext>
            </a:extLst>
          </p:cNvPr>
          <p:cNvSpPr>
            <a:spLocks noGrp="1"/>
          </p:cNvSpPr>
          <p:nvPr/>
        </p:nvSpPr>
        <p:spPr>
          <a:xfrm>
            <a:off x="1408081" y="3739515"/>
            <a:ext cx="6742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‏אישור</a:t>
            </a:r>
          </a:p>
        </p:txBody>
      </p:sp>
      <p:sp>
        <p:nvSpPr>
          <p:cNvPr id="61" name="body-4-1-word-12">
            <a:extLst>
              <a:ext uri="{FF2B5EF4-FFF2-40B4-BE49-F238E27FC236}">
                <ns2:creationId id="{0F4875F1-6334-42C4-BC15-4A92826CCCD8}"/>
              </a:ext>
            </a:extLst>
          </p:cNvPr>
          <p:cNvSpPr>
            <a:spLocks noGrp="1"/>
          </p:cNvSpPr>
          <p:nvPr/>
        </p:nvSpPr>
        <p:spPr>
          <a:xfrm>
            <a:off x="729329" y="3739515"/>
            <a:ext cx="6184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‏נדרש</a:t>
            </a:r>
          </a:p>
        </p:txBody>
      </p:sp>
      <p:sp>
        <p:nvSpPr>
          <p:cNvPr id="62" name="body-4-2-word-0">
            <a:extLst>
              <a:ext uri="{FF2B5EF4-FFF2-40B4-BE49-F238E27FC236}">
                <ns2:creationId id="{B1CEE147-3E29-4257-B7C7-A61278D91E92}"/>
              </a:ext>
            </a:extLst>
          </p:cNvPr>
          <p:cNvSpPr>
            <a:spLocks noGrp="1"/>
          </p:cNvSpPr>
          <p:nvPr/>
        </p:nvSpPr>
        <p:spPr>
          <a:xfrm>
            <a:off x="10998518" y="4090987"/>
            <a:ext cx="45053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‏זמין</a:t>
            </a:r>
          </a:p>
        </p:txBody>
      </p:sp>
      <p:sp>
        <p:nvSpPr>
          <p:cNvPr id="63" name="body-4-2-word-1">
            <a:extLst>
              <a:ext uri="{FF2B5EF4-FFF2-40B4-BE49-F238E27FC236}">
                <ns2:creationId id="{695C240C-92A0-4B8F-B969-78470E21DCA0}"/>
              </a:ext>
            </a:extLst>
          </p:cNvPr>
          <p:cNvSpPr>
            <a:spLocks noGrp="1"/>
          </p:cNvSpPr>
          <p:nvPr/>
        </p:nvSpPr>
        <p:spPr>
          <a:xfrm>
            <a:off x="10031920" y="4090987"/>
            <a:ext cx="9063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‏ובתוקף.</a:t>
            </a:r>
          </a:p>
        </p:txBody>
      </p:sp>
      <p:sp>
        <p:nvSpPr>
          <p:cNvPr id="64" name="sources-word-0">
            <a:extLst>
              <a:ext uri="{FF2B5EF4-FFF2-40B4-BE49-F238E27FC236}">
                <ns2:creationId id="{3E9EC398-C8C2-4600-8F47-049E12EB4029}"/>
              </a:ext>
            </a:extLst>
          </p:cNvPr>
          <p:cNvSpPr>
            <a:spLocks noGrp="1"/>
          </p:cNvSpPr>
          <p:nvPr/>
        </p:nvSpPr>
        <p:spPr>
          <a:xfrm>
            <a:off x="11064240"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65" name="sources-word-1">
            <a:extLst>
              <a:ext uri="{FF2B5EF4-FFF2-40B4-BE49-F238E27FC236}">
                <ns2:creationId id="{863EF5C5-BE93-46A1-AFF9-11C9F73BA4A4}"/>
              </a:ext>
            </a:extLst>
          </p:cNvPr>
          <p:cNvSpPr>
            <a:spLocks noGrp="1"/>
          </p:cNvSpPr>
          <p:nvPr/>
        </p:nvSpPr>
        <p:spPr>
          <a:xfrm>
            <a:off x="10653236"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66" name="sources-word-2">
            <a:extLst>
              <a:ext uri="{FF2B5EF4-FFF2-40B4-BE49-F238E27FC236}">
                <ns2:creationId id="{CB42BC96-D3FB-456D-B4F2-60F74F203F7F}"/>
              </a:ext>
            </a:extLst>
          </p:cNvPr>
          <p:cNvSpPr>
            <a:spLocks noGrp="1"/>
          </p:cNvSpPr>
          <p:nvPr/>
        </p:nvSpPr>
        <p:spPr>
          <a:xfrm>
            <a:off x="10047827"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67" name="sources-word-3">
            <a:extLst>
              <a:ext uri="{FF2B5EF4-FFF2-40B4-BE49-F238E27FC236}">
                <ns2:creationId id="{99C110A3-057C-4EAD-A47E-E3786182AA1E}"/>
              </a:ext>
            </a:extLst>
          </p:cNvPr>
          <p:cNvSpPr>
            <a:spLocks noGrp="1"/>
          </p:cNvSpPr>
          <p:nvPr/>
        </p:nvSpPr>
        <p:spPr>
          <a:xfrm>
            <a:off x="9719310"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68" name="sources-word-4">
            <a:extLst>
              <a:ext uri="{FF2B5EF4-FFF2-40B4-BE49-F238E27FC236}">
                <ns2:creationId id="{9588C780-1770-4307-B415-5AF88949AB56}"/>
              </a:ext>
            </a:extLst>
          </p:cNvPr>
          <p:cNvSpPr>
            <a:spLocks noGrp="1"/>
          </p:cNvSpPr>
          <p:nvPr/>
        </p:nvSpPr>
        <p:spPr>
          <a:xfrm>
            <a:off x="962244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9" name="sources-word-5">
            <a:extLst>
              <a:ext uri="{FF2B5EF4-FFF2-40B4-BE49-F238E27FC236}">
                <ns2:creationId id="{BD8EEAC4-01FE-4CB5-96C0-08578CA1F939}"/>
              </a:ext>
            </a:extLst>
          </p:cNvPr>
          <p:cNvSpPr>
            <a:spLocks noGrp="1"/>
          </p:cNvSpPr>
          <p:nvPr/>
        </p:nvSpPr>
        <p:spPr>
          <a:xfrm>
            <a:off x="9235916"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0" name="sources-word-6">
            <a:extLst>
              <a:ext uri="{FF2B5EF4-FFF2-40B4-BE49-F238E27FC236}">
                <ns2:creationId id="{CFB238DC-5136-40E7-9010-E3D44BC4788D}"/>
              </a:ext>
            </a:extLst>
          </p:cNvPr>
          <p:cNvSpPr>
            <a:spLocks noGrp="1"/>
          </p:cNvSpPr>
          <p:nvPr/>
        </p:nvSpPr>
        <p:spPr>
          <a:xfrm>
            <a:off x="8967311"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1" name="sources-word-7">
            <a:extLst>
              <a:ext uri="{FF2B5EF4-FFF2-40B4-BE49-F238E27FC236}">
                <ns2:creationId id="{5E872FF4-AAC6-417A-846C-BFA84300DD78}"/>
              </a:ext>
            </a:extLst>
          </p:cNvPr>
          <p:cNvSpPr>
            <a:spLocks noGrp="1"/>
          </p:cNvSpPr>
          <p:nvPr/>
        </p:nvSpPr>
        <p:spPr>
          <a:xfrm>
            <a:off x="8203025"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2" name="sources-word-8">
            <a:extLst>
              <a:ext uri="{FF2B5EF4-FFF2-40B4-BE49-F238E27FC236}">
                <ns2:creationId id="{29F90CFC-B359-4136-ABCF-017310CB2615}"/>
              </a:ext>
            </a:extLst>
          </p:cNvPr>
          <p:cNvSpPr>
            <a:spLocks noGrp="1"/>
          </p:cNvSpPr>
          <p:nvPr/>
        </p:nvSpPr>
        <p:spPr>
          <a:xfrm>
            <a:off x="8106156"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3" name="sources-word-9">
            <a:extLst>
              <a:ext uri="{FF2B5EF4-FFF2-40B4-BE49-F238E27FC236}">
                <ns2:creationId id="{9D364821-039C-489B-A037-F425D82C6D84}"/>
              </a:ext>
            </a:extLst>
          </p:cNvPr>
          <p:cNvSpPr>
            <a:spLocks noGrp="1"/>
          </p:cNvSpPr>
          <p:nvPr/>
        </p:nvSpPr>
        <p:spPr>
          <a:xfrm>
            <a:off x="7719631"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4" name="sources-word-10">
            <a:extLst>
              <a:ext uri="{FF2B5EF4-FFF2-40B4-BE49-F238E27FC236}">
                <ns2:creationId id="{EBA09BA3-F432-4450-82F9-E239607068D0}"/>
              </a:ext>
            </a:extLst>
          </p:cNvPr>
          <p:cNvSpPr>
            <a:spLocks noGrp="1"/>
          </p:cNvSpPr>
          <p:nvPr/>
        </p:nvSpPr>
        <p:spPr>
          <a:xfrm>
            <a:off x="7356253"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75" name="sources-word-11">
            <a:extLst>
              <a:ext uri="{FF2B5EF4-FFF2-40B4-BE49-F238E27FC236}">
                <ns2:creationId id="{9732E870-4782-4E3D-8C94-BE19084B862E}"/>
              </a:ext>
            </a:extLst>
          </p:cNvPr>
          <p:cNvSpPr>
            <a:spLocks noGrp="1"/>
          </p:cNvSpPr>
          <p:nvPr/>
        </p:nvSpPr>
        <p:spPr>
          <a:xfrm>
            <a:off x="6591967"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76" name="sources-word-12">
            <a:extLst>
              <a:ext uri="{FF2B5EF4-FFF2-40B4-BE49-F238E27FC236}">
                <ns2:creationId id="{0A78514B-1C88-4879-BAEC-0906361685B2}"/>
              </a:ext>
            </a:extLst>
          </p:cNvPr>
          <p:cNvSpPr>
            <a:spLocks noGrp="1"/>
          </p:cNvSpPr>
          <p:nvPr/>
        </p:nvSpPr>
        <p:spPr>
          <a:xfrm>
            <a:off x="6495097"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7" name="sources-word-13">
            <a:extLst>
              <a:ext uri="{FF2B5EF4-FFF2-40B4-BE49-F238E27FC236}">
                <ns2:creationId id="{91FBFA98-360D-4F3C-8ADE-3A5DB56828B5}"/>
              </a:ext>
            </a:extLst>
          </p:cNvPr>
          <p:cNvSpPr>
            <a:spLocks noGrp="1"/>
          </p:cNvSpPr>
          <p:nvPr/>
        </p:nvSpPr>
        <p:spPr>
          <a:xfrm>
            <a:off x="6161246"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78" name="sources-word-14">
            <a:extLst>
              <a:ext uri="{FF2B5EF4-FFF2-40B4-BE49-F238E27FC236}">
                <ns2:creationId id="{E77CF6A8-5336-4D3B-87B1-0832E1BFBC86}"/>
              </a:ext>
            </a:extLst>
          </p:cNvPr>
          <p:cNvSpPr>
            <a:spLocks noGrp="1"/>
          </p:cNvSpPr>
          <p:nvPr/>
        </p:nvSpPr>
        <p:spPr>
          <a:xfrm>
            <a:off x="5786723"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79" name="sources-word-15">
            <a:extLst>
              <a:ext uri="{FF2B5EF4-FFF2-40B4-BE49-F238E27FC236}">
                <ns2:creationId id="{39A3B667-3592-4CBF-89E9-63E386455FE0}"/>
              </a:ext>
            </a:extLst>
          </p:cNvPr>
          <p:cNvSpPr>
            <a:spLocks noGrp="1"/>
          </p:cNvSpPr>
          <p:nvPr/>
        </p:nvSpPr>
        <p:spPr>
          <a:xfrm>
            <a:off x="5022437"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0" name="page">
            <a:extLst>
              <a:ext uri="{FF2B5EF4-FFF2-40B4-BE49-F238E27FC236}">
                <ns2:creationId id="{1516723A-9A0D-4B81-AE1F-88F850E12023}"/>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29 / 35</a:t>
            </a:r>
          </a:p>
        </p:txBody>
      </p:sp>
      <p:sp>
        <p:nvSpPr>
          <p:cNvPr id="81" name="timing-word-0">
            <a:extLst>
              <a:ext uri="{FF2B5EF4-FFF2-40B4-BE49-F238E27FC236}">
                <ns2:creationId id="{99FE3750-AEC1-44F9-B2B0-A3404199E4C6}"/>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‏26:45</a:t>
            </a:r>
          </a:p>
        </p:txBody>
      </p:sp>
      <p:sp>
        <p:nvSpPr>
          <p:cNvPr id="82" name="timing-word-1">
            <a:extLst>
              <a:ext uri="{FF2B5EF4-FFF2-40B4-BE49-F238E27FC236}">
                <ns2:creationId id="{CC7744B8-F2A9-436B-81A1-F3A331774E7E}"/>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‏עד</a:t>
            </a:r>
          </a:p>
        </p:txBody>
      </p:sp>
      <p:sp>
        <p:nvSpPr>
          <p:cNvPr id="83" name="timing-word-2">
            <a:extLst>
              <a:ext uri="{FF2B5EF4-FFF2-40B4-BE49-F238E27FC236}">
                <ns2:creationId id="{D05B0FC0-E2A8-40CB-81B4-3524B3D56E5D}"/>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‏27:45</a:t>
            </a:r>
          </a:p>
        </p:txBody>
      </p:sp>
      <p:sp>
        <p:nvSpPr>
          <p:cNvPr id="84" name="timing-word-3">
            <a:extLst>
              <a:ext uri="{FF2B5EF4-FFF2-40B4-BE49-F238E27FC236}">
                <ns2:creationId id="{D4BDF1A2-B306-4261-BC0D-3288B2E1C12E}"/>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‏(60</a:t>
            </a:r>
          </a:p>
        </p:txBody>
      </p:sp>
      <p:sp>
        <p:nvSpPr>
          <p:cNvPr id="85" name="timing-word-4">
            <a:extLst>
              <a:ext uri="{FF2B5EF4-FFF2-40B4-BE49-F238E27FC236}">
                <ns2:creationId id="{2765B3BA-68A9-4A9E-BEB3-366A7AD9787D}"/>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‏שניות)</a:t>
            </a:r>
          </a:p>
        </p:txBody>
      </p:sp>
    </p:spTree>
    <p:extLst>
      <p:ext uri="{BB962C8B-B14F-4D97-AF65-F5344CB8AC3E}">
        <ns3:creationId val="1803942231"/>
      </p:ext>
    </p:extLst>
  </p:cSld>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382E"/>
        </a:solidFill>
      </p:bgPr>
    </p:bg>
    <p:spTree>
      <p:nvGrpSpPr>
        <p:cNvPr id="1" name=""/>
        <p:cNvGrpSpPr/>
        <p:nvPr/>
      </p:nvGrpSpPr>
      <p:grpSpPr>
        <a:xfrm/>
      </p:grpSpPr>
      <p:sp>
        <p:nvSpPr>
          <p:cNvPr id="93" name="title-word-0">
            <a:extLst>
              <a:ext uri="{FF2B5EF4-FFF2-40B4-BE49-F238E27FC236}">
                <ns2:creationId id="{C95A6176-CE74-4F8A-84E7-9DFB08AA919B}"/>
              </a:ext>
            </a:extLst>
          </p:cNvPr>
          <p:cNvSpPr>
            <a:spLocks noGrp="1"/>
          </p:cNvSpPr>
          <p:nvPr/>
        </p:nvSpPr>
        <p:spPr>
          <a:xfrm>
            <a:off x="10272236" y="571500"/>
            <a:ext cx="1176814"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‏שאלות</a:t>
            </a:r>
          </a:p>
        </p:txBody>
      </p:sp>
      <p:sp>
        <p:nvSpPr>
          <p:cNvPr id="2" name="title-word-1">
            <a:extLst>
              <a:ext uri="{FF2B5EF4-FFF2-40B4-BE49-F238E27FC236}">
                <ns2:creationId id="{7A0EE234-5D78-4796-8648-7C32DFE8F136}"/>
              </a:ext>
            </a:extLst>
          </p:cNvPr>
          <p:cNvSpPr>
            <a:spLocks noGrp="1"/>
          </p:cNvSpPr>
          <p:nvPr/>
        </p:nvSpPr>
        <p:spPr>
          <a:xfrm>
            <a:off x="8919496" y="571500"/>
            <a:ext cx="1255395"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‏מהקהל</a:t>
            </a:r>
          </a:p>
        </p:txBody>
      </p:sp>
      <p:sp>
        <p:nvSpPr>
          <p:cNvPr id="3" name="title-word-2">
            <a:extLst>
              <a:ext uri="{FF2B5EF4-FFF2-40B4-BE49-F238E27FC236}">
                <ns2:creationId id="{0D1E23B9-A77C-4717-A177-20FBA53B116E}"/>
              </a:ext>
            </a:extLst>
          </p:cNvPr>
          <p:cNvSpPr>
            <a:spLocks noGrp="1"/>
          </p:cNvSpPr>
          <p:nvPr/>
        </p:nvSpPr>
        <p:spPr>
          <a:xfrm>
            <a:off x="7345108" y="571500"/>
            <a:ext cx="1477042"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‏ותשובות</a:t>
            </a:r>
          </a:p>
        </p:txBody>
      </p:sp>
      <p:sp>
        <p:nvSpPr>
          <p:cNvPr id="4" name="title-word-3">
            <a:extLst>
              <a:ext uri="{FF2B5EF4-FFF2-40B4-BE49-F238E27FC236}">
                <ns2:creationId id="{80CA300F-B1A4-433E-BB06-6002A009184D}"/>
              </a:ext>
            </a:extLst>
          </p:cNvPr>
          <p:cNvSpPr>
            <a:spLocks noGrp="1"/>
          </p:cNvSpPr>
          <p:nvPr/>
        </p:nvSpPr>
        <p:spPr>
          <a:xfrm>
            <a:off x="6109430" y="571500"/>
            <a:ext cx="1138333"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‏זמינות</a:t>
            </a:r>
          </a:p>
        </p:txBody>
      </p:sp>
      <p:sp>
        <p:nvSpPr>
          <p:cNvPr id="5" name="body-1-1-word-0">
            <a:extLst>
              <a:ext uri="{FF2B5EF4-FFF2-40B4-BE49-F238E27FC236}">
                <ns2:creationId id="{C7B805D1-BA83-4B09-BE74-7788169EFF71}"/>
              </a:ext>
            </a:extLst>
          </p:cNvPr>
          <p:cNvSpPr>
            <a:spLocks noGrp="1"/>
          </p:cNvSpPr>
          <p:nvPr/>
        </p:nvSpPr>
        <p:spPr>
          <a:xfrm>
            <a:off x="10916507" y="1762125"/>
            <a:ext cx="53254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‏האם</a:t>
            </a:r>
          </a:p>
        </p:txBody>
      </p:sp>
      <p:sp>
        <p:nvSpPr>
          <p:cNvPr id="6" name="body-1-1-word-1">
            <a:extLst>
              <a:ext uri="{FF2B5EF4-FFF2-40B4-BE49-F238E27FC236}">
                <ns2:creationId id="{642EA252-90BF-4AC0-82AB-55EA9B2CA370}"/>
              </a:ext>
            </a:extLst>
          </p:cNvPr>
          <p:cNvSpPr>
            <a:spLocks noGrp="1"/>
          </p:cNvSpPr>
          <p:nvPr/>
        </p:nvSpPr>
        <p:spPr>
          <a:xfrm>
            <a:off x="10431399" y="1762125"/>
            <a:ext cx="42481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‏כלל</a:t>
            </a:r>
          </a:p>
        </p:txBody>
      </p:sp>
      <p:sp>
        <p:nvSpPr>
          <p:cNvPr id="7" name="body-1-1-word-2">
            <a:extLst>
              <a:ext uri="{FF2B5EF4-FFF2-40B4-BE49-F238E27FC236}">
                <ns2:creationId id="{5C2B0821-5C74-42BC-8CE7-285E91CC7585}"/>
              </a:ext>
            </a:extLst>
          </p:cNvPr>
          <p:cNvSpPr>
            <a:spLocks noGrp="1"/>
          </p:cNvSpPr>
          <p:nvPr/>
        </p:nvSpPr>
        <p:spPr>
          <a:xfrm>
            <a:off x="9889236" y="1762125"/>
            <a:ext cx="4818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‏זהה</a:t>
            </a:r>
          </a:p>
        </p:txBody>
      </p:sp>
      <p:sp>
        <p:nvSpPr>
          <p:cNvPr id="8" name="body-1-1-word-3">
            <a:extLst>
              <a:ext uri="{FF2B5EF4-FFF2-40B4-BE49-F238E27FC236}">
                <ns2:creationId id="{B7DF2DE3-D2A5-4244-A389-B7D669BD1397}"/>
              </a:ext>
            </a:extLst>
          </p:cNvPr>
          <p:cNvSpPr>
            <a:spLocks noGrp="1"/>
          </p:cNvSpPr>
          <p:nvPr/>
        </p:nvSpPr>
        <p:spPr>
          <a:xfrm>
            <a:off x="9496997" y="1762125"/>
            <a:ext cx="33194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‏חל</a:t>
            </a:r>
          </a:p>
        </p:txBody>
      </p:sp>
      <p:sp>
        <p:nvSpPr>
          <p:cNvPr id="9" name="body-1-1-word-4">
            <a:extLst>
              <a:ext uri="{FF2B5EF4-FFF2-40B4-BE49-F238E27FC236}">
                <ns2:creationId id="{4BC0D7DC-2689-4C54-A06D-DE56405FC37E}"/>
              </a:ext>
            </a:extLst>
          </p:cNvPr>
          <p:cNvSpPr>
            <a:spLocks noGrp="1"/>
          </p:cNvSpPr>
          <p:nvPr/>
        </p:nvSpPr>
        <p:spPr>
          <a:xfrm>
            <a:off x="9124569" y="1762125"/>
            <a:ext cx="31213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‏על</a:t>
            </a:r>
          </a:p>
        </p:txBody>
      </p:sp>
      <p:sp>
        <p:nvSpPr>
          <p:cNvPr id="10" name="body-1-1-word-5">
            <a:extLst>
              <a:ext uri="{FF2B5EF4-FFF2-40B4-BE49-F238E27FC236}">
                <ns2:creationId id="{52A5D98B-5FD4-4ED6-B47C-3A96C6F0E711}"/>
              </a:ext>
            </a:extLst>
          </p:cNvPr>
          <p:cNvSpPr>
            <a:spLocks noGrp="1"/>
          </p:cNvSpPr>
          <p:nvPr/>
        </p:nvSpPr>
        <p:spPr>
          <a:xfrm>
            <a:off x="8371237" y="1762125"/>
            <a:ext cx="69303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‏כולם?</a:t>
            </a:r>
          </a:p>
        </p:txBody>
      </p:sp>
      <p:sp>
        <p:nvSpPr>
          <p:cNvPr id="11" name="body-1-1-word-6">
            <a:extLst>
              <a:ext uri="{FF2B5EF4-FFF2-40B4-BE49-F238E27FC236}">
                <ns2:creationId id="{8F583F1F-26AF-4B7C-B09E-FB51DD2B739B}"/>
              </a:ext>
            </a:extLst>
          </p:cNvPr>
          <p:cNvSpPr>
            <a:spLocks noGrp="1"/>
          </p:cNvSpPr>
          <p:nvPr/>
        </p:nvSpPr>
        <p:spPr>
          <a:xfrm>
            <a:off x="8013478" y="1762125"/>
            <a:ext cx="29746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‏יש</a:t>
            </a:r>
          </a:p>
        </p:txBody>
      </p:sp>
      <p:sp>
        <p:nvSpPr>
          <p:cNvPr id="12" name="body-1-1-word-7">
            <a:extLst>
              <a:ext uri="{FF2B5EF4-FFF2-40B4-BE49-F238E27FC236}">
                <ns2:creationId id="{96AAA581-1C43-47F4-B90F-9FE35BE3B3C0}"/>
              </a:ext>
            </a:extLst>
          </p:cNvPr>
          <p:cNvSpPr>
            <a:spLocks noGrp="1"/>
          </p:cNvSpPr>
          <p:nvPr/>
        </p:nvSpPr>
        <p:spPr>
          <a:xfrm>
            <a:off x="7457884" y="1762125"/>
            <a:ext cx="49530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‏כללי</a:t>
            </a:r>
          </a:p>
        </p:txBody>
      </p:sp>
      <p:sp>
        <p:nvSpPr>
          <p:cNvPr id="13" name="body-1-1-word-8">
            <a:extLst>
              <a:ext uri="{FF2B5EF4-FFF2-40B4-BE49-F238E27FC236}">
                <ns2:creationId id="{394CCF4D-3ED4-448C-99DA-D19B459D7697}"/>
              </a:ext>
            </a:extLst>
          </p:cNvPr>
          <p:cNvSpPr>
            <a:spLocks noGrp="1"/>
          </p:cNvSpPr>
          <p:nvPr/>
        </p:nvSpPr>
        <p:spPr>
          <a:xfrm>
            <a:off x="6815518" y="1762125"/>
            <a:ext cx="58207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‏בסיס</a:t>
            </a:r>
          </a:p>
        </p:txBody>
      </p:sp>
      <p:sp>
        <p:nvSpPr>
          <p:cNvPr id="14" name="body-1-1-word-9">
            <a:extLst>
              <a:ext uri="{FF2B5EF4-FFF2-40B4-BE49-F238E27FC236}">
                <ns2:creationId id="{5FC25C0A-2ED4-4697-BC70-CED1E8815DC8}"/>
              </a:ext>
            </a:extLst>
          </p:cNvPr>
          <p:cNvSpPr>
            <a:spLocks noGrp="1"/>
          </p:cNvSpPr>
          <p:nvPr/>
        </p:nvSpPr>
        <p:spPr>
          <a:xfrm>
            <a:off x="5704713" y="1762125"/>
            <a:ext cx="105051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‏משותפים</a:t>
            </a:r>
          </a:p>
        </p:txBody>
      </p:sp>
      <p:sp>
        <p:nvSpPr>
          <p:cNvPr id="15" name="body-1-1-word-10">
            <a:extLst>
              <a:ext uri="{FF2B5EF4-FFF2-40B4-BE49-F238E27FC236}">
                <ns2:creationId id="{FFD83BCF-F9B6-433C-9312-2F82E235E881}"/>
              </a:ext>
            </a:extLst>
          </p:cNvPr>
          <p:cNvSpPr>
            <a:spLocks noGrp="1"/>
          </p:cNvSpPr>
          <p:nvPr/>
        </p:nvSpPr>
        <p:spPr>
          <a:xfrm>
            <a:off x="4960048" y="1762125"/>
            <a:ext cx="68437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‏ולצדם</a:t>
            </a:r>
          </a:p>
        </p:txBody>
      </p:sp>
      <p:sp>
        <p:nvSpPr>
          <p:cNvPr id="16" name="body-1-1-word-11">
            <a:extLst>
              <a:ext uri="{FF2B5EF4-FFF2-40B4-BE49-F238E27FC236}">
                <ns2:creationId id="{D76BC57E-B433-4BAE-A894-596D00B76254}"/>
              </a:ext>
            </a:extLst>
          </p:cNvPr>
          <p:cNvSpPr>
            <a:spLocks noGrp="1"/>
          </p:cNvSpPr>
          <p:nvPr/>
        </p:nvSpPr>
        <p:spPr>
          <a:xfrm>
            <a:off x="4025265" y="1762125"/>
            <a:ext cx="87449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‏הבדלים</a:t>
            </a:r>
          </a:p>
        </p:txBody>
      </p:sp>
      <p:sp>
        <p:nvSpPr>
          <p:cNvPr id="17" name="body-1-1-word-12">
            <a:extLst>
              <a:ext uri="{FF2B5EF4-FFF2-40B4-BE49-F238E27FC236}">
                <ns2:creationId id="{57450A1D-0C59-4561-AB9D-8F0DD04B9C55}"/>
              </a:ext>
            </a:extLst>
          </p:cNvPr>
          <p:cNvSpPr>
            <a:spLocks noGrp="1"/>
          </p:cNvSpPr>
          <p:nvPr/>
        </p:nvSpPr>
        <p:spPr>
          <a:xfrm>
            <a:off x="3640646" y="1762125"/>
            <a:ext cx="32432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‏בין</a:t>
            </a:r>
          </a:p>
        </p:txBody>
      </p:sp>
      <p:sp>
        <p:nvSpPr>
          <p:cNvPr id="18" name="body-1-1-word-13">
            <a:extLst>
              <a:ext uri="{FF2B5EF4-FFF2-40B4-BE49-F238E27FC236}">
                <ns2:creationId id="{3EFC39FA-2B08-4479-A511-B9BAB1886C2F}"/>
              </a:ext>
            </a:extLst>
          </p:cNvPr>
          <p:cNvSpPr>
            <a:spLocks noGrp="1"/>
          </p:cNvSpPr>
          <p:nvPr/>
        </p:nvSpPr>
        <p:spPr>
          <a:xfrm>
            <a:off x="2903982" y="1762125"/>
            <a:ext cx="6763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‏חובה,</a:t>
            </a:r>
          </a:p>
        </p:txBody>
      </p:sp>
      <p:sp>
        <p:nvSpPr>
          <p:cNvPr id="19" name="body-1-1-word-14">
            <a:extLst>
              <a:ext uri="{FF2B5EF4-FFF2-40B4-BE49-F238E27FC236}">
                <ns2:creationId id="{8A8208A3-7338-4F45-919E-D00AA1051CDB}"/>
              </a:ext>
            </a:extLst>
          </p:cNvPr>
          <p:cNvSpPr>
            <a:spLocks noGrp="1"/>
          </p:cNvSpPr>
          <p:nvPr/>
        </p:nvSpPr>
        <p:spPr>
          <a:xfrm>
            <a:off x="2351913" y="1762125"/>
            <a:ext cx="49177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‏קבע</a:t>
            </a:r>
          </a:p>
        </p:txBody>
      </p:sp>
      <p:sp>
        <p:nvSpPr>
          <p:cNvPr id="20" name="body-1-1-word-15">
            <a:extLst>
              <a:ext uri="{FF2B5EF4-FFF2-40B4-BE49-F238E27FC236}">
                <ns2:creationId id="{24D7AB86-21FB-425A-A905-C87D2F806CF0}"/>
              </a:ext>
            </a:extLst>
          </p:cNvPr>
          <p:cNvSpPr>
            <a:spLocks noGrp="1"/>
          </p:cNvSpPr>
          <p:nvPr/>
        </p:nvSpPr>
        <p:spPr>
          <a:xfrm>
            <a:off x="1345216" y="1762125"/>
            <a:ext cx="94640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‏ומילואים</a:t>
            </a:r>
          </a:p>
        </p:txBody>
      </p:sp>
      <p:sp>
        <p:nvSpPr>
          <p:cNvPr id="21" name="body-1-1-word-16">
            <a:extLst>
              <a:ext uri="{FF2B5EF4-FFF2-40B4-BE49-F238E27FC236}">
                <ns2:creationId id="{211521CD-0A73-4F73-98AF-4B218244CE00}"/>
              </a:ext>
            </a:extLst>
          </p:cNvPr>
          <p:cNvSpPr>
            <a:spLocks noGrp="1"/>
          </p:cNvSpPr>
          <p:nvPr/>
        </p:nvSpPr>
        <p:spPr>
          <a:xfrm>
            <a:off x="890111" y="1762125"/>
            <a:ext cx="39481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‏ובין</a:t>
            </a:r>
          </a:p>
        </p:txBody>
      </p:sp>
      <p:sp>
        <p:nvSpPr>
          <p:cNvPr id="22" name="body-1-2-word-0">
            <a:extLst>
              <a:ext uri="{FF2B5EF4-FFF2-40B4-BE49-F238E27FC236}">
                <ns2:creationId id="{6C5FD86E-98E0-4D5D-A341-8D40DA3AAC88}"/>
              </a:ext>
            </a:extLst>
          </p:cNvPr>
          <p:cNvSpPr>
            <a:spLocks noGrp="1"/>
          </p:cNvSpPr>
          <p:nvPr/>
        </p:nvSpPr>
        <p:spPr>
          <a:xfrm>
            <a:off x="11001470" y="2113598"/>
            <a:ext cx="44758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‏סוגי</a:t>
            </a:r>
          </a:p>
        </p:txBody>
      </p:sp>
      <p:sp>
        <p:nvSpPr>
          <p:cNvPr id="23" name="body-1-2-word-1">
            <a:extLst>
              <a:ext uri="{FF2B5EF4-FFF2-40B4-BE49-F238E27FC236}">
                <ns2:creationId id="{4DBCC759-2E3F-4C39-9481-EE8C0CBE9158}"/>
              </a:ext>
            </a:extLst>
          </p:cNvPr>
          <p:cNvSpPr>
            <a:spLocks noGrp="1"/>
          </p:cNvSpPr>
          <p:nvPr/>
        </p:nvSpPr>
        <p:spPr>
          <a:xfrm>
            <a:off x="10354056" y="2113598"/>
            <a:ext cx="58712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‏מדים</a:t>
            </a:r>
          </a:p>
        </p:txBody>
      </p:sp>
      <p:sp>
        <p:nvSpPr>
          <p:cNvPr id="24" name="body-1-2-word-2">
            <a:extLst>
              <a:ext uri="{FF2B5EF4-FFF2-40B4-BE49-F238E27FC236}">
                <ns2:creationId id="{FE244386-B2E6-41A0-BF78-51F75FD71CD5}"/>
              </a:ext>
            </a:extLst>
          </p:cNvPr>
          <p:cNvSpPr>
            <a:spLocks noGrp="1"/>
          </p:cNvSpPr>
          <p:nvPr/>
        </p:nvSpPr>
        <p:spPr>
          <a:xfrm>
            <a:off x="9161240" y="2113598"/>
            <a:ext cx="113252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‏ותפקידים.</a:t>
            </a:r>
          </a:p>
        </p:txBody>
      </p:sp>
      <p:sp>
        <p:nvSpPr>
          <p:cNvPr id="25" name="body-2-1-word-0">
            <a:extLst>
              <a:ext uri="{FF2B5EF4-FFF2-40B4-BE49-F238E27FC236}">
                <ns2:creationId id="{7228357B-639A-4134-A44B-5B718BA9D170}"/>
              </a:ext>
            </a:extLst>
          </p:cNvPr>
          <p:cNvSpPr>
            <a:spLocks noGrp="1"/>
          </p:cNvSpPr>
          <p:nvPr/>
        </p:nvSpPr>
        <p:spPr>
          <a:xfrm>
            <a:off x="10916507" y="2655570"/>
            <a:ext cx="53254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‏האם</a:t>
            </a:r>
          </a:p>
        </p:txBody>
      </p:sp>
      <p:sp>
        <p:nvSpPr>
          <p:cNvPr id="26" name="body-2-1-word-1">
            <a:extLst>
              <a:ext uri="{FF2B5EF4-FFF2-40B4-BE49-F238E27FC236}">
                <ns2:creationId id="{FA92C673-3618-483C-BA08-986C5C866E55}"/>
              </a:ext>
            </a:extLst>
          </p:cNvPr>
          <p:cNvSpPr>
            <a:spLocks noGrp="1"/>
          </p:cNvSpPr>
          <p:nvPr/>
        </p:nvSpPr>
        <p:spPr>
          <a:xfrm>
            <a:off x="10256234" y="2655570"/>
            <a:ext cx="59998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‏מותר</a:t>
            </a:r>
          </a:p>
        </p:txBody>
      </p:sp>
      <p:sp>
        <p:nvSpPr>
          <p:cNvPr id="27" name="body-2-1-word-2">
            <a:extLst>
              <a:ext uri="{FF2B5EF4-FFF2-40B4-BE49-F238E27FC236}">
                <ns2:creationId id="{CF8CE090-8E2E-43A5-B594-EB752F08B870}"/>
              </a:ext>
            </a:extLst>
          </p:cNvPr>
          <p:cNvSpPr>
            <a:spLocks noGrp="1"/>
          </p:cNvSpPr>
          <p:nvPr/>
        </p:nvSpPr>
        <p:spPr>
          <a:xfrm>
            <a:off x="9549574" y="2655570"/>
            <a:ext cx="64636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‏לשלב</a:t>
            </a:r>
          </a:p>
        </p:txBody>
      </p:sp>
      <p:sp>
        <p:nvSpPr>
          <p:cNvPr id="28" name="body-2-1-word-3">
            <a:extLst>
              <a:ext uri="{FF2B5EF4-FFF2-40B4-BE49-F238E27FC236}">
                <ns2:creationId id="{01DDD7EF-5372-4BE0-94F9-5651F66DD3E4}"/>
              </a:ext>
            </a:extLst>
          </p:cNvPr>
          <p:cNvSpPr>
            <a:spLocks noGrp="1"/>
          </p:cNvSpPr>
          <p:nvPr/>
        </p:nvSpPr>
        <p:spPr>
          <a:xfrm>
            <a:off x="8920067" y="2655570"/>
            <a:ext cx="56921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‏פריט</a:t>
            </a:r>
          </a:p>
        </p:txBody>
      </p:sp>
      <p:sp>
        <p:nvSpPr>
          <p:cNvPr id="29" name="body-2-1-word-4">
            <a:extLst>
              <a:ext uri="{FF2B5EF4-FFF2-40B4-BE49-F238E27FC236}">
                <ns2:creationId id="{820939E9-32E9-42C2-A4F4-2F26EEE2F207}"/>
              </a:ext>
            </a:extLst>
          </p:cNvPr>
          <p:cNvSpPr>
            <a:spLocks noGrp="1"/>
          </p:cNvSpPr>
          <p:nvPr/>
        </p:nvSpPr>
        <p:spPr>
          <a:xfrm>
            <a:off x="8053578" y="2655570"/>
            <a:ext cx="80619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‏שנראה</a:t>
            </a:r>
          </a:p>
        </p:txBody>
      </p:sp>
      <p:sp>
        <p:nvSpPr>
          <p:cNvPr id="30" name="body-2-1-word-5">
            <a:extLst>
              <a:ext uri="{FF2B5EF4-FFF2-40B4-BE49-F238E27FC236}">
                <ns2:creationId id="{77CBC42D-0355-4D80-9055-50C298599BC7}"/>
              </a:ext>
            </a:extLst>
          </p:cNvPr>
          <p:cNvSpPr>
            <a:spLocks noGrp="1"/>
          </p:cNvSpPr>
          <p:nvPr/>
        </p:nvSpPr>
        <p:spPr>
          <a:xfrm>
            <a:off x="7282815" y="2655570"/>
            <a:ext cx="710470"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‏צבאי?</a:t>
            </a:r>
          </a:p>
        </p:txBody>
      </p:sp>
      <p:sp>
        <p:nvSpPr>
          <p:cNvPr id="31" name="body-2-1-word-6">
            <a:extLst>
              <a:ext uri="{FF2B5EF4-FFF2-40B4-BE49-F238E27FC236}">
                <ns2:creationId id="{24537868-5082-46B9-B209-60F91CF1B3C2}"/>
              </a:ext>
            </a:extLst>
          </p:cNvPr>
          <p:cNvSpPr>
            <a:spLocks noGrp="1"/>
          </p:cNvSpPr>
          <p:nvPr/>
        </p:nvSpPr>
        <p:spPr>
          <a:xfrm>
            <a:off x="6695694" y="2655570"/>
            <a:ext cx="52682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‏צריך</a:t>
            </a:r>
          </a:p>
        </p:txBody>
      </p:sp>
      <p:sp>
        <p:nvSpPr>
          <p:cNvPr id="32" name="body-2-1-word-7">
            <a:extLst>
              <a:ext uri="{FF2B5EF4-FFF2-40B4-BE49-F238E27FC236}">
                <ns2:creationId id="{F5361916-F1A4-401D-8A95-A1C10AF5E15F}"/>
              </a:ext>
            </a:extLst>
          </p:cNvPr>
          <p:cNvSpPr>
            <a:spLocks noGrp="1"/>
          </p:cNvSpPr>
          <p:nvPr/>
        </p:nvSpPr>
        <p:spPr>
          <a:xfrm>
            <a:off x="5946839" y="2655570"/>
            <a:ext cx="68856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‏לבדוק</a:t>
            </a:r>
          </a:p>
        </p:txBody>
      </p:sp>
      <p:sp>
        <p:nvSpPr>
          <p:cNvPr id="33" name="body-2-1-word-8">
            <a:extLst>
              <a:ext uri="{FF2B5EF4-FFF2-40B4-BE49-F238E27FC236}">
                <ns2:creationId id="{658F1DB9-A363-465E-B4DE-B5258C5D8CE0}"/>
              </a:ext>
            </a:extLst>
          </p:cNvPr>
          <p:cNvSpPr>
            <a:spLocks noGrp="1"/>
          </p:cNvSpPr>
          <p:nvPr/>
        </p:nvSpPr>
        <p:spPr>
          <a:xfrm>
            <a:off x="5057204" y="2655570"/>
            <a:ext cx="82934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‏שהדגם</a:t>
            </a:r>
          </a:p>
        </p:txBody>
      </p:sp>
      <p:sp>
        <p:nvSpPr>
          <p:cNvPr id="34" name="body-2-1-word-9">
            <a:extLst>
              <a:ext uri="{FF2B5EF4-FFF2-40B4-BE49-F238E27FC236}">
                <ns2:creationId id="{D2F8DE7B-1397-4951-9AC1-6F67252D63F3}"/>
              </a:ext>
            </a:extLst>
          </p:cNvPr>
          <p:cNvSpPr>
            <a:spLocks noGrp="1"/>
          </p:cNvSpPr>
          <p:nvPr/>
        </p:nvSpPr>
        <p:spPr>
          <a:xfrm>
            <a:off x="4099369" y="2655570"/>
            <a:ext cx="89754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‏והשילוב</a:t>
            </a:r>
          </a:p>
        </p:txBody>
      </p:sp>
      <p:sp>
        <p:nvSpPr>
          <p:cNvPr id="35" name="body-2-1-word-10">
            <a:extLst>
              <a:ext uri="{FF2B5EF4-FFF2-40B4-BE49-F238E27FC236}">
                <ns2:creationId id="{27BC4DF6-3B0E-4A5C-BCD5-FA1E2370268F}"/>
              </a:ext>
            </a:extLst>
          </p:cNvPr>
          <p:cNvSpPr>
            <a:spLocks noGrp="1"/>
          </p:cNvSpPr>
          <p:nvPr/>
        </p:nvSpPr>
        <p:spPr>
          <a:xfrm>
            <a:off x="3197638" y="2655570"/>
            <a:ext cx="84143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‏מותרים</a:t>
            </a:r>
          </a:p>
        </p:txBody>
      </p:sp>
      <p:sp>
        <p:nvSpPr>
          <p:cNvPr id="36" name="body-2-1-word-11">
            <a:extLst>
              <a:ext uri="{FF2B5EF4-FFF2-40B4-BE49-F238E27FC236}">
                <ns2:creationId id="{F827B72C-A9FC-4F19-9AD9-87D772208E18}"/>
              </a:ext>
            </a:extLst>
          </p:cNvPr>
          <p:cNvSpPr>
            <a:spLocks noGrp="1"/>
          </p:cNvSpPr>
          <p:nvPr/>
        </p:nvSpPr>
        <p:spPr>
          <a:xfrm>
            <a:off x="2570988" y="2655570"/>
            <a:ext cx="56635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‏ושיש</a:t>
            </a:r>
          </a:p>
        </p:txBody>
      </p:sp>
      <p:sp>
        <p:nvSpPr>
          <p:cNvPr id="37" name="body-2-1-word-12">
            <a:extLst>
              <a:ext uri="{FF2B5EF4-FFF2-40B4-BE49-F238E27FC236}">
                <ns2:creationId id="{F0108250-892C-4498-ABB8-7CDB85538B05}"/>
              </a:ext>
            </a:extLst>
          </p:cNvPr>
          <p:cNvSpPr>
            <a:spLocks noGrp="1"/>
          </p:cNvSpPr>
          <p:nvPr/>
        </p:nvSpPr>
        <p:spPr>
          <a:xfrm>
            <a:off x="1826228" y="2655570"/>
            <a:ext cx="68446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‏זכאות</a:t>
            </a:r>
          </a:p>
        </p:txBody>
      </p:sp>
      <p:sp>
        <p:nvSpPr>
          <p:cNvPr id="38" name="body-2-1-word-13">
            <a:extLst>
              <a:ext uri="{FF2B5EF4-FFF2-40B4-BE49-F238E27FC236}">
                <ns2:creationId id="{5B4A7A63-2D26-4385-B952-BCD680E5260A}"/>
              </a:ext>
            </a:extLst>
          </p:cNvPr>
          <p:cNvSpPr>
            <a:spLocks noGrp="1"/>
          </p:cNvSpPr>
          <p:nvPr/>
        </p:nvSpPr>
        <p:spPr>
          <a:xfrm>
            <a:off x="1505998" y="2655570"/>
            <a:ext cx="25993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‏או</a:t>
            </a:r>
          </a:p>
        </p:txBody>
      </p:sp>
      <p:sp>
        <p:nvSpPr>
          <p:cNvPr id="39" name="body-2-1-word-14">
            <a:extLst>
              <a:ext uri="{FF2B5EF4-FFF2-40B4-BE49-F238E27FC236}">
                <ns2:creationId id="{6E8419C5-FB3A-4BE0-925D-9502294F83B3}"/>
              </a:ext>
            </a:extLst>
          </p:cNvPr>
          <p:cNvSpPr>
            <a:spLocks noGrp="1"/>
          </p:cNvSpPr>
          <p:nvPr/>
        </p:nvSpPr>
        <p:spPr>
          <a:xfrm>
            <a:off x="771430" y="2655570"/>
            <a:ext cx="67427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‏אישור</a:t>
            </a:r>
          </a:p>
        </p:txBody>
      </p:sp>
      <p:sp>
        <p:nvSpPr>
          <p:cNvPr id="40" name="body-2-2-word-0">
            <a:extLst>
              <a:ext uri="{FF2B5EF4-FFF2-40B4-BE49-F238E27FC236}">
                <ns2:creationId id="{134C7052-E10B-427A-9DC1-B3BFADFD971C}"/>
              </a:ext>
            </a:extLst>
          </p:cNvPr>
          <p:cNvSpPr>
            <a:spLocks noGrp="1"/>
          </p:cNvSpPr>
          <p:nvPr/>
        </p:nvSpPr>
        <p:spPr>
          <a:xfrm>
            <a:off x="10583323" y="3007043"/>
            <a:ext cx="86572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‏מתאים.</a:t>
            </a:r>
          </a:p>
        </p:txBody>
      </p:sp>
      <p:sp>
        <p:nvSpPr>
          <p:cNvPr id="41" name="body-3-1-word-0">
            <a:extLst>
              <a:ext uri="{FF2B5EF4-FFF2-40B4-BE49-F238E27FC236}">
                <ns2:creationId id="{AF5863EB-2992-4C34-8A91-16CB8A959C6C}"/>
              </a:ext>
            </a:extLst>
          </p:cNvPr>
          <p:cNvSpPr>
            <a:spLocks noGrp="1"/>
          </p:cNvSpPr>
          <p:nvPr/>
        </p:nvSpPr>
        <p:spPr>
          <a:xfrm>
            <a:off x="11178254" y="3549015"/>
            <a:ext cx="27079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‏מי</a:t>
            </a:r>
          </a:p>
        </p:txBody>
      </p:sp>
      <p:sp>
        <p:nvSpPr>
          <p:cNvPr id="42" name="body-3-1-word-1">
            <a:extLst>
              <a:ext uri="{FF2B5EF4-FFF2-40B4-BE49-F238E27FC236}">
                <ns2:creationId id="{CB18B7CA-0FDF-43F3-AD02-6A84C8577259}"/>
              </a:ext>
            </a:extLst>
          </p:cNvPr>
          <p:cNvSpPr>
            <a:spLocks noGrp="1"/>
          </p:cNvSpPr>
          <p:nvPr/>
        </p:nvSpPr>
        <p:spPr>
          <a:xfrm>
            <a:off x="10533697" y="3549015"/>
            <a:ext cx="58426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‏פותר</a:t>
            </a:r>
          </a:p>
        </p:txBody>
      </p:sp>
      <p:sp>
        <p:nvSpPr>
          <p:cNvPr id="43" name="body-3-1-word-2">
            <a:extLst>
              <a:ext uri="{FF2B5EF4-FFF2-40B4-BE49-F238E27FC236}">
                <ns2:creationId id="{3C8DB25E-F9F0-49A3-86B1-4356ADA6E072}"/>
              </a:ext>
            </a:extLst>
          </p:cNvPr>
          <p:cNvSpPr>
            <a:spLocks noGrp="1"/>
          </p:cNvSpPr>
          <p:nvPr/>
        </p:nvSpPr>
        <p:spPr>
          <a:xfrm>
            <a:off x="9808559" y="3549015"/>
            <a:ext cx="66484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‏ספק?</a:t>
            </a:r>
          </a:p>
        </p:txBody>
      </p:sp>
      <p:sp>
        <p:nvSpPr>
          <p:cNvPr id="44" name="body-3-1-word-3">
            <a:extLst>
              <a:ext uri="{FF2B5EF4-FFF2-40B4-BE49-F238E27FC236}">
                <ns2:creationId id="{DE3966A7-3C64-4044-9599-B2920ED2EBEF}"/>
              </a:ext>
            </a:extLst>
          </p:cNvPr>
          <p:cNvSpPr>
            <a:spLocks noGrp="1"/>
          </p:cNvSpPr>
          <p:nvPr/>
        </p:nvSpPr>
        <p:spPr>
          <a:xfrm>
            <a:off x="8917400" y="3549015"/>
            <a:ext cx="83086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‏המפקד</a:t>
            </a:r>
          </a:p>
        </p:txBody>
      </p:sp>
      <p:sp>
        <p:nvSpPr>
          <p:cNvPr id="45" name="body-3-1-word-4">
            <a:extLst>
              <a:ext uri="{FF2B5EF4-FFF2-40B4-BE49-F238E27FC236}">
                <ns2:creationId id="{27B11591-A758-4E1D-8F06-B98616A27279}"/>
              </a:ext>
            </a:extLst>
          </p:cNvPr>
          <p:cNvSpPr>
            <a:spLocks noGrp="1"/>
          </p:cNvSpPr>
          <p:nvPr/>
        </p:nvSpPr>
        <p:spPr>
          <a:xfrm>
            <a:off x="8183785" y="3549015"/>
            <a:ext cx="67332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‏ורס״ר</a:t>
            </a:r>
          </a:p>
        </p:txBody>
      </p:sp>
      <p:sp>
        <p:nvSpPr>
          <p:cNvPr id="46" name="body-3-1-word-5">
            <a:extLst>
              <a:ext uri="{FF2B5EF4-FFF2-40B4-BE49-F238E27FC236}">
                <ns2:creationId id="{3AE0D695-27AC-4FC1-B0D2-1FD3D54F5D37}"/>
              </a:ext>
            </a:extLst>
          </p:cNvPr>
          <p:cNvSpPr>
            <a:spLocks noGrp="1"/>
          </p:cNvSpPr>
          <p:nvPr/>
        </p:nvSpPr>
        <p:spPr>
          <a:xfrm>
            <a:off x="7863554" y="3549015"/>
            <a:ext cx="25993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‏או</a:t>
            </a:r>
          </a:p>
        </p:txBody>
      </p:sp>
      <p:sp>
        <p:nvSpPr>
          <p:cNvPr id="47" name="body-3-1-word-6">
            <a:extLst>
              <a:ext uri="{FF2B5EF4-FFF2-40B4-BE49-F238E27FC236}">
                <ns2:creationId id="{CFEAEC1C-E50E-4756-9F1E-A7C6BEE1AA90}"/>
              </a:ext>
            </a:extLst>
          </p:cNvPr>
          <p:cNvSpPr>
            <a:spLocks noGrp="1"/>
          </p:cNvSpPr>
          <p:nvPr/>
        </p:nvSpPr>
        <p:spPr>
          <a:xfrm>
            <a:off x="6946297" y="3549015"/>
            <a:ext cx="85696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‏רס״רית</a:t>
            </a:r>
          </a:p>
        </p:txBody>
      </p:sp>
      <p:sp>
        <p:nvSpPr>
          <p:cNvPr id="48" name="body-3-1-word-7">
            <a:extLst>
              <a:ext uri="{FF2B5EF4-FFF2-40B4-BE49-F238E27FC236}">
                <ns2:creationId id="{30E2EE85-D82D-409D-8384-E9ABFC9F635E}"/>
              </a:ext>
            </a:extLst>
          </p:cNvPr>
          <p:cNvSpPr>
            <a:spLocks noGrp="1"/>
          </p:cNvSpPr>
          <p:nvPr/>
        </p:nvSpPr>
        <p:spPr>
          <a:xfrm>
            <a:off x="5976747" y="3549015"/>
            <a:ext cx="90925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‏היחידה,</a:t>
            </a:r>
          </a:p>
        </p:txBody>
      </p:sp>
      <p:sp>
        <p:nvSpPr>
          <p:cNvPr id="49" name="body-3-1-word-8">
            <a:extLst>
              <a:ext uri="{FF2B5EF4-FFF2-40B4-BE49-F238E27FC236}">
                <ns2:creationId id="{2282095A-CF1E-42A4-9281-76DAE2C37C56}"/>
              </a:ext>
            </a:extLst>
          </p:cNvPr>
          <p:cNvSpPr>
            <a:spLocks noGrp="1"/>
          </p:cNvSpPr>
          <p:nvPr/>
        </p:nvSpPr>
        <p:spPr>
          <a:xfrm>
            <a:off x="5513356" y="3549015"/>
            <a:ext cx="40309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‏מול</a:t>
            </a:r>
          </a:p>
        </p:txBody>
      </p:sp>
      <p:sp>
        <p:nvSpPr>
          <p:cNvPr id="50" name="body-3-1-word-9">
            <a:extLst>
              <a:ext uri="{FF2B5EF4-FFF2-40B4-BE49-F238E27FC236}">
                <ns2:creationId id="{6C5E6EB6-DEC4-4591-8C8B-7ABF0BEE4E48}"/>
              </a:ext>
            </a:extLst>
          </p:cNvPr>
          <p:cNvSpPr>
            <a:spLocks noGrp="1"/>
          </p:cNvSpPr>
          <p:nvPr/>
        </p:nvSpPr>
        <p:spPr>
          <a:xfrm>
            <a:off x="4918138" y="3549015"/>
            <a:ext cx="53492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‏נוסח</a:t>
            </a:r>
          </a:p>
        </p:txBody>
      </p:sp>
      <p:sp>
        <p:nvSpPr>
          <p:cNvPr id="51" name="body-3-1-word-10">
            <a:extLst>
              <a:ext uri="{FF2B5EF4-FFF2-40B4-BE49-F238E27FC236}">
                <ns2:creationId id="{D9182069-3A7D-4962-ADC8-FF1F806C14D9}"/>
              </a:ext>
            </a:extLst>
          </p:cNvPr>
          <p:cNvSpPr>
            <a:spLocks noGrp="1"/>
          </p:cNvSpPr>
          <p:nvPr/>
        </p:nvSpPr>
        <p:spPr>
          <a:xfrm>
            <a:off x="3936301" y="3549015"/>
            <a:ext cx="92154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‏ההוראה</a:t>
            </a:r>
          </a:p>
        </p:txBody>
      </p:sp>
      <p:sp>
        <p:nvSpPr>
          <p:cNvPr id="52" name="body-3-1-word-11">
            <a:extLst>
              <a:ext uri="{FF2B5EF4-FFF2-40B4-BE49-F238E27FC236}">
                <ns2:creationId id="{05B8BEB1-A48A-431D-A43A-90B7532F29C3}"/>
              </a:ext>
            </a:extLst>
          </p:cNvPr>
          <p:cNvSpPr>
            <a:spLocks noGrp="1"/>
          </p:cNvSpPr>
          <p:nvPr/>
        </p:nvSpPr>
        <p:spPr>
          <a:xfrm>
            <a:off x="2996565" y="3549015"/>
            <a:ext cx="87944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‏העדכני.</a:t>
            </a:r>
          </a:p>
        </p:txBody>
      </p:sp>
      <p:sp>
        <p:nvSpPr>
          <p:cNvPr id="53" name="body-3-1-word-12">
            <a:extLst>
              <a:ext uri="{FF2B5EF4-FFF2-40B4-BE49-F238E27FC236}">
                <ns2:creationId id="{FA1E209D-24B7-4BDB-A034-CB75CCB6725B}"/>
              </a:ext>
            </a:extLst>
          </p:cNvPr>
          <p:cNvSpPr>
            <a:spLocks noGrp="1"/>
          </p:cNvSpPr>
          <p:nvPr/>
        </p:nvSpPr>
        <p:spPr>
          <a:xfrm>
            <a:off x="2246757" y="3549015"/>
            <a:ext cx="68951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‏אפשר</a:t>
            </a:r>
          </a:p>
        </p:txBody>
      </p:sp>
      <p:sp>
        <p:nvSpPr>
          <p:cNvPr id="54" name="body-3-1-word-13">
            <a:extLst>
              <a:ext uri="{FF2B5EF4-FFF2-40B4-BE49-F238E27FC236}">
                <ns2:creationId id="{8F4203C6-F7DE-4A4D-B30F-26207D2A80E2}"/>
              </a:ext>
            </a:extLst>
          </p:cNvPr>
          <p:cNvSpPr>
            <a:spLocks noGrp="1"/>
          </p:cNvSpPr>
          <p:nvPr/>
        </p:nvSpPr>
        <p:spPr>
          <a:xfrm>
            <a:off x="1377124" y="3549015"/>
            <a:ext cx="80933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‏להיעזר</a:t>
            </a:r>
          </a:p>
        </p:txBody>
      </p:sp>
      <p:sp>
        <p:nvSpPr>
          <p:cNvPr id="55" name="body-3-2-word-0">
            <a:extLst>
              <a:ext uri="{FF2B5EF4-FFF2-40B4-BE49-F238E27FC236}">
                <ns2:creationId id="{0DD24576-8FED-412C-A19D-35CE633D81BF}"/>
              </a:ext>
            </a:extLst>
          </p:cNvPr>
          <p:cNvSpPr>
            <a:spLocks noGrp="1"/>
          </p:cNvSpPr>
          <p:nvPr/>
        </p:nvSpPr>
        <p:spPr>
          <a:xfrm>
            <a:off x="10382155" y="3900488"/>
            <a:ext cx="106689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‏בקישורים</a:t>
            </a:r>
          </a:p>
        </p:txBody>
      </p:sp>
      <p:sp>
        <p:nvSpPr>
          <p:cNvPr id="56" name="body-3-2-word-1">
            <a:extLst>
              <a:ext uri="{FF2B5EF4-FFF2-40B4-BE49-F238E27FC236}">
                <ns2:creationId id="{E3C2AF0D-B847-4FD6-99F5-2755575719F7}"/>
              </a:ext>
            </a:extLst>
          </p:cNvPr>
          <p:cNvSpPr>
            <a:spLocks noGrp="1"/>
          </p:cNvSpPr>
          <p:nvPr/>
        </p:nvSpPr>
        <p:spPr>
          <a:xfrm>
            <a:off x="9268587" y="3900488"/>
            <a:ext cx="105327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‏שבנספח.</a:t>
            </a:r>
          </a:p>
        </p:txBody>
      </p:sp>
      <p:sp>
        <p:nvSpPr>
          <p:cNvPr id="57" name="body-4-1-word-0">
            <a:extLst>
              <a:ext uri="{FF2B5EF4-FFF2-40B4-BE49-F238E27FC236}">
                <ns2:creationId id="{BFE10309-17EE-4ED0-AD17-B323E99456D6}"/>
              </a:ext>
            </a:extLst>
          </p:cNvPr>
          <p:cNvSpPr>
            <a:spLocks noGrp="1"/>
          </p:cNvSpPr>
          <p:nvPr/>
        </p:nvSpPr>
        <p:spPr>
          <a:xfrm>
            <a:off x="10748486" y="4442460"/>
            <a:ext cx="70056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‏נקדיש</a:t>
            </a:r>
          </a:p>
        </p:txBody>
      </p:sp>
      <p:sp>
        <p:nvSpPr>
          <p:cNvPr id="58" name="body-4-1-word-1">
            <a:extLst>
              <a:ext uri="{FF2B5EF4-FFF2-40B4-BE49-F238E27FC236}">
                <ns2:creationId id="{A87A493C-C978-445A-B5B8-D720785565DF}"/>
              </a:ext>
            </a:extLst>
          </p:cNvPr>
          <p:cNvSpPr>
            <a:spLocks noGrp="1"/>
          </p:cNvSpPr>
          <p:nvPr/>
        </p:nvSpPr>
        <p:spPr>
          <a:xfrm>
            <a:off x="10193083" y="4442460"/>
            <a:ext cx="495109"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‏כעת</a:t>
            </a:r>
          </a:p>
        </p:txBody>
      </p:sp>
      <p:sp>
        <p:nvSpPr>
          <p:cNvPr id="59" name="body-4-1-word-2">
            <a:extLst>
              <a:ext uri="{FF2B5EF4-FFF2-40B4-BE49-F238E27FC236}">
                <ns2:creationId id="{E08F7C19-F488-4658-88E5-197488E3E362}"/>
              </a:ext>
            </a:extLst>
          </p:cNvPr>
          <p:cNvSpPr>
            <a:spLocks noGrp="1"/>
          </p:cNvSpPr>
          <p:nvPr/>
        </p:nvSpPr>
        <p:spPr>
          <a:xfrm>
            <a:off x="9752743" y="4442460"/>
            <a:ext cx="38004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‏זמן</a:t>
            </a:r>
          </a:p>
        </p:txBody>
      </p:sp>
      <p:sp>
        <p:nvSpPr>
          <p:cNvPr id="60" name="body-4-1-word-3">
            <a:extLst>
              <a:ext uri="{FF2B5EF4-FFF2-40B4-BE49-F238E27FC236}">
                <ns2:creationId id="{1BAD91EC-38BB-442F-8FC6-51123828443B}"/>
              </a:ext>
            </a:extLst>
          </p:cNvPr>
          <p:cNvSpPr>
            <a:spLocks noGrp="1"/>
          </p:cNvSpPr>
          <p:nvPr/>
        </p:nvSpPr>
        <p:spPr>
          <a:xfrm>
            <a:off x="9079135" y="4442460"/>
            <a:ext cx="61331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‏לשתי</a:t>
            </a:r>
          </a:p>
        </p:txBody>
      </p:sp>
      <p:sp>
        <p:nvSpPr>
          <p:cNvPr id="61" name="body-4-1-word-4">
            <a:extLst>
              <a:ext uri="{FF2B5EF4-FFF2-40B4-BE49-F238E27FC236}">
                <ns2:creationId id="{4F47E154-C0D7-4E78-B21A-EB7585DF3010}"/>
              </a:ext>
            </a:extLst>
          </p:cNvPr>
          <p:cNvSpPr>
            <a:spLocks noGrp="1"/>
          </p:cNvSpPr>
          <p:nvPr/>
        </p:nvSpPr>
        <p:spPr>
          <a:xfrm>
            <a:off x="8244649" y="4442460"/>
            <a:ext cx="77419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‏שאלות</a:t>
            </a:r>
          </a:p>
        </p:txBody>
      </p:sp>
      <p:sp>
        <p:nvSpPr>
          <p:cNvPr id="62" name="body-4-1-word-5">
            <a:extLst>
              <a:ext uri="{FF2B5EF4-FFF2-40B4-BE49-F238E27FC236}">
                <ns2:creationId id="{5339FA25-84DF-4414-B2C4-DDAD58EC26CF}"/>
              </a:ext>
            </a:extLst>
          </p:cNvPr>
          <p:cNvSpPr>
            <a:spLocks noGrp="1"/>
          </p:cNvSpPr>
          <p:nvPr/>
        </p:nvSpPr>
        <p:spPr>
          <a:xfrm>
            <a:off x="7271194" y="4442460"/>
            <a:ext cx="91316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‏מהקהל.</a:t>
            </a:r>
          </a:p>
        </p:txBody>
      </p:sp>
      <p:sp>
        <p:nvSpPr>
          <p:cNvPr id="63" name="body-4-1-word-6">
            <a:extLst>
              <a:ext uri="{FF2B5EF4-FFF2-40B4-BE49-F238E27FC236}">
                <ns2:creationId id="{296B8987-0D00-451F-9999-B89CAF9F7279}"/>
              </a:ext>
            </a:extLst>
          </p:cNvPr>
          <p:cNvSpPr>
            <a:spLocks noGrp="1"/>
          </p:cNvSpPr>
          <p:nvPr/>
        </p:nvSpPr>
        <p:spPr>
          <a:xfrm>
            <a:off x="6850380" y="4442460"/>
            <a:ext cx="36052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‏אם</a:t>
            </a:r>
          </a:p>
        </p:txBody>
      </p:sp>
      <p:sp>
        <p:nvSpPr>
          <p:cNvPr id="64" name="body-4-1-word-7">
            <a:extLst>
              <a:ext uri="{FF2B5EF4-FFF2-40B4-BE49-F238E27FC236}">
                <ns2:creationId id="{504F6F62-7298-4FBE-B482-3FD878E555C5}"/>
              </a:ext>
            </a:extLst>
          </p:cNvPr>
          <p:cNvSpPr>
            <a:spLocks noGrp="1"/>
          </p:cNvSpPr>
          <p:nvPr/>
        </p:nvSpPr>
        <p:spPr>
          <a:xfrm>
            <a:off x="6459760" y="4442460"/>
            <a:ext cx="33032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‏אין</a:t>
            </a:r>
          </a:p>
        </p:txBody>
      </p:sp>
      <p:sp>
        <p:nvSpPr>
          <p:cNvPr id="65" name="body-4-1-word-8">
            <a:extLst>
              <a:ext uri="{FF2B5EF4-FFF2-40B4-BE49-F238E27FC236}">
                <ns2:creationId id="{B3B13977-EA58-4AEC-A06D-0B6B348ED5F2}"/>
              </a:ext>
            </a:extLst>
          </p:cNvPr>
          <p:cNvSpPr>
            <a:spLocks noGrp="1"/>
          </p:cNvSpPr>
          <p:nvPr/>
        </p:nvSpPr>
        <p:spPr>
          <a:xfrm>
            <a:off x="5545836" y="4442460"/>
            <a:ext cx="853631"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‏שאלות,</a:t>
            </a:r>
          </a:p>
        </p:txBody>
      </p:sp>
      <p:sp>
        <p:nvSpPr>
          <p:cNvPr id="66" name="body-4-1-word-9">
            <a:extLst>
              <a:ext uri="{FF2B5EF4-FFF2-40B4-BE49-F238E27FC236}">
                <ns2:creationId id="{5C3574D1-8F00-49A5-B24B-A454A9E62B4E}"/>
              </a:ext>
            </a:extLst>
          </p:cNvPr>
          <p:cNvSpPr>
            <a:spLocks noGrp="1"/>
          </p:cNvSpPr>
          <p:nvPr/>
        </p:nvSpPr>
        <p:spPr>
          <a:xfrm>
            <a:off x="4884801" y="4442460"/>
            <a:ext cx="600742"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‏נבחר</a:t>
            </a:r>
          </a:p>
        </p:txBody>
      </p:sp>
      <p:sp>
        <p:nvSpPr>
          <p:cNvPr id="67" name="body-4-1-word-10">
            <a:extLst>
              <a:ext uri="{FF2B5EF4-FFF2-40B4-BE49-F238E27FC236}">
                <ns2:creationId id="{7EF6CBBA-C6DD-4358-83DB-4E1EE921DAC3}"/>
              </a:ext>
            </a:extLst>
          </p:cNvPr>
          <p:cNvSpPr>
            <a:spLocks noGrp="1"/>
          </p:cNvSpPr>
          <p:nvPr/>
        </p:nvSpPr>
        <p:spPr>
          <a:xfrm>
            <a:off x="4149471" y="4442460"/>
            <a:ext cx="675037"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‏מקרה</a:t>
            </a:r>
          </a:p>
        </p:txBody>
      </p:sp>
      <p:sp>
        <p:nvSpPr>
          <p:cNvPr id="68" name="body-4-1-word-11">
            <a:extLst>
              <a:ext uri="{FF2B5EF4-FFF2-40B4-BE49-F238E27FC236}">
                <ns2:creationId id="{8C971031-CD44-49CE-8100-C0E45490BFAB}"/>
              </a:ext>
            </a:extLst>
          </p:cNvPr>
          <p:cNvSpPr>
            <a:spLocks noGrp="1"/>
          </p:cNvSpPr>
          <p:nvPr/>
        </p:nvSpPr>
        <p:spPr>
          <a:xfrm>
            <a:off x="3256121" y="4442460"/>
            <a:ext cx="833056"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‏יום־יומי</a:t>
            </a:r>
          </a:p>
        </p:txBody>
      </p:sp>
      <p:sp>
        <p:nvSpPr>
          <p:cNvPr id="69" name="body-4-1-word-12">
            <a:extLst>
              <a:ext uri="{FF2B5EF4-FFF2-40B4-BE49-F238E27FC236}">
                <ns2:creationId id="{A994133A-2111-43F4-8DAE-A69EAA532B75}"/>
              </a:ext>
            </a:extLst>
          </p:cNvPr>
          <p:cNvSpPr>
            <a:spLocks noGrp="1"/>
          </p:cNvSpPr>
          <p:nvPr/>
        </p:nvSpPr>
        <p:spPr>
          <a:xfrm>
            <a:off x="2670143" y="4442460"/>
            <a:ext cx="52568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‏נוסף</a:t>
            </a:r>
          </a:p>
        </p:txBody>
      </p:sp>
      <p:sp>
        <p:nvSpPr>
          <p:cNvPr id="70" name="body-4-1-word-13">
            <a:extLst>
              <a:ext uri="{FF2B5EF4-FFF2-40B4-BE49-F238E27FC236}">
                <ns2:creationId id="{65BFB914-1E6D-4F21-8DAC-F15B2B499FCD}"/>
              </a:ext>
            </a:extLst>
          </p:cNvPr>
          <p:cNvSpPr>
            <a:spLocks noGrp="1"/>
          </p:cNvSpPr>
          <p:nvPr/>
        </p:nvSpPr>
        <p:spPr>
          <a:xfrm>
            <a:off x="1802987" y="4442460"/>
            <a:ext cx="806863"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‏ונבדוק:</a:t>
            </a:r>
          </a:p>
        </p:txBody>
      </p:sp>
      <p:sp>
        <p:nvSpPr>
          <p:cNvPr id="71" name="body-4-1-word-14">
            <a:extLst>
              <a:ext uri="{FF2B5EF4-FFF2-40B4-BE49-F238E27FC236}">
                <ns2:creationId id="{917E0260-8A88-40CF-AAF1-5DB5A52970EC}"/>
              </a:ext>
            </a:extLst>
          </p:cNvPr>
          <p:cNvSpPr>
            <a:spLocks noGrp="1"/>
          </p:cNvSpPr>
          <p:nvPr/>
        </p:nvSpPr>
        <p:spPr>
          <a:xfrm>
            <a:off x="1365599" y="4442460"/>
            <a:ext cx="377095"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‏סוג</a:t>
            </a:r>
          </a:p>
        </p:txBody>
      </p:sp>
      <p:sp>
        <p:nvSpPr>
          <p:cNvPr id="72" name="body-4-2-word-0">
            <a:extLst>
              <a:ext uri="{FF2B5EF4-FFF2-40B4-BE49-F238E27FC236}">
                <ns2:creationId id="{1D77C219-7450-40F7-B76C-372C89D1DBFA}"/>
              </a:ext>
            </a:extLst>
          </p:cNvPr>
          <p:cNvSpPr>
            <a:spLocks noGrp="1"/>
          </p:cNvSpPr>
          <p:nvPr/>
        </p:nvSpPr>
        <p:spPr>
          <a:xfrm>
            <a:off x="10672572" y="4793933"/>
            <a:ext cx="77647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‏שירות,</a:t>
            </a:r>
          </a:p>
        </p:txBody>
      </p:sp>
      <p:sp>
        <p:nvSpPr>
          <p:cNvPr id="73" name="body-4-2-word-1">
            <a:extLst>
              <a:ext uri="{FF2B5EF4-FFF2-40B4-BE49-F238E27FC236}">
                <ns2:creationId id="{61F77EE6-841A-4B9D-BA0B-C238B2DF3842}"/>
              </a:ext>
            </a:extLst>
          </p:cNvPr>
          <p:cNvSpPr>
            <a:spLocks noGrp="1"/>
          </p:cNvSpPr>
          <p:nvPr/>
        </p:nvSpPr>
        <p:spPr>
          <a:xfrm>
            <a:off x="9725311" y="4793933"/>
            <a:ext cx="88696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‏מסגרת,</a:t>
            </a:r>
          </a:p>
        </p:txBody>
      </p:sp>
      <p:sp>
        <p:nvSpPr>
          <p:cNvPr id="74" name="body-4-2-word-2">
            <a:extLst>
              <a:ext uri="{FF2B5EF4-FFF2-40B4-BE49-F238E27FC236}">
                <ns2:creationId id="{54394CED-B426-4D61-BFF2-0D85C5C83007}"/>
              </a:ext>
            </a:extLst>
          </p:cNvPr>
          <p:cNvSpPr>
            <a:spLocks noGrp="1"/>
          </p:cNvSpPr>
          <p:nvPr/>
        </p:nvSpPr>
        <p:spPr>
          <a:xfrm>
            <a:off x="9095804" y="4793933"/>
            <a:ext cx="569214"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‏פריט</a:t>
            </a:r>
          </a:p>
        </p:txBody>
      </p:sp>
      <p:sp>
        <p:nvSpPr>
          <p:cNvPr id="75" name="body-4-2-word-3">
            <a:extLst>
              <a:ext uri="{FF2B5EF4-FFF2-40B4-BE49-F238E27FC236}">
                <ns2:creationId id="{6785ED04-CA5C-4347-8BDE-03CD215745DF}"/>
              </a:ext>
            </a:extLst>
          </p:cNvPr>
          <p:cNvSpPr>
            <a:spLocks noGrp="1"/>
          </p:cNvSpPr>
          <p:nvPr/>
        </p:nvSpPr>
        <p:spPr>
          <a:xfrm>
            <a:off x="8211312" y="4793933"/>
            <a:ext cx="824198" cy="389573"/>
          </a:xfrm>
          <a:prstGeom prst="rect">
            <a:avLst/>
          </a:prstGeom>
          <a:noFill/>
          <a:ln w="0">
            <a:noFill/>
          </a:ln>
        </p:spPr>
        <p:txBody>
          <a:bodyPr wrap="none" lIns="0" tIns="0" rIns="0" bIns="0" anchor="t">
            <a:noAutofit/>
          </a:bodyPr>
          <a:lstStyle>
            <a:defPPr algn="r">
              <a:defRPr sz="2250" b="0">
                <a:solidFill>
                  <a:srgbClr val="F8F4EA"/>
                </a:solidFill>
                <a:latin typeface="Arial"/>
                <a:ea typeface="Arial"/>
                <a:cs typeface="Arial"/>
              </a:defRPr>
            </a:defPPr>
            <a:lvl1pPr algn="r">
              <a:defRPr sz="2250" b="0">
                <a:solidFill>
                  <a:srgbClr val="F8F4EA"/>
                </a:solidFill>
                <a:latin typeface="Arial"/>
                <a:ea typeface="Arial"/>
                <a:cs typeface="Arial"/>
              </a:defRPr>
            </a:lvl1pPr>
            <a:lvl2pPr algn="r">
              <a:defRPr sz="2250" b="0">
                <a:solidFill>
                  <a:srgbClr val="F8F4EA"/>
                </a:solidFill>
                <a:latin typeface="Arial"/>
                <a:ea typeface="Arial"/>
                <a:cs typeface="Arial"/>
              </a:defRPr>
            </a:lvl2pPr>
            <a:lvl3pPr algn="r">
              <a:defRPr sz="2250" b="0">
                <a:solidFill>
                  <a:srgbClr val="F8F4EA"/>
                </a:solidFill>
                <a:latin typeface="Arial"/>
                <a:ea typeface="Arial"/>
                <a:cs typeface="Arial"/>
              </a:defRPr>
            </a:lvl3pPr>
            <a:lvl4pPr algn="r">
              <a:defRPr sz="2250" b="0">
                <a:solidFill>
                  <a:srgbClr val="F8F4EA"/>
                </a:solidFill>
                <a:latin typeface="Arial"/>
                <a:ea typeface="Arial"/>
                <a:cs typeface="Arial"/>
              </a:defRPr>
            </a:lvl4pPr>
            <a:lvl5pPr algn="r">
              <a:defRPr sz="2250" b="0">
                <a:solidFill>
                  <a:srgbClr val="F8F4EA"/>
                </a:solidFill>
                <a:latin typeface="Arial"/>
                <a:ea typeface="Arial"/>
                <a:cs typeface="Arial"/>
              </a:defRPr>
            </a:lvl5pPr>
            <a:lvl6pPr algn="r">
              <a:defRPr sz="2250" b="0">
                <a:solidFill>
                  <a:srgbClr val="F8F4EA"/>
                </a:solidFill>
                <a:latin typeface="Arial"/>
                <a:ea typeface="Arial"/>
                <a:cs typeface="Arial"/>
              </a:defRPr>
            </a:lvl6pPr>
            <a:lvl7pPr algn="r">
              <a:defRPr sz="2250" b="0">
                <a:solidFill>
                  <a:srgbClr val="F8F4EA"/>
                </a:solidFill>
                <a:latin typeface="Arial"/>
                <a:ea typeface="Arial"/>
                <a:cs typeface="Arial"/>
              </a:defRPr>
            </a:lvl7pPr>
            <a:lvl8pPr algn="r">
              <a:defRPr sz="2250" b="0">
                <a:solidFill>
                  <a:srgbClr val="F8F4EA"/>
                </a:solidFill>
                <a:latin typeface="Arial"/>
                <a:ea typeface="Arial"/>
                <a:cs typeface="Arial"/>
              </a:defRPr>
            </a:lvl8pPr>
            <a:lvl9pPr algn="r">
              <a:defRPr sz="2250" b="0">
                <a:solidFill>
                  <a:srgbClr val="F8F4EA"/>
                </a:solidFill>
                <a:latin typeface="Arial"/>
                <a:ea typeface="Arial"/>
                <a:cs typeface="Arial"/>
              </a:defRPr>
            </a:lvl9pPr>
          </a:lstStyle>
          <a:p>
            <a:pPr algn="r" rtl="1">
              <a:lnSpc>
                <a:spcPct val="100000"/>
              </a:lnSpc>
              <a:buNone/>
              <a:defRPr sz="2250" b="0">
                <a:solidFill>
                  <a:srgbClr val="F8F4EA"/>
                </a:solidFill>
                <a:latin typeface="Arial"/>
                <a:ea typeface="Arial"/>
                <a:cs typeface="Arial"/>
              </a:defRPr>
            </a:pPr>
            <a:r>
              <a:rPr sz="2250" b="0" lang="he-IL" altLang="en-US">
                <a:solidFill>
                  <a:srgbClr val="F8F4EA"/>
                </a:solidFill>
                <a:latin typeface="Arial"/>
                <a:ea typeface="Arial"/>
                <a:cs typeface="Arial"/>
              </a:rPr>
              <a:t>‏ואישור.</a:t>
            </a:r>
          </a:p>
        </p:txBody>
      </p:sp>
      <p:sp>
        <p:nvSpPr>
          <p:cNvPr id="76" name="sources-word-0">
            <a:extLst>
              <a:ext uri="{FF2B5EF4-FFF2-40B4-BE49-F238E27FC236}">
                <ns2:creationId id="{F26930AE-8CCB-4EC5-A42C-B98863DA5D22}"/>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‏איגרת</a:t>
            </a:r>
          </a:p>
        </p:txBody>
      </p:sp>
      <p:sp>
        <p:nvSpPr>
          <p:cNvPr id="77" name="sources-word-1">
            <a:extLst>
              <a:ext uri="{FF2B5EF4-FFF2-40B4-BE49-F238E27FC236}">
                <ns2:creationId id="{E5519ACC-37C8-467C-B4F1-957DE07C611B}"/>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‏קיץ,</a:t>
            </a:r>
          </a:p>
        </p:txBody>
      </p:sp>
      <p:sp>
        <p:nvSpPr>
          <p:cNvPr id="78" name="sources-word-2">
            <a:extLst>
              <a:ext uri="{FF2B5EF4-FFF2-40B4-BE49-F238E27FC236}">
                <ns2:creationId id="{BC33B499-D3E0-48FE-A4F9-9B92E85F6E90}"/>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‏17.05.2023</a:t>
            </a:r>
          </a:p>
        </p:txBody>
      </p:sp>
      <p:sp>
        <p:nvSpPr>
          <p:cNvPr id="79" name="sources-word-3">
            <a:extLst>
              <a:ext uri="{FF2B5EF4-FFF2-40B4-BE49-F238E27FC236}">
                <ns2:creationId id="{DD8D9098-415B-4DFC-970C-E201BFB01E97}"/>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a:t>
            </a:r>
          </a:p>
        </p:txBody>
      </p:sp>
      <p:sp>
        <p:nvSpPr>
          <p:cNvPr id="80" name="sources-word-4">
            <a:extLst>
              <a:ext uri="{FF2B5EF4-FFF2-40B4-BE49-F238E27FC236}">
                <ns2:creationId id="{0E10C8AD-5FCC-472C-BD76-4F230ECFC03E}"/>
              </a:ext>
            </a:extLst>
          </p:cNvPr>
          <p:cNvSpPr>
            <a:spLocks noGrp="1"/>
          </p:cNvSpPr>
          <p:nvPr/>
        </p:nvSpPr>
        <p:spPr>
          <a:xfrm>
            <a:off x="9566910" y="6191250"/>
            <a:ext cx="365855"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‏איגרת</a:t>
            </a:r>
          </a:p>
        </p:txBody>
      </p:sp>
      <p:sp>
        <p:nvSpPr>
          <p:cNvPr id="81" name="sources-word-5">
            <a:extLst>
              <a:ext uri="{FF2B5EF4-FFF2-40B4-BE49-F238E27FC236}">
                <ns2:creationId id="{5E8DA10D-F5C2-4F73-95FB-8D282B66D111}"/>
              </a:ext>
            </a:extLst>
          </p:cNvPr>
          <p:cNvSpPr>
            <a:spLocks noGrp="1"/>
          </p:cNvSpPr>
          <p:nvPr/>
        </p:nvSpPr>
        <p:spPr>
          <a:xfrm>
            <a:off x="9203531" y="6191250"/>
            <a:ext cx="342709"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‏חורף,</a:t>
            </a:r>
          </a:p>
        </p:txBody>
      </p:sp>
      <p:sp>
        <p:nvSpPr>
          <p:cNvPr id="82" name="sources-word-6">
            <a:extLst>
              <a:ext uri="{FF2B5EF4-FFF2-40B4-BE49-F238E27FC236}">
                <ns2:creationId id="{4DC2CC59-8E77-483B-9C89-1C3741DE34C3}"/>
              </a:ext>
            </a:extLst>
          </p:cNvPr>
          <p:cNvSpPr>
            <a:spLocks noGrp="1"/>
          </p:cNvSpPr>
          <p:nvPr/>
        </p:nvSpPr>
        <p:spPr>
          <a:xfrm>
            <a:off x="8439245"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‏31.10.2024</a:t>
            </a:r>
          </a:p>
        </p:txBody>
      </p:sp>
      <p:sp>
        <p:nvSpPr>
          <p:cNvPr id="83" name="sources-word-7">
            <a:extLst>
              <a:ext uri="{FF2B5EF4-FFF2-40B4-BE49-F238E27FC236}">
                <ns2:creationId id="{40EEED6D-18D1-436A-8AC9-EA053C74A9EA}"/>
              </a:ext>
            </a:extLst>
          </p:cNvPr>
          <p:cNvSpPr>
            <a:spLocks noGrp="1"/>
          </p:cNvSpPr>
          <p:nvPr/>
        </p:nvSpPr>
        <p:spPr>
          <a:xfrm>
            <a:off x="8342376" y="6191250"/>
            <a:ext cx="7620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a:t>
            </a:r>
          </a:p>
        </p:txBody>
      </p:sp>
      <p:sp>
        <p:nvSpPr>
          <p:cNvPr id="84" name="sources-word-8">
            <a:extLst>
              <a:ext uri="{FF2B5EF4-FFF2-40B4-BE49-F238E27FC236}">
                <ns2:creationId id="{DC73F9AD-FEF0-484D-8DD0-B4477ED21476}"/>
              </a:ext>
            </a:extLst>
          </p:cNvPr>
          <p:cNvSpPr>
            <a:spLocks noGrp="1"/>
          </p:cNvSpPr>
          <p:nvPr/>
        </p:nvSpPr>
        <p:spPr>
          <a:xfrm>
            <a:off x="8008525" y="6191250"/>
            <a:ext cx="313182"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‏עדכון</a:t>
            </a:r>
          </a:p>
        </p:txBody>
      </p:sp>
      <p:sp>
        <p:nvSpPr>
          <p:cNvPr id="85" name="sources-word-9">
            <a:extLst>
              <a:ext uri="{FF2B5EF4-FFF2-40B4-BE49-F238E27FC236}">
                <ns2:creationId id="{DE13F893-6705-4070-81B9-462B0C01720E}"/>
              </a:ext>
            </a:extLst>
          </p:cNvPr>
          <p:cNvSpPr>
            <a:spLocks noGrp="1"/>
          </p:cNvSpPr>
          <p:nvPr/>
        </p:nvSpPr>
        <p:spPr>
          <a:xfrm>
            <a:off x="7634002" y="6191250"/>
            <a:ext cx="353854"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‏דיגום,</a:t>
            </a:r>
          </a:p>
        </p:txBody>
      </p:sp>
      <p:sp>
        <p:nvSpPr>
          <p:cNvPr id="86" name="sources-word-10">
            <a:extLst>
              <a:ext uri="{FF2B5EF4-FFF2-40B4-BE49-F238E27FC236}">
                <ns2:creationId id="{7E16CA31-16C3-4EF2-9944-CEA756A3680B}"/>
              </a:ext>
            </a:extLst>
          </p:cNvPr>
          <p:cNvSpPr>
            <a:spLocks noGrp="1"/>
          </p:cNvSpPr>
          <p:nvPr/>
        </p:nvSpPr>
        <p:spPr>
          <a:xfrm>
            <a:off x="6869716"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‏09.04.2025</a:t>
            </a:r>
          </a:p>
        </p:txBody>
      </p:sp>
      <p:sp>
        <p:nvSpPr>
          <p:cNvPr id="87" name="page">
            <a:extLst>
              <a:ext uri="{FF2B5EF4-FFF2-40B4-BE49-F238E27FC236}">
                <ns2:creationId id="{9ACFE58D-0253-4B46-BD43-24EA1BFFD334}"/>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DDDCCB"/>
                </a:solidFill>
                <a:latin typeface="Arial"/>
                <a:ea typeface="Arial"/>
                <a:cs typeface="Arial"/>
              </a:defRPr>
            </a:defPPr>
            <a:lvl1pPr algn="l">
              <a:defRPr sz="1200" b="0">
                <a:solidFill>
                  <a:srgbClr val="DDDCCB"/>
                </a:solidFill>
                <a:latin typeface="Arial"/>
                <a:ea typeface="Arial"/>
                <a:cs typeface="Arial"/>
              </a:defRPr>
            </a:lvl1pPr>
            <a:lvl2pPr algn="l">
              <a:defRPr sz="1200" b="0">
                <a:solidFill>
                  <a:srgbClr val="DDDCCB"/>
                </a:solidFill>
                <a:latin typeface="Arial"/>
                <a:ea typeface="Arial"/>
                <a:cs typeface="Arial"/>
              </a:defRPr>
            </a:lvl2pPr>
            <a:lvl3pPr algn="l">
              <a:defRPr sz="1200" b="0">
                <a:solidFill>
                  <a:srgbClr val="DDDCCB"/>
                </a:solidFill>
                <a:latin typeface="Arial"/>
                <a:ea typeface="Arial"/>
                <a:cs typeface="Arial"/>
              </a:defRPr>
            </a:lvl3pPr>
            <a:lvl4pPr algn="l">
              <a:defRPr sz="1200" b="0">
                <a:solidFill>
                  <a:srgbClr val="DDDCCB"/>
                </a:solidFill>
                <a:latin typeface="Arial"/>
                <a:ea typeface="Arial"/>
                <a:cs typeface="Arial"/>
              </a:defRPr>
            </a:lvl4pPr>
            <a:lvl5pPr algn="l">
              <a:defRPr sz="1200" b="0">
                <a:solidFill>
                  <a:srgbClr val="DDDCCB"/>
                </a:solidFill>
                <a:latin typeface="Arial"/>
                <a:ea typeface="Arial"/>
                <a:cs typeface="Arial"/>
              </a:defRPr>
            </a:lvl5pPr>
            <a:lvl6pPr algn="l">
              <a:defRPr sz="1200" b="0">
                <a:solidFill>
                  <a:srgbClr val="DDDCCB"/>
                </a:solidFill>
                <a:latin typeface="Arial"/>
                <a:ea typeface="Arial"/>
                <a:cs typeface="Arial"/>
              </a:defRPr>
            </a:lvl6pPr>
            <a:lvl7pPr algn="l">
              <a:defRPr sz="1200" b="0">
                <a:solidFill>
                  <a:srgbClr val="DDDCCB"/>
                </a:solidFill>
                <a:latin typeface="Arial"/>
                <a:ea typeface="Arial"/>
                <a:cs typeface="Arial"/>
              </a:defRPr>
            </a:lvl7pPr>
            <a:lvl8pPr algn="l">
              <a:defRPr sz="1200" b="0">
                <a:solidFill>
                  <a:srgbClr val="DDDCCB"/>
                </a:solidFill>
                <a:latin typeface="Arial"/>
                <a:ea typeface="Arial"/>
                <a:cs typeface="Arial"/>
              </a:defRPr>
            </a:lvl8pPr>
            <a:lvl9pPr algn="l">
              <a:defRPr sz="1200" b="0">
                <a:solidFill>
                  <a:srgbClr val="DDDCCB"/>
                </a:solidFill>
                <a:latin typeface="Arial"/>
                <a:ea typeface="Arial"/>
                <a:cs typeface="Arial"/>
              </a:defRPr>
            </a:lvl9pPr>
          </a:lstStyle>
          <a:p>
            <a:pPr algn="l">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30 / 35</a:t>
            </a:r>
          </a:p>
        </p:txBody>
      </p:sp>
      <p:sp>
        <p:nvSpPr>
          <p:cNvPr id="88" name="timing-word-0">
            <a:extLst>
              <a:ext uri="{FF2B5EF4-FFF2-40B4-BE49-F238E27FC236}">
                <ns2:creationId id="{18B9EDBE-5198-45F0-9E9B-F6C3EE8D5272}"/>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‏27:45</a:t>
            </a:r>
          </a:p>
        </p:txBody>
      </p:sp>
      <p:sp>
        <p:nvSpPr>
          <p:cNvPr id="89" name="timing-word-1">
            <a:extLst>
              <a:ext uri="{FF2B5EF4-FFF2-40B4-BE49-F238E27FC236}">
                <ns2:creationId id="{F99BBD39-1E2B-4988-8AFD-D0C92313B55C}"/>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‏עד</a:t>
            </a:r>
          </a:p>
        </p:txBody>
      </p:sp>
      <p:sp>
        <p:nvSpPr>
          <p:cNvPr id="90" name="timing-word-2">
            <a:extLst>
              <a:ext uri="{FF2B5EF4-FFF2-40B4-BE49-F238E27FC236}">
                <ns2:creationId id="{5C79E015-9A1A-407D-BAB7-CFEEF74A6F9B}"/>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‏29:30</a:t>
            </a:r>
          </a:p>
        </p:txBody>
      </p:sp>
      <p:sp>
        <p:nvSpPr>
          <p:cNvPr id="91" name="timing-word-3">
            <a:extLst>
              <a:ext uri="{FF2B5EF4-FFF2-40B4-BE49-F238E27FC236}">
                <ns2:creationId id="{28DE90CD-3153-4403-A861-D90411458C98}"/>
              </a:ext>
            </a:extLst>
          </p:cNvPr>
          <p:cNvSpPr>
            <a:spLocks noGrp="1"/>
          </p:cNvSpPr>
          <p:nvPr/>
        </p:nvSpPr>
        <p:spPr>
          <a:xfrm>
            <a:off x="10038874" y="6505575"/>
            <a:ext cx="33356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‏(105</a:t>
            </a:r>
          </a:p>
        </p:txBody>
      </p:sp>
      <p:sp>
        <p:nvSpPr>
          <p:cNvPr id="92" name="timing-word-4">
            <a:extLst>
              <a:ext uri="{FF2B5EF4-FFF2-40B4-BE49-F238E27FC236}">
                <ns2:creationId id="{844E2D6F-DC4E-495F-839B-0592254E58EE}"/>
              </a:ext>
            </a:extLst>
          </p:cNvPr>
          <p:cNvSpPr>
            <a:spLocks noGrp="1"/>
          </p:cNvSpPr>
          <p:nvPr/>
        </p:nvSpPr>
        <p:spPr>
          <a:xfrm>
            <a:off x="9603581" y="6505575"/>
            <a:ext cx="411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‏שניות)</a:t>
            </a:r>
          </a:p>
        </p:txBody>
      </p:sp>
    </p:spTree>
    <p:extLst>
      <p:ext uri="{BB962C8B-B14F-4D97-AF65-F5344CB8AC3E}">
        <ns3:creationId val="75278219"/>
      </p:ext>
    </p:extLst>
  </p:cSld>
</p:sld>
</file>

<file path=ppt/slides/slide3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382E"/>
        </a:solidFill>
      </p:bgPr>
    </p:bg>
    <p:spTree>
      <p:nvGrpSpPr>
        <p:cNvPr id="1" name=""/>
        <p:cNvGrpSpPr/>
        <p:nvPr/>
      </p:nvGrpSpPr>
      <p:grpSpPr>
        <a:xfrm/>
      </p:grpSpPr>
      <p:sp>
        <p:nvSpPr>
          <p:cNvPr id="50" name="title-word-0">
            <a:extLst>
              <a:ext uri="{FF2B5EF4-FFF2-40B4-BE49-F238E27FC236}">
                <ns2:creationId id="{0D94825D-AE4F-4E48-8B7A-34D045A90E25}"/>
              </a:ext>
            </a:extLst>
          </p:cNvPr>
          <p:cNvSpPr>
            <a:spLocks noGrp="1"/>
          </p:cNvSpPr>
          <p:nvPr/>
        </p:nvSpPr>
        <p:spPr>
          <a:xfrm>
            <a:off x="10317480" y="571500"/>
            <a:ext cx="1131570"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‏הופעה</a:t>
            </a:r>
          </a:p>
        </p:txBody>
      </p:sp>
      <p:sp>
        <p:nvSpPr>
          <p:cNvPr id="2" name="title-word-1">
            <a:extLst>
              <a:ext uri="{FF2B5EF4-FFF2-40B4-BE49-F238E27FC236}">
                <ns2:creationId id="{907598C4-DD79-4A6C-917C-5DAC00805E76}"/>
              </a:ext>
            </a:extLst>
          </p:cNvPr>
          <p:cNvSpPr>
            <a:spLocks noGrp="1"/>
          </p:cNvSpPr>
          <p:nvPr/>
        </p:nvSpPr>
        <p:spPr>
          <a:xfrm>
            <a:off x="9135809" y="571500"/>
            <a:ext cx="1084326"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‏תקינה</a:t>
            </a:r>
          </a:p>
        </p:txBody>
      </p:sp>
      <p:sp>
        <p:nvSpPr>
          <p:cNvPr id="3" name="title-word-2">
            <a:extLst>
              <a:ext uri="{FF2B5EF4-FFF2-40B4-BE49-F238E27FC236}">
                <ns2:creationId id="{1D3014E2-A1A9-4ECE-80BA-8C512EAE44D1}"/>
              </a:ext>
            </a:extLst>
          </p:cNvPr>
          <p:cNvSpPr>
            <a:spLocks noGrp="1"/>
          </p:cNvSpPr>
          <p:nvPr/>
        </p:nvSpPr>
        <p:spPr>
          <a:xfrm>
            <a:off x="7625905" y="571500"/>
            <a:ext cx="1412558"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‏מתחילה</a:t>
            </a:r>
          </a:p>
        </p:txBody>
      </p:sp>
      <p:sp>
        <p:nvSpPr>
          <p:cNvPr id="4" name="title-word-3">
            <a:extLst>
              <a:ext uri="{FF2B5EF4-FFF2-40B4-BE49-F238E27FC236}">
                <ns2:creationId id="{5D8B5E52-5680-4460-AAC5-8D7DD3301B69}"/>
              </a:ext>
            </a:extLst>
          </p:cNvPr>
          <p:cNvSpPr>
            <a:spLocks noGrp="1"/>
          </p:cNvSpPr>
          <p:nvPr/>
        </p:nvSpPr>
        <p:spPr>
          <a:xfrm>
            <a:off x="6175153" y="571500"/>
            <a:ext cx="1353407" cy="695325"/>
          </a:xfrm>
          <a:prstGeom prst="rect">
            <a:avLst/>
          </a:prstGeom>
          <a:noFill/>
          <a:ln w="0">
            <a:noFill/>
          </a:ln>
        </p:spPr>
        <p:txBody>
          <a:bodyPr wrap="none" lIns="0" tIns="0" rIns="0" bIns="0" anchor="t">
            <a:noAutofit/>
          </a:bodyPr>
          <a:lstStyle>
            <a:defPPr algn="r">
              <a:defRPr sz="3300" b="1">
                <a:solidFill>
                  <a:srgbClr val="F8F4EA"/>
                </a:solidFill>
                <a:latin typeface="Arial"/>
                <a:ea typeface="Arial"/>
                <a:cs typeface="Arial"/>
              </a:defRPr>
            </a:defPPr>
            <a:lvl1pPr algn="r">
              <a:defRPr sz="3300" b="1">
                <a:solidFill>
                  <a:srgbClr val="F8F4EA"/>
                </a:solidFill>
                <a:latin typeface="Arial"/>
                <a:ea typeface="Arial"/>
                <a:cs typeface="Arial"/>
              </a:defRPr>
            </a:lvl1pPr>
            <a:lvl2pPr algn="r">
              <a:defRPr sz="3300" b="1">
                <a:solidFill>
                  <a:srgbClr val="F8F4EA"/>
                </a:solidFill>
                <a:latin typeface="Arial"/>
                <a:ea typeface="Arial"/>
                <a:cs typeface="Arial"/>
              </a:defRPr>
            </a:lvl2pPr>
            <a:lvl3pPr algn="r">
              <a:defRPr sz="3300" b="1">
                <a:solidFill>
                  <a:srgbClr val="F8F4EA"/>
                </a:solidFill>
                <a:latin typeface="Arial"/>
                <a:ea typeface="Arial"/>
                <a:cs typeface="Arial"/>
              </a:defRPr>
            </a:lvl3pPr>
            <a:lvl4pPr algn="r">
              <a:defRPr sz="3300" b="1">
                <a:solidFill>
                  <a:srgbClr val="F8F4EA"/>
                </a:solidFill>
                <a:latin typeface="Arial"/>
                <a:ea typeface="Arial"/>
                <a:cs typeface="Arial"/>
              </a:defRPr>
            </a:lvl4pPr>
            <a:lvl5pPr algn="r">
              <a:defRPr sz="3300" b="1">
                <a:solidFill>
                  <a:srgbClr val="F8F4EA"/>
                </a:solidFill>
                <a:latin typeface="Arial"/>
                <a:ea typeface="Arial"/>
                <a:cs typeface="Arial"/>
              </a:defRPr>
            </a:lvl5pPr>
            <a:lvl6pPr algn="r">
              <a:defRPr sz="3300" b="1">
                <a:solidFill>
                  <a:srgbClr val="F8F4EA"/>
                </a:solidFill>
                <a:latin typeface="Arial"/>
                <a:ea typeface="Arial"/>
                <a:cs typeface="Arial"/>
              </a:defRPr>
            </a:lvl6pPr>
            <a:lvl7pPr algn="r">
              <a:defRPr sz="3300" b="1">
                <a:solidFill>
                  <a:srgbClr val="F8F4EA"/>
                </a:solidFill>
                <a:latin typeface="Arial"/>
                <a:ea typeface="Arial"/>
                <a:cs typeface="Arial"/>
              </a:defRPr>
            </a:lvl7pPr>
            <a:lvl8pPr algn="r">
              <a:defRPr sz="3300" b="1">
                <a:solidFill>
                  <a:srgbClr val="F8F4EA"/>
                </a:solidFill>
                <a:latin typeface="Arial"/>
                <a:ea typeface="Arial"/>
                <a:cs typeface="Arial"/>
              </a:defRPr>
            </a:lvl8pPr>
            <a:lvl9pPr algn="r">
              <a:defRPr sz="3300" b="1">
                <a:solidFill>
                  <a:srgbClr val="F8F4EA"/>
                </a:solidFill>
                <a:latin typeface="Arial"/>
                <a:ea typeface="Arial"/>
                <a:cs typeface="Arial"/>
              </a:defRPr>
            </a:lvl9pPr>
          </a:lstStyle>
          <a:p>
            <a:pPr algn="r" rtl="1">
              <a:lnSpc>
                <a:spcPct val="100000"/>
              </a:lnSpc>
              <a:buNone/>
              <a:defRPr sz="3300" b="1">
                <a:solidFill>
                  <a:srgbClr val="F8F4EA"/>
                </a:solidFill>
                <a:latin typeface="Arial"/>
                <a:ea typeface="Arial"/>
                <a:cs typeface="Arial"/>
              </a:defRPr>
            </a:pPr>
            <a:r>
              <a:rPr sz="3300" b="1" lang="he-IL" altLang="en-US">
                <a:solidFill>
                  <a:srgbClr val="F8F4EA"/>
                </a:solidFill>
                <a:latin typeface="Arial"/>
                <a:ea typeface="Arial"/>
                <a:cs typeface="Arial"/>
              </a:rPr>
              <a:t>‏בבדיקה</a:t>
            </a:r>
          </a:p>
        </p:txBody>
      </p:sp>
      <p:sp>
        <p:nvSpPr>
          <p:cNvPr id="5" name="body-1-1-word-0">
            <a:extLst>
              <a:ext uri="{FF2B5EF4-FFF2-40B4-BE49-F238E27FC236}">
                <ns2:creationId id="{DC26B492-CF62-4ABC-8EB6-FA0C9BEFC694}"/>
              </a:ext>
            </a:extLst>
          </p:cNvPr>
          <p:cNvSpPr>
            <a:spLocks noGrp="1"/>
          </p:cNvSpPr>
          <p:nvPr/>
        </p:nvSpPr>
        <p:spPr>
          <a:xfrm>
            <a:off x="10656475" y="1762125"/>
            <a:ext cx="792575"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‏מזהים</a:t>
            </a:r>
          </a:p>
        </p:txBody>
      </p:sp>
      <p:sp>
        <p:nvSpPr>
          <p:cNvPr id="6" name="body-1-1-word-1">
            <a:extLst>
              <a:ext uri="{FF2B5EF4-FFF2-40B4-BE49-F238E27FC236}">
                <ns2:creationId id="{88A11EAC-BC44-426C-ACBA-815D079DE2EA}"/>
              </a:ext>
            </a:extLst>
          </p:cNvPr>
          <p:cNvSpPr>
            <a:spLocks noGrp="1"/>
          </p:cNvSpPr>
          <p:nvPr/>
        </p:nvSpPr>
        <p:spPr>
          <a:xfrm>
            <a:off x="10180701" y="1762125"/>
            <a:ext cx="407479"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‏את</a:t>
            </a:r>
          </a:p>
        </p:txBody>
      </p:sp>
      <p:sp>
        <p:nvSpPr>
          <p:cNvPr id="7" name="body-1-1-word-2">
            <a:extLst>
              <a:ext uri="{FF2B5EF4-FFF2-40B4-BE49-F238E27FC236}">
                <ns2:creationId id="{37E7C710-AC08-4C93-AE9C-56B1200EC870}"/>
              </a:ext>
            </a:extLst>
          </p:cNvPr>
          <p:cNvSpPr>
            <a:spLocks noGrp="1"/>
          </p:cNvSpPr>
          <p:nvPr/>
        </p:nvSpPr>
        <p:spPr>
          <a:xfrm>
            <a:off x="9700451" y="1762125"/>
            <a:ext cx="411956"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‏סוג</a:t>
            </a:r>
          </a:p>
        </p:txBody>
      </p:sp>
      <p:sp>
        <p:nvSpPr>
          <p:cNvPr id="8" name="body-1-1-word-3">
            <a:extLst>
              <a:ext uri="{FF2B5EF4-FFF2-40B4-BE49-F238E27FC236}">
                <ns2:creationId id="{4B52E5B0-81A7-4CD3-AF6C-EC33CB6D1098}"/>
              </a:ext>
            </a:extLst>
          </p:cNvPr>
          <p:cNvSpPr>
            <a:spLocks noGrp="1"/>
          </p:cNvSpPr>
          <p:nvPr/>
        </p:nvSpPr>
        <p:spPr>
          <a:xfrm>
            <a:off x="8678990" y="1762125"/>
            <a:ext cx="953167"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‏השירות</a:t>
            </a:r>
          </a:p>
        </p:txBody>
      </p:sp>
      <p:sp>
        <p:nvSpPr>
          <p:cNvPr id="9" name="body-1-1-word-4">
            <a:extLst>
              <a:ext uri="{FF2B5EF4-FFF2-40B4-BE49-F238E27FC236}">
                <ns2:creationId id="{26499841-8BC4-42C7-90BB-E9ED02F27A7E}"/>
              </a:ext>
            </a:extLst>
          </p:cNvPr>
          <p:cNvSpPr>
            <a:spLocks noGrp="1"/>
          </p:cNvSpPr>
          <p:nvPr/>
        </p:nvSpPr>
        <p:spPr>
          <a:xfrm>
            <a:off x="8125682" y="1762125"/>
            <a:ext cx="485013"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‏ואת</a:t>
            </a:r>
          </a:p>
        </p:txBody>
      </p:sp>
      <p:sp>
        <p:nvSpPr>
          <p:cNvPr id="10" name="body-1-1-word-5">
            <a:extLst>
              <a:ext uri="{FF2B5EF4-FFF2-40B4-BE49-F238E27FC236}">
                <ns2:creationId id="{E350976E-276B-4283-B9A8-66AA932B49E2}"/>
              </a:ext>
            </a:extLst>
          </p:cNvPr>
          <p:cNvSpPr>
            <a:spLocks noGrp="1"/>
          </p:cNvSpPr>
          <p:nvPr/>
        </p:nvSpPr>
        <p:spPr>
          <a:xfrm>
            <a:off x="6895338" y="1762125"/>
            <a:ext cx="1162050"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‏המסגרת.</a:t>
            </a:r>
          </a:p>
        </p:txBody>
      </p:sp>
      <p:sp>
        <p:nvSpPr>
          <p:cNvPr id="11" name="body-2-1-word-0">
            <a:extLst>
              <a:ext uri="{FF2B5EF4-FFF2-40B4-BE49-F238E27FC236}">
                <ns2:creationId id="{9884DB6F-3F9D-424A-9FA4-239E07D283FF}"/>
              </a:ext>
            </a:extLst>
          </p:cNvPr>
          <p:cNvSpPr>
            <a:spLocks noGrp="1"/>
          </p:cNvSpPr>
          <p:nvPr/>
        </p:nvSpPr>
        <p:spPr>
          <a:xfrm>
            <a:off x="10574369" y="2339245"/>
            <a:ext cx="874681"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‏בודקים</a:t>
            </a:r>
          </a:p>
        </p:txBody>
      </p:sp>
      <p:sp>
        <p:nvSpPr>
          <p:cNvPr id="12" name="body-2-1-word-1">
            <a:extLst>
              <a:ext uri="{FF2B5EF4-FFF2-40B4-BE49-F238E27FC236}">
                <ns2:creationId id="{B84043A0-C4F6-41B6-9045-FD2E5E311FE4}"/>
              </a:ext>
            </a:extLst>
          </p:cNvPr>
          <p:cNvSpPr>
            <a:spLocks noGrp="1"/>
          </p:cNvSpPr>
          <p:nvPr/>
        </p:nvSpPr>
        <p:spPr>
          <a:xfrm>
            <a:off x="10098595" y="2339245"/>
            <a:ext cx="407479"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‏את</a:t>
            </a:r>
          </a:p>
        </p:txBody>
      </p:sp>
      <p:sp>
        <p:nvSpPr>
          <p:cNvPr id="13" name="body-2-1-word-2">
            <a:extLst>
              <a:ext uri="{FF2B5EF4-FFF2-40B4-BE49-F238E27FC236}">
                <ns2:creationId id="{C742C7AB-1742-4F78-B929-49DC2C437CB6}"/>
              </a:ext>
            </a:extLst>
          </p:cNvPr>
          <p:cNvSpPr>
            <a:spLocks noGrp="1"/>
          </p:cNvSpPr>
          <p:nvPr/>
        </p:nvSpPr>
        <p:spPr>
          <a:xfrm>
            <a:off x="9198102" y="2339245"/>
            <a:ext cx="832199"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‏המדים</a:t>
            </a:r>
          </a:p>
        </p:txBody>
      </p:sp>
      <p:sp>
        <p:nvSpPr>
          <p:cNvPr id="14" name="body-2-1-word-3">
            <a:extLst>
              <a:ext uri="{FF2B5EF4-FFF2-40B4-BE49-F238E27FC236}">
                <ns2:creationId id="{56F46BFC-FED2-4FDB-961F-1E57F8194229}"/>
              </a:ext>
            </a:extLst>
          </p:cNvPr>
          <p:cNvSpPr>
            <a:spLocks noGrp="1"/>
          </p:cNvSpPr>
          <p:nvPr/>
        </p:nvSpPr>
        <p:spPr>
          <a:xfrm>
            <a:off x="8644795" y="2339245"/>
            <a:ext cx="485013"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‏ואת</a:t>
            </a:r>
          </a:p>
        </p:txBody>
      </p:sp>
      <p:sp>
        <p:nvSpPr>
          <p:cNvPr id="15" name="body-2-1-word-4">
            <a:extLst>
              <a:ext uri="{FF2B5EF4-FFF2-40B4-BE49-F238E27FC236}">
                <ns2:creationId id="{0B40A889-FD17-4669-943F-66014CDAD381}"/>
              </a:ext>
            </a:extLst>
          </p:cNvPr>
          <p:cNvSpPr>
            <a:spLocks noGrp="1"/>
          </p:cNvSpPr>
          <p:nvPr/>
        </p:nvSpPr>
        <p:spPr>
          <a:xfrm>
            <a:off x="7564565" y="2339245"/>
            <a:ext cx="1011936"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‏ההופעה</a:t>
            </a:r>
          </a:p>
        </p:txBody>
      </p:sp>
      <p:sp>
        <p:nvSpPr>
          <p:cNvPr id="16" name="body-2-1-word-5">
            <a:extLst>
              <a:ext uri="{FF2B5EF4-FFF2-40B4-BE49-F238E27FC236}">
                <ns2:creationId id="{3C362398-9DDE-4AF6-9584-D26CF21E0E14}"/>
              </a:ext>
            </a:extLst>
          </p:cNvPr>
          <p:cNvSpPr>
            <a:spLocks noGrp="1"/>
          </p:cNvSpPr>
          <p:nvPr/>
        </p:nvSpPr>
        <p:spPr>
          <a:xfrm>
            <a:off x="6526244" y="2339245"/>
            <a:ext cx="970026"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‏האישית</a:t>
            </a:r>
          </a:p>
        </p:txBody>
      </p:sp>
      <p:sp>
        <p:nvSpPr>
          <p:cNvPr id="17" name="body-2-1-word-6">
            <a:extLst>
              <a:ext uri="{FF2B5EF4-FFF2-40B4-BE49-F238E27FC236}">
                <ns2:creationId id="{F7600B41-E01C-40F8-B8A1-13F49059F18F}"/>
              </a:ext>
            </a:extLst>
          </p:cNvPr>
          <p:cNvSpPr>
            <a:spLocks noGrp="1"/>
          </p:cNvSpPr>
          <p:nvPr/>
        </p:nvSpPr>
        <p:spPr>
          <a:xfrm>
            <a:off x="6034659" y="2339245"/>
            <a:ext cx="423291"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‏לפי</a:t>
            </a:r>
          </a:p>
        </p:txBody>
      </p:sp>
      <p:sp>
        <p:nvSpPr>
          <p:cNvPr id="18" name="body-2-1-word-7">
            <a:extLst>
              <a:ext uri="{FF2B5EF4-FFF2-40B4-BE49-F238E27FC236}">
                <ns2:creationId id="{31953FF5-9E5C-474B-8FDB-8AB92319FFCD}"/>
              </a:ext>
            </a:extLst>
          </p:cNvPr>
          <p:cNvSpPr>
            <a:spLocks noGrp="1"/>
          </p:cNvSpPr>
          <p:nvPr/>
        </p:nvSpPr>
        <p:spPr>
          <a:xfrm>
            <a:off x="5312664" y="2339245"/>
            <a:ext cx="653701"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‏הכלל</a:t>
            </a:r>
          </a:p>
        </p:txBody>
      </p:sp>
      <p:sp>
        <p:nvSpPr>
          <p:cNvPr id="19" name="body-2-1-word-8">
            <a:extLst>
              <a:ext uri="{FF2B5EF4-FFF2-40B4-BE49-F238E27FC236}">
                <ns2:creationId id="{ABC8D161-9F6D-4E8E-8848-BC5E6E3B3DB9}"/>
              </a:ext>
            </a:extLst>
          </p:cNvPr>
          <p:cNvSpPr>
            <a:spLocks noGrp="1"/>
          </p:cNvSpPr>
          <p:nvPr/>
        </p:nvSpPr>
        <p:spPr>
          <a:xfrm>
            <a:off x="4105656" y="2339245"/>
            <a:ext cx="1138714"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‏המתאים.</a:t>
            </a:r>
          </a:p>
        </p:txBody>
      </p:sp>
      <p:sp>
        <p:nvSpPr>
          <p:cNvPr id="20" name="body-3-1-word-0">
            <a:extLst>
              <a:ext uri="{FF2B5EF4-FFF2-40B4-BE49-F238E27FC236}">
                <ns2:creationId id="{7D3259CF-C463-4FB5-8404-5E52A6F4902F}"/>
              </a:ext>
            </a:extLst>
          </p:cNvPr>
          <p:cNvSpPr>
            <a:spLocks noGrp="1"/>
          </p:cNvSpPr>
          <p:nvPr/>
        </p:nvSpPr>
        <p:spPr>
          <a:xfrm>
            <a:off x="10388060" y="2916365"/>
            <a:ext cx="1060990"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‏מסדירים</a:t>
            </a:r>
          </a:p>
        </p:txBody>
      </p:sp>
      <p:sp>
        <p:nvSpPr>
          <p:cNvPr id="21" name="body-3-1-word-1">
            <a:extLst>
              <a:ext uri="{FF2B5EF4-FFF2-40B4-BE49-F238E27FC236}">
                <ns2:creationId id="{FE9DBE87-D7FA-479D-B5C7-76F57618DE2D}"/>
              </a:ext>
            </a:extLst>
          </p:cNvPr>
          <p:cNvSpPr>
            <a:spLocks noGrp="1"/>
          </p:cNvSpPr>
          <p:nvPr/>
        </p:nvSpPr>
        <p:spPr>
          <a:xfrm>
            <a:off x="9315260" y="2916365"/>
            <a:ext cx="1004506"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‏אישורים</a:t>
            </a:r>
          </a:p>
        </p:txBody>
      </p:sp>
      <p:sp>
        <p:nvSpPr>
          <p:cNvPr id="22" name="body-3-1-word-2">
            <a:extLst>
              <a:ext uri="{FF2B5EF4-FFF2-40B4-BE49-F238E27FC236}">
                <ns2:creationId id="{848608C6-2BFC-4F82-B2AF-E4445223996A}"/>
              </a:ext>
            </a:extLst>
          </p:cNvPr>
          <p:cNvSpPr>
            <a:spLocks noGrp="1"/>
          </p:cNvSpPr>
          <p:nvPr/>
        </p:nvSpPr>
        <p:spPr>
          <a:xfrm>
            <a:off x="8195786" y="2916365"/>
            <a:ext cx="1051179"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‏ומבררים</a:t>
            </a:r>
          </a:p>
        </p:txBody>
      </p:sp>
      <p:sp>
        <p:nvSpPr>
          <p:cNvPr id="23" name="body-3-1-word-3">
            <a:extLst>
              <a:ext uri="{FF2B5EF4-FFF2-40B4-BE49-F238E27FC236}">
                <ns2:creationId id="{19C602D9-CA14-40BE-BD0C-DC3D227AF4C9}"/>
              </a:ext>
            </a:extLst>
          </p:cNvPr>
          <p:cNvSpPr>
            <a:spLocks noGrp="1"/>
          </p:cNvSpPr>
          <p:nvPr/>
        </p:nvSpPr>
        <p:spPr>
          <a:xfrm>
            <a:off x="7573899" y="2916365"/>
            <a:ext cx="553593"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‏ספק</a:t>
            </a:r>
          </a:p>
        </p:txBody>
      </p:sp>
      <p:sp>
        <p:nvSpPr>
          <p:cNvPr id="24" name="body-3-1-word-4">
            <a:extLst>
              <a:ext uri="{FF2B5EF4-FFF2-40B4-BE49-F238E27FC236}">
                <ns2:creationId id="{BE3319DC-ED06-4274-9095-B102E34EF221}"/>
              </a:ext>
            </a:extLst>
          </p:cNvPr>
          <p:cNvSpPr>
            <a:spLocks noGrp="1"/>
          </p:cNvSpPr>
          <p:nvPr/>
        </p:nvSpPr>
        <p:spPr>
          <a:xfrm>
            <a:off x="6971443" y="2916365"/>
            <a:ext cx="534162"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‏לפני</a:t>
            </a:r>
          </a:p>
        </p:txBody>
      </p:sp>
      <p:sp>
        <p:nvSpPr>
          <p:cNvPr id="25" name="body-3-1-word-5">
            <a:extLst>
              <a:ext uri="{FF2B5EF4-FFF2-40B4-BE49-F238E27FC236}">
                <ns2:creationId id="{7F95B309-D4E6-43D2-AE78-78D687778123}"/>
              </a:ext>
            </a:extLst>
          </p:cNvPr>
          <p:cNvSpPr>
            <a:spLocks noGrp="1"/>
          </p:cNvSpPr>
          <p:nvPr/>
        </p:nvSpPr>
        <p:spPr>
          <a:xfrm>
            <a:off x="5926360" y="2916365"/>
            <a:ext cx="976789"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‏היציאה.</a:t>
            </a:r>
          </a:p>
        </p:txBody>
      </p:sp>
      <p:sp>
        <p:nvSpPr>
          <p:cNvPr id="26" name="body-4-1-word-0">
            <a:extLst>
              <a:ext uri="{FF2B5EF4-FFF2-40B4-BE49-F238E27FC236}">
                <ns2:creationId id="{AAC481F5-840E-4C9C-AEB9-F1EB4FD445A8}"/>
              </a:ext>
            </a:extLst>
          </p:cNvPr>
          <p:cNvSpPr>
            <a:spLocks noGrp="1"/>
          </p:cNvSpPr>
          <p:nvPr/>
        </p:nvSpPr>
        <p:spPr>
          <a:xfrm>
            <a:off x="10907077" y="3493484"/>
            <a:ext cx="541973"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‏כללי</a:t>
            </a:r>
          </a:p>
        </p:txBody>
      </p:sp>
      <p:sp>
        <p:nvSpPr>
          <p:cNvPr id="27" name="body-4-1-word-1">
            <a:extLst>
              <a:ext uri="{FF2B5EF4-FFF2-40B4-BE49-F238E27FC236}">
                <ns2:creationId id="{ED162803-D0FC-4B6D-82E6-F70E5781330C}"/>
              </a:ext>
            </a:extLst>
          </p:cNvPr>
          <p:cNvSpPr>
            <a:spLocks noGrp="1"/>
          </p:cNvSpPr>
          <p:nvPr/>
        </p:nvSpPr>
        <p:spPr>
          <a:xfrm>
            <a:off x="9992582" y="3493484"/>
            <a:ext cx="846201"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‏הדיגום</a:t>
            </a:r>
          </a:p>
        </p:txBody>
      </p:sp>
      <p:sp>
        <p:nvSpPr>
          <p:cNvPr id="28" name="body-4-1-word-2">
            <a:extLst>
              <a:ext uri="{FF2B5EF4-FFF2-40B4-BE49-F238E27FC236}">
                <ns2:creationId id="{59CF390C-C942-4D36-A47C-151C060EC15E}"/>
              </a:ext>
            </a:extLst>
          </p:cNvPr>
          <p:cNvSpPr>
            <a:spLocks noGrp="1"/>
          </p:cNvSpPr>
          <p:nvPr/>
        </p:nvSpPr>
        <p:spPr>
          <a:xfrm>
            <a:off x="9090374" y="3493484"/>
            <a:ext cx="833914"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‏עשויים</a:t>
            </a:r>
          </a:p>
        </p:txBody>
      </p:sp>
      <p:sp>
        <p:nvSpPr>
          <p:cNvPr id="29" name="body-4-1-word-3">
            <a:extLst>
              <a:ext uri="{FF2B5EF4-FFF2-40B4-BE49-F238E27FC236}">
                <ns2:creationId id="{D4D543FF-AC8D-4350-9EC8-01DDC4ED8600}"/>
              </a:ext>
            </a:extLst>
          </p:cNvPr>
          <p:cNvSpPr>
            <a:spLocks noGrp="1"/>
          </p:cNvSpPr>
          <p:nvPr/>
        </p:nvSpPr>
        <p:spPr>
          <a:xfrm>
            <a:off x="7820882" y="3493484"/>
            <a:ext cx="1201198"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‏להתעדכן.</a:t>
            </a:r>
          </a:p>
        </p:txBody>
      </p:sp>
      <p:sp>
        <p:nvSpPr>
          <p:cNvPr id="30" name="body-4-1-word-4">
            <a:extLst>
              <a:ext uri="{FF2B5EF4-FFF2-40B4-BE49-F238E27FC236}">
                <ns2:creationId id="{2D066419-273C-44BF-9B15-C0BFFA813316}"/>
              </a:ext>
            </a:extLst>
          </p:cNvPr>
          <p:cNvSpPr>
            <a:spLocks noGrp="1"/>
          </p:cNvSpPr>
          <p:nvPr/>
        </p:nvSpPr>
        <p:spPr>
          <a:xfrm>
            <a:off x="6655975" y="3493484"/>
            <a:ext cx="1096613"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‏המקורות</a:t>
            </a:r>
          </a:p>
        </p:txBody>
      </p:sp>
      <p:sp>
        <p:nvSpPr>
          <p:cNvPr id="31" name="body-4-1-word-5">
            <a:extLst>
              <a:ext uri="{FF2B5EF4-FFF2-40B4-BE49-F238E27FC236}">
                <ns2:creationId id="{4B8744CB-FBFC-40D4-9EAE-EBA28E194A96}"/>
              </a:ext>
            </a:extLst>
          </p:cNvPr>
          <p:cNvSpPr>
            <a:spLocks noGrp="1"/>
          </p:cNvSpPr>
          <p:nvPr/>
        </p:nvSpPr>
        <p:spPr>
          <a:xfrm>
            <a:off x="5752910" y="3493484"/>
            <a:ext cx="834771"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‏ונספחי</a:t>
            </a:r>
          </a:p>
        </p:txBody>
      </p:sp>
      <p:sp>
        <p:nvSpPr>
          <p:cNvPr id="32" name="body-4-1-word-6">
            <a:extLst>
              <a:ext uri="{FF2B5EF4-FFF2-40B4-BE49-F238E27FC236}">
                <ns2:creationId id="{D494AEFF-5E5D-4E13-A0EC-6EC800A32DDD}"/>
              </a:ext>
            </a:extLst>
          </p:cNvPr>
          <p:cNvSpPr>
            <a:spLocks noGrp="1"/>
          </p:cNvSpPr>
          <p:nvPr/>
        </p:nvSpPr>
        <p:spPr>
          <a:xfrm>
            <a:off x="5020151" y="3493484"/>
            <a:ext cx="664464"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‏העזר</a:t>
            </a:r>
          </a:p>
        </p:txBody>
      </p:sp>
      <p:sp>
        <p:nvSpPr>
          <p:cNvPr id="33" name="body-4-1-word-7">
            <a:extLst>
              <a:ext uri="{FF2B5EF4-FFF2-40B4-BE49-F238E27FC236}">
                <ns2:creationId id="{F932A471-D2D8-4FD2-9536-38912B957DAB}"/>
              </a:ext>
            </a:extLst>
          </p:cNvPr>
          <p:cNvSpPr>
            <a:spLocks noGrp="1"/>
          </p:cNvSpPr>
          <p:nvPr/>
        </p:nvSpPr>
        <p:spPr>
          <a:xfrm>
            <a:off x="4030504" y="3493484"/>
            <a:ext cx="921353"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‏נמצאים</a:t>
            </a:r>
          </a:p>
        </p:txBody>
      </p:sp>
      <p:sp>
        <p:nvSpPr>
          <p:cNvPr id="34" name="body-4-1-word-8">
            <a:extLst>
              <a:ext uri="{FF2B5EF4-FFF2-40B4-BE49-F238E27FC236}">
                <ns2:creationId id="{7A11F131-ECF4-419E-A3E2-BA3213E8BD45}"/>
              </a:ext>
            </a:extLst>
          </p:cNvPr>
          <p:cNvSpPr>
            <a:spLocks noGrp="1"/>
          </p:cNvSpPr>
          <p:nvPr/>
        </p:nvSpPr>
        <p:spPr>
          <a:xfrm>
            <a:off x="2765965" y="3493484"/>
            <a:ext cx="1196245"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‏בשקופיות</a:t>
            </a:r>
          </a:p>
        </p:txBody>
      </p:sp>
      <p:sp>
        <p:nvSpPr>
          <p:cNvPr id="35" name="body-4-1-word-9">
            <a:extLst>
              <a:ext uri="{FF2B5EF4-FFF2-40B4-BE49-F238E27FC236}">
                <ns2:creationId id="{60AEA19E-A11E-4AE2-A162-A7EC3355410A}"/>
              </a:ext>
            </a:extLst>
          </p:cNvPr>
          <p:cNvSpPr>
            <a:spLocks noGrp="1"/>
          </p:cNvSpPr>
          <p:nvPr/>
        </p:nvSpPr>
        <p:spPr>
          <a:xfrm>
            <a:off x="1765745" y="3493484"/>
            <a:ext cx="931926" cy="424720"/>
          </a:xfrm>
          <a:prstGeom prst="rect">
            <a:avLst/>
          </a:prstGeom>
          <a:noFill/>
          <a:ln w="0">
            <a:noFill/>
          </a:ln>
        </p:spPr>
        <p:txBody>
          <a:bodyPr wrap="none" lIns="0" tIns="0" rIns="0" bIns="0" anchor="t">
            <a:noAutofit/>
          </a:bodyPr>
          <a:lstStyle>
            <a:defPPr algn="r">
              <a:defRPr sz="2475" b="0">
                <a:solidFill>
                  <a:srgbClr val="F8F4EA"/>
                </a:solidFill>
                <a:latin typeface="Arial"/>
                <a:ea typeface="Arial"/>
                <a:cs typeface="Arial"/>
              </a:defRPr>
            </a:defPPr>
            <a:lvl1pPr algn="r">
              <a:defRPr sz="2475" b="0">
                <a:solidFill>
                  <a:srgbClr val="F8F4EA"/>
                </a:solidFill>
                <a:latin typeface="Arial"/>
                <a:ea typeface="Arial"/>
                <a:cs typeface="Arial"/>
              </a:defRPr>
            </a:lvl1pPr>
            <a:lvl2pPr algn="r">
              <a:defRPr sz="2475" b="0">
                <a:solidFill>
                  <a:srgbClr val="F8F4EA"/>
                </a:solidFill>
                <a:latin typeface="Arial"/>
                <a:ea typeface="Arial"/>
                <a:cs typeface="Arial"/>
              </a:defRPr>
            </a:lvl2pPr>
            <a:lvl3pPr algn="r">
              <a:defRPr sz="2475" b="0">
                <a:solidFill>
                  <a:srgbClr val="F8F4EA"/>
                </a:solidFill>
                <a:latin typeface="Arial"/>
                <a:ea typeface="Arial"/>
                <a:cs typeface="Arial"/>
              </a:defRPr>
            </a:lvl3pPr>
            <a:lvl4pPr algn="r">
              <a:defRPr sz="2475" b="0">
                <a:solidFill>
                  <a:srgbClr val="F8F4EA"/>
                </a:solidFill>
                <a:latin typeface="Arial"/>
                <a:ea typeface="Arial"/>
                <a:cs typeface="Arial"/>
              </a:defRPr>
            </a:lvl4pPr>
            <a:lvl5pPr algn="r">
              <a:defRPr sz="2475" b="0">
                <a:solidFill>
                  <a:srgbClr val="F8F4EA"/>
                </a:solidFill>
                <a:latin typeface="Arial"/>
                <a:ea typeface="Arial"/>
                <a:cs typeface="Arial"/>
              </a:defRPr>
            </a:lvl5pPr>
            <a:lvl6pPr algn="r">
              <a:defRPr sz="2475" b="0">
                <a:solidFill>
                  <a:srgbClr val="F8F4EA"/>
                </a:solidFill>
                <a:latin typeface="Arial"/>
                <a:ea typeface="Arial"/>
                <a:cs typeface="Arial"/>
              </a:defRPr>
            </a:lvl6pPr>
            <a:lvl7pPr algn="r">
              <a:defRPr sz="2475" b="0">
                <a:solidFill>
                  <a:srgbClr val="F8F4EA"/>
                </a:solidFill>
                <a:latin typeface="Arial"/>
                <a:ea typeface="Arial"/>
                <a:cs typeface="Arial"/>
              </a:defRPr>
            </a:lvl7pPr>
            <a:lvl8pPr algn="r">
              <a:defRPr sz="2475" b="0">
                <a:solidFill>
                  <a:srgbClr val="F8F4EA"/>
                </a:solidFill>
                <a:latin typeface="Arial"/>
                <a:ea typeface="Arial"/>
                <a:cs typeface="Arial"/>
              </a:defRPr>
            </a:lvl8pPr>
            <a:lvl9pPr algn="r">
              <a:defRPr sz="2475" b="0">
                <a:solidFill>
                  <a:srgbClr val="F8F4EA"/>
                </a:solidFill>
                <a:latin typeface="Arial"/>
                <a:ea typeface="Arial"/>
                <a:cs typeface="Arial"/>
              </a:defRPr>
            </a:lvl9pPr>
          </a:lstStyle>
          <a:p>
            <a:pPr algn="r" rtl="1">
              <a:lnSpc>
                <a:spcPct val="100000"/>
              </a:lnSpc>
              <a:buNone/>
              <a:defRPr sz="2475" b="0">
                <a:solidFill>
                  <a:srgbClr val="F8F4EA"/>
                </a:solidFill>
                <a:latin typeface="Arial"/>
                <a:ea typeface="Arial"/>
                <a:cs typeface="Arial"/>
              </a:defRPr>
            </a:pPr>
            <a:r>
              <a:rPr sz="2475" b="0" lang="he-IL" altLang="en-US">
                <a:solidFill>
                  <a:srgbClr val="F8F4EA"/>
                </a:solidFill>
                <a:latin typeface="Arial"/>
                <a:ea typeface="Arial"/>
                <a:cs typeface="Arial"/>
              </a:rPr>
              <a:t>‏הבאות.</a:t>
            </a:r>
          </a:p>
        </p:txBody>
      </p:sp>
      <p:sp>
        <p:nvSpPr>
          <p:cNvPr id="36" name="sources-word-0">
            <a:extLst>
              <a:ext uri="{FF2B5EF4-FFF2-40B4-BE49-F238E27FC236}">
                <ns2:creationId id="{AB7313AB-30B2-45F0-86AB-CBE7984019E7}"/>
              </a:ext>
            </a:extLst>
          </p:cNvPr>
          <p:cNvSpPr>
            <a:spLocks noGrp="1"/>
          </p:cNvSpPr>
          <p:nvPr/>
        </p:nvSpPr>
        <p:spPr>
          <a:xfrm>
            <a:off x="11064240" y="6191250"/>
            <a:ext cx="38481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‏פקודת</a:t>
            </a:r>
          </a:p>
        </p:txBody>
      </p:sp>
      <p:sp>
        <p:nvSpPr>
          <p:cNvPr id="37" name="sources-word-1">
            <a:extLst>
              <a:ext uri="{FF2B5EF4-FFF2-40B4-BE49-F238E27FC236}">
                <ns2:creationId id="{793CFCDA-0641-4941-9C9D-F576677C20BB}"/>
              </a:ext>
            </a:extLst>
          </p:cNvPr>
          <p:cNvSpPr>
            <a:spLocks noGrp="1"/>
          </p:cNvSpPr>
          <p:nvPr/>
        </p:nvSpPr>
        <p:spPr>
          <a:xfrm>
            <a:off x="10653236" y="6191250"/>
            <a:ext cx="390334"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‏מטכ״ל</a:t>
            </a:r>
          </a:p>
        </p:txBody>
      </p:sp>
      <p:sp>
        <p:nvSpPr>
          <p:cNvPr id="38" name="sources-word-2">
            <a:extLst>
              <a:ext uri="{FF2B5EF4-FFF2-40B4-BE49-F238E27FC236}">
                <ns2:creationId id="{5EDDCAB6-DA81-4551-B026-ABA44CBB5762}"/>
              </a:ext>
            </a:extLst>
          </p:cNvPr>
          <p:cNvSpPr>
            <a:spLocks noGrp="1"/>
          </p:cNvSpPr>
          <p:nvPr/>
        </p:nvSpPr>
        <p:spPr>
          <a:xfrm>
            <a:off x="10047827" y="6191250"/>
            <a:ext cx="58474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‏33.0501,</a:t>
            </a:r>
          </a:p>
        </p:txBody>
      </p:sp>
      <p:sp>
        <p:nvSpPr>
          <p:cNvPr id="39" name="sources-word-3">
            <a:extLst>
              <a:ext uri="{FF2B5EF4-FFF2-40B4-BE49-F238E27FC236}">
                <ns2:creationId id="{85B62099-A965-4679-B5C9-5FB17F4B7790}"/>
              </a:ext>
            </a:extLst>
          </p:cNvPr>
          <p:cNvSpPr>
            <a:spLocks noGrp="1"/>
          </p:cNvSpPr>
          <p:nvPr/>
        </p:nvSpPr>
        <p:spPr>
          <a:xfrm>
            <a:off x="9719310" y="6191250"/>
            <a:ext cx="307848"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‏מדים</a:t>
            </a:r>
          </a:p>
        </p:txBody>
      </p:sp>
      <p:sp>
        <p:nvSpPr>
          <p:cNvPr id="40" name="sources-word-4">
            <a:extLst>
              <a:ext uri="{FF2B5EF4-FFF2-40B4-BE49-F238E27FC236}">
                <ns2:creationId id="{8D8CE928-68B2-4965-AA87-969099ACB8F6}"/>
              </a:ext>
            </a:extLst>
          </p:cNvPr>
          <p:cNvSpPr>
            <a:spLocks noGrp="1"/>
          </p:cNvSpPr>
          <p:nvPr/>
        </p:nvSpPr>
        <p:spPr>
          <a:xfrm>
            <a:off x="9622441" y="6191250"/>
            <a:ext cx="76200"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a:t>
            </a:r>
          </a:p>
        </p:txBody>
      </p:sp>
      <p:sp>
        <p:nvSpPr>
          <p:cNvPr id="41" name="sources-word-5">
            <a:extLst>
              <a:ext uri="{FF2B5EF4-FFF2-40B4-BE49-F238E27FC236}">
                <ns2:creationId id="{81B94F34-BA4E-44C4-B193-D9D4B0E403F9}"/>
              </a:ext>
            </a:extLst>
          </p:cNvPr>
          <p:cNvSpPr>
            <a:spLocks noGrp="1"/>
          </p:cNvSpPr>
          <p:nvPr/>
        </p:nvSpPr>
        <p:spPr>
          <a:xfrm>
            <a:off x="9288590" y="6191250"/>
            <a:ext cx="313182"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‏עדכון</a:t>
            </a:r>
          </a:p>
        </p:txBody>
      </p:sp>
      <p:sp>
        <p:nvSpPr>
          <p:cNvPr id="42" name="sources-word-6">
            <a:extLst>
              <a:ext uri="{FF2B5EF4-FFF2-40B4-BE49-F238E27FC236}">
                <ns2:creationId id="{0CABE12F-4F29-4345-B589-DCB36B9AC3B7}"/>
              </a:ext>
            </a:extLst>
          </p:cNvPr>
          <p:cNvSpPr>
            <a:spLocks noGrp="1"/>
          </p:cNvSpPr>
          <p:nvPr/>
        </p:nvSpPr>
        <p:spPr>
          <a:xfrm>
            <a:off x="8914066" y="6191250"/>
            <a:ext cx="353854"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rtl="1">
              <a:lnSpc>
                <a:spcPct val="100000"/>
              </a:lnSpc>
              <a:buNone/>
              <a:defRPr sz="1125" b="0">
                <a:solidFill>
                  <a:srgbClr val="DDDCCB"/>
                </a:solidFill>
                <a:latin typeface="Arial"/>
                <a:ea typeface="Arial"/>
                <a:cs typeface="Arial"/>
              </a:defRPr>
            </a:pPr>
            <a:r>
              <a:rPr sz="1125" b="0" lang="he-IL" altLang="en-US">
                <a:solidFill>
                  <a:srgbClr val="DDDCCB"/>
                </a:solidFill>
                <a:latin typeface="Arial"/>
                <a:ea typeface="Arial"/>
                <a:cs typeface="Arial"/>
              </a:rPr>
              <a:t>‏דיגום,</a:t>
            </a:r>
          </a:p>
        </p:txBody>
      </p:sp>
      <p:sp>
        <p:nvSpPr>
          <p:cNvPr id="43" name="sources-word-7">
            <a:extLst>
              <a:ext uri="{FF2B5EF4-FFF2-40B4-BE49-F238E27FC236}">
                <ns2:creationId id="{9CDF810E-2DDC-48A7-A1B5-EB0213801DCB}"/>
              </a:ext>
            </a:extLst>
          </p:cNvPr>
          <p:cNvSpPr>
            <a:spLocks noGrp="1"/>
          </p:cNvSpPr>
          <p:nvPr/>
        </p:nvSpPr>
        <p:spPr>
          <a:xfrm>
            <a:off x="8149780" y="6191250"/>
            <a:ext cx="743617" cy="228600"/>
          </a:xfrm>
          <a:prstGeom prst="rect">
            <a:avLst/>
          </a:prstGeom>
          <a:noFill/>
          <a:ln w="0">
            <a:noFill/>
          </a:ln>
        </p:spPr>
        <p:txBody>
          <a:bodyPr wrap="none" lIns="0" tIns="0" rIns="0" bIns="0" anchor="t">
            <a:noAutofit/>
          </a:bodyPr>
          <a:lstStyle>
            <a:defPPr algn="r">
              <a:defRPr sz="1125" b="0">
                <a:solidFill>
                  <a:srgbClr val="DDDCCB"/>
                </a:solidFill>
                <a:latin typeface="Arial"/>
                <a:ea typeface="Arial"/>
                <a:cs typeface="Arial"/>
              </a:defRPr>
            </a:defPPr>
            <a:lvl1pPr algn="r">
              <a:defRPr sz="1125" b="0">
                <a:solidFill>
                  <a:srgbClr val="DDDCCB"/>
                </a:solidFill>
                <a:latin typeface="Arial"/>
                <a:ea typeface="Arial"/>
                <a:cs typeface="Arial"/>
              </a:defRPr>
            </a:lvl1pPr>
            <a:lvl2pPr algn="r">
              <a:defRPr sz="1125" b="0">
                <a:solidFill>
                  <a:srgbClr val="DDDCCB"/>
                </a:solidFill>
                <a:latin typeface="Arial"/>
                <a:ea typeface="Arial"/>
                <a:cs typeface="Arial"/>
              </a:defRPr>
            </a:lvl2pPr>
            <a:lvl3pPr algn="r">
              <a:defRPr sz="1125" b="0">
                <a:solidFill>
                  <a:srgbClr val="DDDCCB"/>
                </a:solidFill>
                <a:latin typeface="Arial"/>
                <a:ea typeface="Arial"/>
                <a:cs typeface="Arial"/>
              </a:defRPr>
            </a:lvl3pPr>
            <a:lvl4pPr algn="r">
              <a:defRPr sz="1125" b="0">
                <a:solidFill>
                  <a:srgbClr val="DDDCCB"/>
                </a:solidFill>
                <a:latin typeface="Arial"/>
                <a:ea typeface="Arial"/>
                <a:cs typeface="Arial"/>
              </a:defRPr>
            </a:lvl4pPr>
            <a:lvl5pPr algn="r">
              <a:defRPr sz="1125" b="0">
                <a:solidFill>
                  <a:srgbClr val="DDDCCB"/>
                </a:solidFill>
                <a:latin typeface="Arial"/>
                <a:ea typeface="Arial"/>
                <a:cs typeface="Arial"/>
              </a:defRPr>
            </a:lvl5pPr>
            <a:lvl6pPr algn="r">
              <a:defRPr sz="1125" b="0">
                <a:solidFill>
                  <a:srgbClr val="DDDCCB"/>
                </a:solidFill>
                <a:latin typeface="Arial"/>
                <a:ea typeface="Arial"/>
                <a:cs typeface="Arial"/>
              </a:defRPr>
            </a:lvl6pPr>
            <a:lvl7pPr algn="r">
              <a:defRPr sz="1125" b="0">
                <a:solidFill>
                  <a:srgbClr val="DDDCCB"/>
                </a:solidFill>
                <a:latin typeface="Arial"/>
                <a:ea typeface="Arial"/>
                <a:cs typeface="Arial"/>
              </a:defRPr>
            </a:lvl7pPr>
            <a:lvl8pPr algn="r">
              <a:defRPr sz="1125" b="0">
                <a:solidFill>
                  <a:srgbClr val="DDDCCB"/>
                </a:solidFill>
                <a:latin typeface="Arial"/>
                <a:ea typeface="Arial"/>
                <a:cs typeface="Arial"/>
              </a:defRPr>
            </a:lvl8pPr>
            <a:lvl9pPr algn="r">
              <a:defRPr sz="1125" b="0">
                <a:solidFill>
                  <a:srgbClr val="DDDCCB"/>
                </a:solidFill>
                <a:latin typeface="Arial"/>
                <a:ea typeface="Arial"/>
                <a:cs typeface="Arial"/>
              </a:defRPr>
            </a:lvl9pPr>
          </a:lstStyle>
          <a:p>
            <a:pPr algn="r">
              <a:lnSpc>
                <a:spcPct val="100000"/>
              </a:lnSpc>
              <a:buNone/>
              <a:defRPr sz="1125" b="0">
                <a:solidFill>
                  <a:srgbClr val="DDDCCB"/>
                </a:solidFill>
                <a:latin typeface="Arial"/>
                <a:ea typeface="Arial"/>
                <a:cs typeface="Arial"/>
              </a:defRPr>
            </a:pPr>
            <a:r>
              <a:rPr sz="1125" b="0">
                <a:solidFill>
                  <a:srgbClr val="DDDCCB"/>
                </a:solidFill>
                <a:latin typeface="Arial"/>
                <a:ea typeface="Arial"/>
                <a:cs typeface="Arial"/>
              </a:rPr>
              <a:t>‏09.04.2025</a:t>
            </a:r>
          </a:p>
        </p:txBody>
      </p:sp>
      <p:sp>
        <p:nvSpPr>
          <p:cNvPr id="44" name="page">
            <a:extLst>
              <a:ext uri="{FF2B5EF4-FFF2-40B4-BE49-F238E27FC236}">
                <ns2:creationId id="{BDDC27CF-4C68-4CDC-8B2B-B059CA8AD5CB}"/>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DDDCCB"/>
                </a:solidFill>
                <a:latin typeface="Arial"/>
                <a:ea typeface="Arial"/>
                <a:cs typeface="Arial"/>
              </a:defRPr>
            </a:defPPr>
            <a:lvl1pPr algn="l">
              <a:defRPr sz="1200" b="0">
                <a:solidFill>
                  <a:srgbClr val="DDDCCB"/>
                </a:solidFill>
                <a:latin typeface="Arial"/>
                <a:ea typeface="Arial"/>
                <a:cs typeface="Arial"/>
              </a:defRPr>
            </a:lvl1pPr>
            <a:lvl2pPr algn="l">
              <a:defRPr sz="1200" b="0">
                <a:solidFill>
                  <a:srgbClr val="DDDCCB"/>
                </a:solidFill>
                <a:latin typeface="Arial"/>
                <a:ea typeface="Arial"/>
                <a:cs typeface="Arial"/>
              </a:defRPr>
            </a:lvl2pPr>
            <a:lvl3pPr algn="l">
              <a:defRPr sz="1200" b="0">
                <a:solidFill>
                  <a:srgbClr val="DDDCCB"/>
                </a:solidFill>
                <a:latin typeface="Arial"/>
                <a:ea typeface="Arial"/>
                <a:cs typeface="Arial"/>
              </a:defRPr>
            </a:lvl3pPr>
            <a:lvl4pPr algn="l">
              <a:defRPr sz="1200" b="0">
                <a:solidFill>
                  <a:srgbClr val="DDDCCB"/>
                </a:solidFill>
                <a:latin typeface="Arial"/>
                <a:ea typeface="Arial"/>
                <a:cs typeface="Arial"/>
              </a:defRPr>
            </a:lvl4pPr>
            <a:lvl5pPr algn="l">
              <a:defRPr sz="1200" b="0">
                <a:solidFill>
                  <a:srgbClr val="DDDCCB"/>
                </a:solidFill>
                <a:latin typeface="Arial"/>
                <a:ea typeface="Arial"/>
                <a:cs typeface="Arial"/>
              </a:defRPr>
            </a:lvl5pPr>
            <a:lvl6pPr algn="l">
              <a:defRPr sz="1200" b="0">
                <a:solidFill>
                  <a:srgbClr val="DDDCCB"/>
                </a:solidFill>
                <a:latin typeface="Arial"/>
                <a:ea typeface="Arial"/>
                <a:cs typeface="Arial"/>
              </a:defRPr>
            </a:lvl6pPr>
            <a:lvl7pPr algn="l">
              <a:defRPr sz="1200" b="0">
                <a:solidFill>
                  <a:srgbClr val="DDDCCB"/>
                </a:solidFill>
                <a:latin typeface="Arial"/>
                <a:ea typeface="Arial"/>
                <a:cs typeface="Arial"/>
              </a:defRPr>
            </a:lvl7pPr>
            <a:lvl8pPr algn="l">
              <a:defRPr sz="1200" b="0">
                <a:solidFill>
                  <a:srgbClr val="DDDCCB"/>
                </a:solidFill>
                <a:latin typeface="Arial"/>
                <a:ea typeface="Arial"/>
                <a:cs typeface="Arial"/>
              </a:defRPr>
            </a:lvl8pPr>
            <a:lvl9pPr algn="l">
              <a:defRPr sz="1200" b="0">
                <a:solidFill>
                  <a:srgbClr val="DDDCCB"/>
                </a:solidFill>
                <a:latin typeface="Arial"/>
                <a:ea typeface="Arial"/>
                <a:cs typeface="Arial"/>
              </a:defRPr>
            </a:lvl9pPr>
          </a:lstStyle>
          <a:p>
            <a:pPr algn="l">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31 / 35</a:t>
            </a:r>
          </a:p>
        </p:txBody>
      </p:sp>
      <p:sp>
        <p:nvSpPr>
          <p:cNvPr id="45" name="timing-word-0">
            <a:extLst>
              <a:ext uri="{FF2B5EF4-FFF2-40B4-BE49-F238E27FC236}">
                <ns2:creationId id="{E1A45CBC-7E17-47C1-A837-DF5D39C0F21D}"/>
              </a:ext>
            </a:extLst>
          </p:cNvPr>
          <p:cNvSpPr>
            <a:spLocks noGrp="1"/>
          </p:cNvSpPr>
          <p:nvPr/>
        </p:nvSpPr>
        <p:spPr>
          <a:xfrm>
            <a:off x="11039094"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‏29:30</a:t>
            </a:r>
          </a:p>
        </p:txBody>
      </p:sp>
      <p:sp>
        <p:nvSpPr>
          <p:cNvPr id="46" name="timing-word-1">
            <a:extLst>
              <a:ext uri="{FF2B5EF4-FFF2-40B4-BE49-F238E27FC236}">
                <ns2:creationId id="{0BAB1DD4-CB43-4817-B895-610A326F5234}"/>
              </a:ext>
            </a:extLst>
          </p:cNvPr>
          <p:cNvSpPr>
            <a:spLocks noGrp="1"/>
          </p:cNvSpPr>
          <p:nvPr/>
        </p:nvSpPr>
        <p:spPr>
          <a:xfrm>
            <a:off x="10829068" y="6505575"/>
            <a:ext cx="186690"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‏עד</a:t>
            </a:r>
          </a:p>
        </p:txBody>
      </p:sp>
      <p:sp>
        <p:nvSpPr>
          <p:cNvPr id="47" name="timing-word-2">
            <a:extLst>
              <a:ext uri="{FF2B5EF4-FFF2-40B4-BE49-F238E27FC236}">
                <ns2:creationId id="{143DB571-312F-4A15-B845-21F6202F5750}"/>
              </a:ext>
            </a:extLst>
          </p:cNvPr>
          <p:cNvSpPr>
            <a:spLocks noGrp="1"/>
          </p:cNvSpPr>
          <p:nvPr/>
        </p:nvSpPr>
        <p:spPr>
          <a:xfrm>
            <a:off x="10395775" y="6505575"/>
            <a:ext cx="409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‏30:00</a:t>
            </a:r>
          </a:p>
        </p:txBody>
      </p:sp>
      <p:sp>
        <p:nvSpPr>
          <p:cNvPr id="48" name="timing-word-3">
            <a:extLst>
              <a:ext uri="{FF2B5EF4-FFF2-40B4-BE49-F238E27FC236}">
                <ns2:creationId id="{F9866D18-9B92-4571-8625-003DEF779C2B}"/>
              </a:ext>
            </a:extLst>
          </p:cNvPr>
          <p:cNvSpPr>
            <a:spLocks noGrp="1"/>
          </p:cNvSpPr>
          <p:nvPr/>
        </p:nvSpPr>
        <p:spPr>
          <a:xfrm>
            <a:off x="10123551" y="6505575"/>
            <a:ext cx="248888"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a:lnSpc>
                <a:spcPct val="100000"/>
              </a:lnSpc>
              <a:buNone/>
              <a:defRPr sz="1200" b="0">
                <a:solidFill>
                  <a:srgbClr val="DDDCCB"/>
                </a:solidFill>
                <a:latin typeface="Arial"/>
                <a:ea typeface="Arial"/>
                <a:cs typeface="Arial"/>
              </a:defRPr>
            </a:pPr>
            <a:r>
              <a:rPr sz="1200" b="0">
                <a:solidFill>
                  <a:srgbClr val="DDDCCB"/>
                </a:solidFill>
                <a:latin typeface="Arial"/>
                <a:ea typeface="Arial"/>
                <a:cs typeface="Arial"/>
              </a:rPr>
              <a:t>‏(30</a:t>
            </a:r>
          </a:p>
        </p:txBody>
      </p:sp>
      <p:sp>
        <p:nvSpPr>
          <p:cNvPr id="49" name="timing-word-4">
            <a:extLst>
              <a:ext uri="{FF2B5EF4-FFF2-40B4-BE49-F238E27FC236}">
                <ns2:creationId id="{933DC025-12AF-4030-B2C4-215AD10D9F34}"/>
              </a:ext>
            </a:extLst>
          </p:cNvPr>
          <p:cNvSpPr>
            <a:spLocks noGrp="1"/>
          </p:cNvSpPr>
          <p:nvPr/>
        </p:nvSpPr>
        <p:spPr>
          <a:xfrm>
            <a:off x="9688258" y="6505575"/>
            <a:ext cx="411956" cy="228600"/>
          </a:xfrm>
          <a:prstGeom prst="rect">
            <a:avLst/>
          </a:prstGeom>
          <a:noFill/>
          <a:ln w="0">
            <a:noFill/>
          </a:ln>
        </p:spPr>
        <p:txBody>
          <a:bodyPr wrap="none" lIns="0" tIns="0" rIns="0" bIns="0" anchor="t">
            <a:noAutofit/>
          </a:bodyPr>
          <a:lstStyle>
            <a:defPPr algn="r">
              <a:defRPr sz="1200" b="0">
                <a:solidFill>
                  <a:srgbClr val="DDDCCB"/>
                </a:solidFill>
                <a:latin typeface="Arial"/>
                <a:ea typeface="Arial"/>
                <a:cs typeface="Arial"/>
              </a:defRPr>
            </a:defPPr>
            <a:lvl1pPr algn="r">
              <a:defRPr sz="1200" b="0">
                <a:solidFill>
                  <a:srgbClr val="DDDCCB"/>
                </a:solidFill>
                <a:latin typeface="Arial"/>
                <a:ea typeface="Arial"/>
                <a:cs typeface="Arial"/>
              </a:defRPr>
            </a:lvl1pPr>
            <a:lvl2pPr algn="r">
              <a:defRPr sz="1200" b="0">
                <a:solidFill>
                  <a:srgbClr val="DDDCCB"/>
                </a:solidFill>
                <a:latin typeface="Arial"/>
                <a:ea typeface="Arial"/>
                <a:cs typeface="Arial"/>
              </a:defRPr>
            </a:lvl2pPr>
            <a:lvl3pPr algn="r">
              <a:defRPr sz="1200" b="0">
                <a:solidFill>
                  <a:srgbClr val="DDDCCB"/>
                </a:solidFill>
                <a:latin typeface="Arial"/>
                <a:ea typeface="Arial"/>
                <a:cs typeface="Arial"/>
              </a:defRPr>
            </a:lvl3pPr>
            <a:lvl4pPr algn="r">
              <a:defRPr sz="1200" b="0">
                <a:solidFill>
                  <a:srgbClr val="DDDCCB"/>
                </a:solidFill>
                <a:latin typeface="Arial"/>
                <a:ea typeface="Arial"/>
                <a:cs typeface="Arial"/>
              </a:defRPr>
            </a:lvl4pPr>
            <a:lvl5pPr algn="r">
              <a:defRPr sz="1200" b="0">
                <a:solidFill>
                  <a:srgbClr val="DDDCCB"/>
                </a:solidFill>
                <a:latin typeface="Arial"/>
                <a:ea typeface="Arial"/>
                <a:cs typeface="Arial"/>
              </a:defRPr>
            </a:lvl5pPr>
            <a:lvl6pPr algn="r">
              <a:defRPr sz="1200" b="0">
                <a:solidFill>
                  <a:srgbClr val="DDDCCB"/>
                </a:solidFill>
                <a:latin typeface="Arial"/>
                <a:ea typeface="Arial"/>
                <a:cs typeface="Arial"/>
              </a:defRPr>
            </a:lvl6pPr>
            <a:lvl7pPr algn="r">
              <a:defRPr sz="1200" b="0">
                <a:solidFill>
                  <a:srgbClr val="DDDCCB"/>
                </a:solidFill>
                <a:latin typeface="Arial"/>
                <a:ea typeface="Arial"/>
                <a:cs typeface="Arial"/>
              </a:defRPr>
            </a:lvl7pPr>
            <a:lvl8pPr algn="r">
              <a:defRPr sz="1200" b="0">
                <a:solidFill>
                  <a:srgbClr val="DDDCCB"/>
                </a:solidFill>
                <a:latin typeface="Arial"/>
                <a:ea typeface="Arial"/>
                <a:cs typeface="Arial"/>
              </a:defRPr>
            </a:lvl8pPr>
            <a:lvl9pPr algn="r">
              <a:defRPr sz="1200" b="0">
                <a:solidFill>
                  <a:srgbClr val="DDDCCB"/>
                </a:solidFill>
                <a:latin typeface="Arial"/>
                <a:ea typeface="Arial"/>
                <a:cs typeface="Arial"/>
              </a:defRPr>
            </a:lvl9pPr>
          </a:lstStyle>
          <a:p>
            <a:pPr algn="r" rtl="1">
              <a:lnSpc>
                <a:spcPct val="100000"/>
              </a:lnSpc>
              <a:buNone/>
              <a:defRPr sz="1200" b="0">
                <a:solidFill>
                  <a:srgbClr val="DDDCCB"/>
                </a:solidFill>
                <a:latin typeface="Arial"/>
                <a:ea typeface="Arial"/>
                <a:cs typeface="Arial"/>
              </a:defRPr>
            </a:pPr>
            <a:r>
              <a:rPr sz="1200" b="0" lang="he-IL" altLang="en-US">
                <a:solidFill>
                  <a:srgbClr val="DDDCCB"/>
                </a:solidFill>
                <a:latin typeface="Arial"/>
                <a:ea typeface="Arial"/>
                <a:cs typeface="Arial"/>
              </a:rPr>
              <a:t>‏שניות)</a:t>
            </a:r>
          </a:p>
        </p:txBody>
      </p:sp>
    </p:spTree>
    <p:extLst>
      <p:ext uri="{BB962C8B-B14F-4D97-AF65-F5344CB8AC3E}">
        <ns3:creationId val="1348909438"/>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84" name="title-word-0">
            <a:extLst>
              <a:ext uri="{FF2B5EF4-FFF2-40B4-BE49-F238E27FC236}">
                <ns2:creationId id="{4E583BB3-CDEF-4AEC-BF62-B62923668E08}"/>
              </a:ext>
            </a:extLst>
          </p:cNvPr>
          <p:cNvSpPr>
            <a:spLocks noGrp="1"/>
          </p:cNvSpPr>
          <p:nvPr/>
        </p:nvSpPr>
        <p:spPr>
          <a:xfrm>
            <a:off x="10358152" y="571500"/>
            <a:ext cx="109089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‏נספח:</a:t>
            </a:r>
          </a:p>
        </p:txBody>
      </p:sp>
      <p:sp>
        <p:nvSpPr>
          <p:cNvPr id="2" name="title-word-1">
            <a:extLst>
              <a:ext uri="{FF2B5EF4-FFF2-40B4-BE49-F238E27FC236}">
                <ns2:creationId id="{9017E814-DC3C-403A-A64C-FBDC73C081D4}"/>
              </a:ext>
            </a:extLst>
          </p:cNvPr>
          <p:cNvSpPr>
            <a:spLocks noGrp="1"/>
          </p:cNvSpPr>
          <p:nvPr/>
        </p:nvSpPr>
        <p:spPr>
          <a:xfrm>
            <a:off x="8697468" y="571500"/>
            <a:ext cx="156333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‏תכשיטים</a:t>
            </a:r>
          </a:p>
        </p:txBody>
      </p:sp>
      <p:sp>
        <p:nvSpPr>
          <p:cNvPr id="3" name="title-word-2">
            <a:extLst>
              <a:ext uri="{FF2B5EF4-FFF2-40B4-BE49-F238E27FC236}">
                <ns2:creationId id="{6CADD610-94B2-477F-A971-005E5784770A}"/>
              </a:ext>
            </a:extLst>
          </p:cNvPr>
          <p:cNvSpPr>
            <a:spLocks noGrp="1"/>
          </p:cNvSpPr>
          <p:nvPr/>
        </p:nvSpPr>
        <p:spPr>
          <a:xfrm>
            <a:off x="8064055" y="571500"/>
            <a:ext cx="5360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‏של</a:t>
            </a:r>
          </a:p>
        </p:txBody>
      </p:sp>
      <p:sp>
        <p:nvSpPr>
          <p:cNvPr id="4" name="title-word-3">
            <a:extLst>
              <a:ext uri="{FF2B5EF4-FFF2-40B4-BE49-F238E27FC236}">
                <ns2:creationId id="{4CCEEDA9-BE9F-4E22-98BE-3A1F2C5473E6}"/>
              </a:ext>
            </a:extLst>
          </p:cNvPr>
          <p:cNvSpPr>
            <a:spLocks noGrp="1"/>
          </p:cNvSpPr>
          <p:nvPr/>
        </p:nvSpPr>
        <p:spPr>
          <a:xfrm>
            <a:off x="7080313" y="571500"/>
            <a:ext cx="88639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‏נשות</a:t>
            </a:r>
          </a:p>
        </p:txBody>
      </p:sp>
      <p:sp>
        <p:nvSpPr>
          <p:cNvPr id="5" name="title-word-4">
            <a:extLst>
              <a:ext uri="{FF2B5EF4-FFF2-40B4-BE49-F238E27FC236}">
                <ns2:creationId id="{A0D45100-0406-4904-AD14-C5B84206137F}"/>
              </a:ext>
            </a:extLst>
          </p:cNvPr>
          <p:cNvSpPr>
            <a:spLocks noGrp="1"/>
          </p:cNvSpPr>
          <p:nvPr/>
        </p:nvSpPr>
        <p:spPr>
          <a:xfrm>
            <a:off x="6245352" y="571500"/>
            <a:ext cx="737616"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‏קבע</a:t>
            </a:r>
          </a:p>
        </p:txBody>
      </p:sp>
      <p:sp>
        <p:nvSpPr>
          <p:cNvPr id="6" name="body-1-1-word-0">
            <a:extLst>
              <a:ext uri="{FF2B5EF4-FFF2-40B4-BE49-F238E27FC236}">
                <ns2:creationId id="{A7DA19D2-D136-4ADA-AC0B-CEEE56B97F91}"/>
              </a:ext>
            </a:extLst>
          </p:cNvPr>
          <p:cNvSpPr>
            <a:spLocks noGrp="1"/>
          </p:cNvSpPr>
          <p:nvPr/>
        </p:nvSpPr>
        <p:spPr>
          <a:xfrm>
            <a:off x="11123962" y="1762125"/>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7" name="body-1-1-word-1">
            <a:extLst>
              <a:ext uri="{FF2B5EF4-FFF2-40B4-BE49-F238E27FC236}">
                <ns2:creationId id="{D9292E0D-CD6D-4BD9-BE2E-5FFF3DBFF3FC}"/>
              </a:ext>
            </a:extLst>
          </p:cNvPr>
          <p:cNvSpPr>
            <a:spLocks noGrp="1"/>
          </p:cNvSpPr>
          <p:nvPr/>
        </p:nvSpPr>
        <p:spPr>
          <a:xfrm>
            <a:off x="10422541" y="1762125"/>
            <a:ext cx="64112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‏ארבע</a:t>
            </a:r>
          </a:p>
        </p:txBody>
      </p:sp>
      <p:sp>
        <p:nvSpPr>
          <p:cNvPr id="8" name="body-1-1-word-2">
            <a:extLst>
              <a:ext uri="{FF2B5EF4-FFF2-40B4-BE49-F238E27FC236}">
                <ns2:creationId id="{AEAE9463-D07E-4520-AB76-4075E114561C}"/>
              </a:ext>
            </a:extLst>
          </p:cNvPr>
          <p:cNvSpPr>
            <a:spLocks noGrp="1"/>
          </p:cNvSpPr>
          <p:nvPr/>
        </p:nvSpPr>
        <p:spPr>
          <a:xfrm>
            <a:off x="9525572" y="1762125"/>
            <a:ext cx="8366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‏טבעות,</a:t>
            </a:r>
          </a:p>
        </p:txBody>
      </p:sp>
      <p:sp>
        <p:nvSpPr>
          <p:cNvPr id="9" name="body-1-1-word-3">
            <a:extLst>
              <a:ext uri="{FF2B5EF4-FFF2-40B4-BE49-F238E27FC236}">
                <ns2:creationId id="{9BD5513E-3B15-4699-8B8D-30229A579224}"/>
              </a:ext>
            </a:extLst>
          </p:cNvPr>
          <p:cNvSpPr>
            <a:spLocks noGrp="1"/>
          </p:cNvSpPr>
          <p:nvPr/>
        </p:nvSpPr>
        <p:spPr>
          <a:xfrm>
            <a:off x="8739950" y="1762125"/>
            <a:ext cx="7253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‏ברוחב</a:t>
            </a:r>
          </a:p>
        </p:txBody>
      </p:sp>
      <p:sp>
        <p:nvSpPr>
          <p:cNvPr id="10" name="body-1-1-word-4">
            <a:extLst>
              <a:ext uri="{FF2B5EF4-FFF2-40B4-BE49-F238E27FC236}">
                <ns2:creationId id="{50E8B8C5-CC98-4ADF-B76F-D3EAB18D3A15}"/>
              </a:ext>
            </a:extLst>
          </p:cNvPr>
          <p:cNvSpPr>
            <a:spLocks noGrp="1"/>
          </p:cNvSpPr>
          <p:nvPr/>
        </p:nvSpPr>
        <p:spPr>
          <a:xfrm>
            <a:off x="8354568" y="1762125"/>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11" name="body-1-1-word-5">
            <a:extLst>
              <a:ext uri="{FF2B5EF4-FFF2-40B4-BE49-F238E27FC236}">
                <ns2:creationId id="{CF036012-C91E-4D0F-9300-66286857FDC6}"/>
              </a:ext>
            </a:extLst>
          </p:cNvPr>
          <p:cNvSpPr>
            <a:spLocks noGrp="1"/>
          </p:cNvSpPr>
          <p:nvPr/>
        </p:nvSpPr>
        <p:spPr>
          <a:xfrm>
            <a:off x="7868507" y="1762125"/>
            <a:ext cx="4257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‏1.5</a:t>
            </a:r>
          </a:p>
        </p:txBody>
      </p:sp>
      <p:sp>
        <p:nvSpPr>
          <p:cNvPr id="12" name="body-1-1-word-6">
            <a:extLst>
              <a:ext uri="{FF2B5EF4-FFF2-40B4-BE49-F238E27FC236}">
                <ns2:creationId id="{2F6563B2-880B-4E46-87FD-86BA9435BDF7}"/>
              </a:ext>
            </a:extLst>
          </p:cNvPr>
          <p:cNvSpPr>
            <a:spLocks noGrp="1"/>
          </p:cNvSpPr>
          <p:nvPr/>
        </p:nvSpPr>
        <p:spPr>
          <a:xfrm>
            <a:off x="7324630" y="1762125"/>
            <a:ext cx="4835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13" name="body-1-1-word-7">
            <a:extLst>
              <a:ext uri="{FF2B5EF4-FFF2-40B4-BE49-F238E27FC236}">
                <ns2:creationId id="{18F23A99-485A-4B0E-96D3-5C492C01141A}"/>
              </a:ext>
            </a:extLst>
          </p:cNvPr>
          <p:cNvSpPr>
            <a:spLocks noGrp="1"/>
          </p:cNvSpPr>
          <p:nvPr/>
        </p:nvSpPr>
        <p:spPr>
          <a:xfrm>
            <a:off x="6839522" y="1762125"/>
            <a:ext cx="42481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‏לכל</a:t>
            </a:r>
          </a:p>
        </p:txBody>
      </p:sp>
      <p:sp>
        <p:nvSpPr>
          <p:cNvPr id="14" name="body-1-1-word-8">
            <a:extLst>
              <a:ext uri="{FF2B5EF4-FFF2-40B4-BE49-F238E27FC236}">
                <ns2:creationId id="{F3762A32-68B8-46AE-9DE6-58B565BC6B45}"/>
              </a:ext>
            </a:extLst>
          </p:cNvPr>
          <p:cNvSpPr>
            <a:spLocks noGrp="1"/>
          </p:cNvSpPr>
          <p:nvPr/>
        </p:nvSpPr>
        <p:spPr>
          <a:xfrm>
            <a:off x="6012942" y="1762125"/>
            <a:ext cx="7662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‏טבעת,</a:t>
            </a:r>
          </a:p>
        </p:txBody>
      </p:sp>
      <p:sp>
        <p:nvSpPr>
          <p:cNvPr id="15" name="body-1-1-word-9">
            <a:extLst>
              <a:ext uri="{FF2B5EF4-FFF2-40B4-BE49-F238E27FC236}">
                <ns2:creationId id="{6E43788A-BA3D-4D70-AA96-D4A83E6CC82A}"/>
              </a:ext>
            </a:extLst>
          </p:cNvPr>
          <p:cNvSpPr>
            <a:spLocks noGrp="1"/>
          </p:cNvSpPr>
          <p:nvPr/>
        </p:nvSpPr>
        <p:spPr>
          <a:xfrm>
            <a:off x="5640515" y="1762125"/>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16" name="body-1-1-word-10">
            <a:extLst>
              <a:ext uri="{FF2B5EF4-FFF2-40B4-BE49-F238E27FC236}">
                <ns2:creationId id="{9A3267F7-9324-4410-AC4E-053689DF5FA1}"/>
              </a:ext>
            </a:extLst>
          </p:cNvPr>
          <p:cNvSpPr>
            <a:spLocks noGrp="1"/>
          </p:cNvSpPr>
          <p:nvPr/>
        </p:nvSpPr>
        <p:spPr>
          <a:xfrm>
            <a:off x="4693825" y="1762125"/>
            <a:ext cx="8863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‏אצבעות</a:t>
            </a:r>
          </a:p>
        </p:txBody>
      </p:sp>
      <p:sp>
        <p:nvSpPr>
          <p:cNvPr id="17" name="body-1-1-word-11">
            <a:extLst>
              <a:ext uri="{FF2B5EF4-FFF2-40B4-BE49-F238E27FC236}">
                <ns2:creationId id="{9F5E1AFD-C2E2-43C0-8AF3-AB2C3EB30F76}"/>
              </a:ext>
            </a:extLst>
          </p:cNvPr>
          <p:cNvSpPr>
            <a:spLocks noGrp="1"/>
          </p:cNvSpPr>
          <p:nvPr/>
        </p:nvSpPr>
        <p:spPr>
          <a:xfrm>
            <a:off x="3825812" y="1762125"/>
            <a:ext cx="8077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‏הידיים.</a:t>
            </a:r>
          </a:p>
        </p:txBody>
      </p:sp>
      <p:sp>
        <p:nvSpPr>
          <p:cNvPr id="18" name="body-2-1-word-0">
            <a:extLst>
              <a:ext uri="{FF2B5EF4-FFF2-40B4-BE49-F238E27FC236}">
                <ns2:creationId id="{BFAC8E2C-1C3D-4DAE-8C91-A8A2355B3AB2}"/>
              </a:ext>
            </a:extLst>
          </p:cNvPr>
          <p:cNvSpPr>
            <a:spLocks noGrp="1"/>
          </p:cNvSpPr>
          <p:nvPr/>
        </p:nvSpPr>
        <p:spPr>
          <a:xfrm>
            <a:off x="11123962" y="230409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19" name="body-2-1-word-1">
            <a:extLst>
              <a:ext uri="{FF2B5EF4-FFF2-40B4-BE49-F238E27FC236}">
                <ns2:creationId id="{A973E9AD-9788-4E14-89E9-E79868BE6428}"/>
              </a:ext>
            </a:extLst>
          </p:cNvPr>
          <p:cNvSpPr>
            <a:spLocks noGrp="1"/>
          </p:cNvSpPr>
          <p:nvPr/>
        </p:nvSpPr>
        <p:spPr>
          <a:xfrm>
            <a:off x="10582656" y="2304098"/>
            <a:ext cx="4810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‏שתי</a:t>
            </a:r>
          </a:p>
        </p:txBody>
      </p:sp>
      <p:sp>
        <p:nvSpPr>
          <p:cNvPr id="20" name="body-2-1-word-2">
            <a:extLst>
              <a:ext uri="{FF2B5EF4-FFF2-40B4-BE49-F238E27FC236}">
                <ns2:creationId id="{83BDB6EC-A733-4900-825E-7B0FB132E8CC}"/>
              </a:ext>
            </a:extLst>
          </p:cNvPr>
          <p:cNvSpPr>
            <a:spLocks noGrp="1"/>
          </p:cNvSpPr>
          <p:nvPr/>
        </p:nvSpPr>
        <p:spPr>
          <a:xfrm>
            <a:off x="9390983" y="2304098"/>
            <a:ext cx="11313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‏שרשראות</a:t>
            </a:r>
          </a:p>
        </p:txBody>
      </p:sp>
      <p:sp>
        <p:nvSpPr>
          <p:cNvPr id="21" name="body-2-1-word-3">
            <a:extLst>
              <a:ext uri="{FF2B5EF4-FFF2-40B4-BE49-F238E27FC236}">
                <ns2:creationId id="{50091A91-E6A3-41B6-8D51-4FB0508148FF}"/>
              </a:ext>
            </a:extLst>
          </p:cNvPr>
          <p:cNvSpPr>
            <a:spLocks noGrp="1"/>
          </p:cNvSpPr>
          <p:nvPr/>
        </p:nvSpPr>
        <p:spPr>
          <a:xfrm>
            <a:off x="8552021" y="2304098"/>
            <a:ext cx="7786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‏מתכת.</a:t>
            </a:r>
          </a:p>
        </p:txBody>
      </p:sp>
      <p:sp>
        <p:nvSpPr>
          <p:cNvPr id="22" name="body-2-1-word-4">
            <a:extLst>
              <a:ext uri="{FF2B5EF4-FFF2-40B4-BE49-F238E27FC236}">
                <ns2:creationId id="{07E0C8C4-4977-4BA2-94DB-BE29C63D39A5}"/>
              </a:ext>
            </a:extLst>
          </p:cNvPr>
          <p:cNvSpPr>
            <a:spLocks noGrp="1"/>
          </p:cNvSpPr>
          <p:nvPr/>
        </p:nvSpPr>
        <p:spPr>
          <a:xfrm>
            <a:off x="7921466" y="2304098"/>
            <a:ext cx="57026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‏קוטר</a:t>
            </a:r>
          </a:p>
        </p:txBody>
      </p:sp>
      <p:sp>
        <p:nvSpPr>
          <p:cNvPr id="23" name="body-2-1-word-5">
            <a:extLst>
              <a:ext uri="{FF2B5EF4-FFF2-40B4-BE49-F238E27FC236}">
                <ns2:creationId id="{821A123D-B0E6-4080-8D90-EC8C4BF04031}"/>
              </a:ext>
            </a:extLst>
          </p:cNvPr>
          <p:cNvSpPr>
            <a:spLocks noGrp="1"/>
          </p:cNvSpPr>
          <p:nvPr/>
        </p:nvSpPr>
        <p:spPr>
          <a:xfrm>
            <a:off x="7568660" y="2304098"/>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24" name="body-2-1-word-6">
            <a:extLst>
              <a:ext uri="{FF2B5EF4-FFF2-40B4-BE49-F238E27FC236}">
                <ns2:creationId id="{E6A0565F-467F-4FBC-8E19-D23AAEC8C87F}"/>
              </a:ext>
            </a:extLst>
          </p:cNvPr>
          <p:cNvSpPr>
            <a:spLocks noGrp="1"/>
          </p:cNvSpPr>
          <p:nvPr/>
        </p:nvSpPr>
        <p:spPr>
          <a:xfrm>
            <a:off x="6608350" y="2304098"/>
            <a:ext cx="9000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‏שרשרת</a:t>
            </a:r>
          </a:p>
        </p:txBody>
      </p:sp>
      <p:sp>
        <p:nvSpPr>
          <p:cNvPr id="25" name="body-2-1-word-7">
            <a:extLst>
              <a:ext uri="{FF2B5EF4-FFF2-40B4-BE49-F238E27FC236}">
                <ns2:creationId id="{DFE0BDE7-F196-48DB-8E36-7A0E9C841919}"/>
              </a:ext>
            </a:extLst>
          </p:cNvPr>
          <p:cNvSpPr>
            <a:spLocks noGrp="1"/>
          </p:cNvSpPr>
          <p:nvPr/>
        </p:nvSpPr>
        <p:spPr>
          <a:xfrm>
            <a:off x="6222968" y="230409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26" name="body-2-1-word-8">
            <a:extLst>
              <a:ext uri="{FF2B5EF4-FFF2-40B4-BE49-F238E27FC236}">
                <ns2:creationId id="{C444A31C-3A99-4BF3-A6F9-312C9FAE5AE8}"/>
              </a:ext>
            </a:extLst>
          </p:cNvPr>
          <p:cNvSpPr>
            <a:spLocks noGrp="1"/>
          </p:cNvSpPr>
          <p:nvPr/>
        </p:nvSpPr>
        <p:spPr>
          <a:xfrm>
            <a:off x="5975223" y="2304098"/>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27" name="body-2-1-word-9">
            <a:extLst>
              <a:ext uri="{FF2B5EF4-FFF2-40B4-BE49-F238E27FC236}">
                <ns2:creationId id="{2262D6CF-4D53-4B5C-A6EE-383BF88DEB79}"/>
              </a:ext>
            </a:extLst>
          </p:cNvPr>
          <p:cNvSpPr>
            <a:spLocks noGrp="1"/>
          </p:cNvSpPr>
          <p:nvPr/>
        </p:nvSpPr>
        <p:spPr>
          <a:xfrm>
            <a:off x="5344287" y="2304098"/>
            <a:ext cx="57064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‏מ״מ,</a:t>
            </a:r>
          </a:p>
        </p:txBody>
      </p:sp>
      <p:sp>
        <p:nvSpPr>
          <p:cNvPr id="28" name="body-2-1-word-10">
            <a:extLst>
              <a:ext uri="{FF2B5EF4-FFF2-40B4-BE49-F238E27FC236}">
                <ns2:creationId id="{0181E7AE-C211-4FAB-BABB-362481742A33}"/>
              </a:ext>
            </a:extLst>
          </p:cNvPr>
          <p:cNvSpPr>
            <a:spLocks noGrp="1"/>
          </p:cNvSpPr>
          <p:nvPr/>
        </p:nvSpPr>
        <p:spPr>
          <a:xfrm>
            <a:off x="4788694" y="2304098"/>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‏ולכל</a:t>
            </a:r>
          </a:p>
        </p:txBody>
      </p:sp>
      <p:sp>
        <p:nvSpPr>
          <p:cNvPr id="29" name="body-2-1-word-11">
            <a:extLst>
              <a:ext uri="{FF2B5EF4-FFF2-40B4-BE49-F238E27FC236}">
                <ns2:creationId id="{2F3A7569-0DDE-4434-8160-2F0C16D390A9}"/>
              </a:ext>
            </a:extLst>
          </p:cNvPr>
          <p:cNvSpPr>
            <a:spLocks noGrp="1"/>
          </p:cNvSpPr>
          <p:nvPr/>
        </p:nvSpPr>
        <p:spPr>
          <a:xfrm>
            <a:off x="4184237" y="2304098"/>
            <a:ext cx="54416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‏אחת</a:t>
            </a:r>
          </a:p>
        </p:txBody>
      </p:sp>
      <p:sp>
        <p:nvSpPr>
          <p:cNvPr id="30" name="body-2-1-word-12">
            <a:extLst>
              <a:ext uri="{FF2B5EF4-FFF2-40B4-BE49-F238E27FC236}">
                <ns2:creationId id="{33BF1F01-536D-4B88-9E9C-6AC3C8E43BE4}"/>
              </a:ext>
            </a:extLst>
          </p:cNvPr>
          <p:cNvSpPr>
            <a:spLocks noGrp="1"/>
          </p:cNvSpPr>
          <p:nvPr/>
        </p:nvSpPr>
        <p:spPr>
          <a:xfrm>
            <a:off x="3568065" y="2304098"/>
            <a:ext cx="5558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‏תליון</a:t>
            </a:r>
          </a:p>
        </p:txBody>
      </p:sp>
      <p:sp>
        <p:nvSpPr>
          <p:cNvPr id="31" name="body-2-1-word-13">
            <a:extLst>
              <a:ext uri="{FF2B5EF4-FFF2-40B4-BE49-F238E27FC236}">
                <ns2:creationId id="{5CC3322D-DD13-4D57-8889-E908AF7E131C}"/>
              </a:ext>
            </a:extLst>
          </p:cNvPr>
          <p:cNvSpPr>
            <a:spLocks noGrp="1"/>
          </p:cNvSpPr>
          <p:nvPr/>
        </p:nvSpPr>
        <p:spPr>
          <a:xfrm>
            <a:off x="3001994" y="2304098"/>
            <a:ext cx="5057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‏אחד</a:t>
            </a:r>
          </a:p>
        </p:txBody>
      </p:sp>
      <p:sp>
        <p:nvSpPr>
          <p:cNvPr id="32" name="body-2-1-word-14">
            <a:extLst>
              <a:ext uri="{FF2B5EF4-FFF2-40B4-BE49-F238E27FC236}">
                <ns2:creationId id="{DAAE208B-C1A6-4E4E-A3C8-E7B8FD7DC52A}"/>
              </a:ext>
            </a:extLst>
          </p:cNvPr>
          <p:cNvSpPr>
            <a:spLocks noGrp="1"/>
          </p:cNvSpPr>
          <p:nvPr/>
        </p:nvSpPr>
        <p:spPr>
          <a:xfrm>
            <a:off x="2216563" y="2304098"/>
            <a:ext cx="7251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‏בקוטר</a:t>
            </a:r>
          </a:p>
        </p:txBody>
      </p:sp>
      <p:sp>
        <p:nvSpPr>
          <p:cNvPr id="33" name="body-2-1-word-15">
            <a:extLst>
              <a:ext uri="{FF2B5EF4-FFF2-40B4-BE49-F238E27FC236}">
                <ns2:creationId id="{D52DE1B2-F600-4203-BA6D-48356E79B173}"/>
              </a:ext>
            </a:extLst>
          </p:cNvPr>
          <p:cNvSpPr>
            <a:spLocks noGrp="1"/>
          </p:cNvSpPr>
          <p:nvPr/>
        </p:nvSpPr>
        <p:spPr>
          <a:xfrm>
            <a:off x="1831181" y="230409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34" name="body-2-1-word-16">
            <a:extLst>
              <a:ext uri="{FF2B5EF4-FFF2-40B4-BE49-F238E27FC236}">
                <ns2:creationId id="{FBED97F4-012D-44DC-BA34-F4261454243A}"/>
              </a:ext>
            </a:extLst>
          </p:cNvPr>
          <p:cNvSpPr>
            <a:spLocks noGrp="1"/>
          </p:cNvSpPr>
          <p:nvPr/>
        </p:nvSpPr>
        <p:spPr>
          <a:xfrm>
            <a:off x="1583436" y="2304098"/>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‏3</a:t>
            </a:r>
          </a:p>
        </p:txBody>
      </p:sp>
      <p:sp>
        <p:nvSpPr>
          <p:cNvPr id="35" name="body-2-1-word-17">
            <a:extLst>
              <a:ext uri="{FF2B5EF4-FFF2-40B4-BE49-F238E27FC236}">
                <ns2:creationId id="{B00BA853-EAFD-4F20-9D5D-1D851BE0F30F}"/>
              </a:ext>
            </a:extLst>
          </p:cNvPr>
          <p:cNvSpPr>
            <a:spLocks noGrp="1"/>
          </p:cNvSpPr>
          <p:nvPr/>
        </p:nvSpPr>
        <p:spPr>
          <a:xfrm>
            <a:off x="960215" y="2304098"/>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36" name="body-2-2-word-0">
            <a:extLst>
              <a:ext uri="{FF2B5EF4-FFF2-40B4-BE49-F238E27FC236}">
                <ns2:creationId id="{DCF69C8E-8ABA-4189-A13D-D6A6B21C062A}"/>
              </a:ext>
            </a:extLst>
          </p:cNvPr>
          <p:cNvSpPr>
            <a:spLocks noGrp="1"/>
          </p:cNvSpPr>
          <p:nvPr/>
        </p:nvSpPr>
        <p:spPr>
          <a:xfrm>
            <a:off x="10145649" y="2655570"/>
            <a:ext cx="13034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‏השרשראות</a:t>
            </a:r>
          </a:p>
        </p:txBody>
      </p:sp>
      <p:sp>
        <p:nvSpPr>
          <p:cNvPr id="37" name="body-2-2-word-1">
            <a:extLst>
              <a:ext uri="{FF2B5EF4-FFF2-40B4-BE49-F238E27FC236}">
                <ns2:creationId id="{7690AC40-AECC-4038-BED1-ED6DD803728E}"/>
              </a:ext>
            </a:extLst>
          </p:cNvPr>
          <p:cNvSpPr>
            <a:spLocks noGrp="1"/>
          </p:cNvSpPr>
          <p:nvPr/>
        </p:nvSpPr>
        <p:spPr>
          <a:xfrm>
            <a:off x="9067229" y="2655570"/>
            <a:ext cx="10181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‏מוסתרות</a:t>
            </a:r>
          </a:p>
        </p:txBody>
      </p:sp>
      <p:sp>
        <p:nvSpPr>
          <p:cNvPr id="38" name="body-2-2-word-2">
            <a:extLst>
              <a:ext uri="{FF2B5EF4-FFF2-40B4-BE49-F238E27FC236}">
                <ns2:creationId id="{2FC8C31D-6FBE-4B84-8F93-C90D4C003162}"/>
              </a:ext>
            </a:extLst>
          </p:cNvPr>
          <p:cNvSpPr>
            <a:spLocks noGrp="1"/>
          </p:cNvSpPr>
          <p:nvPr/>
        </p:nvSpPr>
        <p:spPr>
          <a:xfrm>
            <a:off x="8505349" y="2655570"/>
            <a:ext cx="50158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‏ואינן</a:t>
            </a:r>
          </a:p>
        </p:txBody>
      </p:sp>
      <p:sp>
        <p:nvSpPr>
          <p:cNvPr id="39" name="body-2-2-word-3">
            <a:extLst>
              <a:ext uri="{FF2B5EF4-FFF2-40B4-BE49-F238E27FC236}">
                <ns2:creationId id="{E60D6397-530F-4E5F-A240-E152D610580D}"/>
              </a:ext>
            </a:extLst>
          </p:cNvPr>
          <p:cNvSpPr>
            <a:spLocks noGrp="1"/>
          </p:cNvSpPr>
          <p:nvPr/>
        </p:nvSpPr>
        <p:spPr>
          <a:xfrm>
            <a:off x="7590187" y="2655570"/>
            <a:ext cx="85486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‏קולרים.</a:t>
            </a:r>
          </a:p>
        </p:txBody>
      </p:sp>
      <p:sp>
        <p:nvSpPr>
          <p:cNvPr id="40" name="body-3-1-word-0">
            <a:extLst>
              <a:ext uri="{FF2B5EF4-FFF2-40B4-BE49-F238E27FC236}">
                <ns2:creationId id="{FE1D9433-B65B-4D97-9F05-6B0EDBB61929}"/>
              </a:ext>
            </a:extLst>
          </p:cNvPr>
          <p:cNvSpPr>
            <a:spLocks noGrp="1"/>
          </p:cNvSpPr>
          <p:nvPr/>
        </p:nvSpPr>
        <p:spPr>
          <a:xfrm>
            <a:off x="11123962" y="3197543"/>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41" name="body-3-1-word-1">
            <a:extLst>
              <a:ext uri="{FF2B5EF4-FFF2-40B4-BE49-F238E27FC236}">
                <ns2:creationId id="{72795857-3C0E-402C-A8C4-361BAC621694}"/>
              </a:ext>
            </a:extLst>
          </p:cNvPr>
          <p:cNvSpPr>
            <a:spLocks noGrp="1"/>
          </p:cNvSpPr>
          <p:nvPr/>
        </p:nvSpPr>
        <p:spPr>
          <a:xfrm>
            <a:off x="10665524" y="3197543"/>
            <a:ext cx="398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a:t>
            </a:r>
          </a:p>
        </p:txBody>
      </p:sp>
      <p:sp>
        <p:nvSpPr>
          <p:cNvPr id="42" name="body-3-1-word-2">
            <a:extLst>
              <a:ext uri="{FF2B5EF4-FFF2-40B4-BE49-F238E27FC236}">
                <ns2:creationId id="{E15CEDD3-757A-4C36-9006-722030D6496F}"/>
              </a:ext>
            </a:extLst>
          </p:cNvPr>
          <p:cNvSpPr>
            <a:spLocks noGrp="1"/>
          </p:cNvSpPr>
          <p:nvPr/>
        </p:nvSpPr>
        <p:spPr>
          <a:xfrm>
            <a:off x="9982010" y="3197543"/>
            <a:ext cx="62322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‏צמידי</a:t>
            </a:r>
          </a:p>
        </p:txBody>
      </p:sp>
      <p:sp>
        <p:nvSpPr>
          <p:cNvPr id="43" name="body-3-1-word-3">
            <a:extLst>
              <a:ext uri="{FF2B5EF4-FFF2-40B4-BE49-F238E27FC236}">
                <ns2:creationId id="{AF9B0CC9-030D-4C30-A19A-0C0E410F8B15}"/>
              </a:ext>
            </a:extLst>
          </p:cNvPr>
          <p:cNvSpPr>
            <a:spLocks noGrp="1"/>
          </p:cNvSpPr>
          <p:nvPr/>
        </p:nvSpPr>
        <p:spPr>
          <a:xfrm>
            <a:off x="9222391" y="3197543"/>
            <a:ext cx="6993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‏מתכת</a:t>
            </a:r>
          </a:p>
        </p:txBody>
      </p:sp>
      <p:sp>
        <p:nvSpPr>
          <p:cNvPr id="44" name="body-3-1-word-4">
            <a:extLst>
              <a:ext uri="{FF2B5EF4-FFF2-40B4-BE49-F238E27FC236}">
                <ns2:creationId id="{1D8B7C8D-2DFC-47F0-9C0E-02B0F1E015F4}"/>
              </a:ext>
            </a:extLst>
          </p:cNvPr>
          <p:cNvSpPr>
            <a:spLocks noGrp="1"/>
          </p:cNvSpPr>
          <p:nvPr/>
        </p:nvSpPr>
        <p:spPr>
          <a:xfrm>
            <a:off x="8849963" y="3197543"/>
            <a:ext cx="3121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‏על</a:t>
            </a:r>
          </a:p>
        </p:txBody>
      </p:sp>
      <p:sp>
        <p:nvSpPr>
          <p:cNvPr id="45" name="body-3-1-word-5">
            <a:extLst>
              <a:ext uri="{FF2B5EF4-FFF2-40B4-BE49-F238E27FC236}">
                <ns2:creationId id="{71669723-FAF5-4002-8790-09D607159450}"/>
              </a:ext>
            </a:extLst>
          </p:cNvPr>
          <p:cNvSpPr>
            <a:spLocks noGrp="1"/>
          </p:cNvSpPr>
          <p:nvPr/>
        </p:nvSpPr>
        <p:spPr>
          <a:xfrm>
            <a:off x="8497157" y="3197543"/>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46" name="body-3-1-word-6">
            <a:extLst>
              <a:ext uri="{FF2B5EF4-FFF2-40B4-BE49-F238E27FC236}">
                <ns2:creationId id="{643DE495-EF89-44EF-9C80-D8DA6B479D1F}"/>
              </a:ext>
            </a:extLst>
          </p:cNvPr>
          <p:cNvSpPr>
            <a:spLocks noGrp="1"/>
          </p:cNvSpPr>
          <p:nvPr/>
        </p:nvSpPr>
        <p:spPr>
          <a:xfrm>
            <a:off x="7824216" y="3197543"/>
            <a:ext cx="6126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‏אמה,</a:t>
            </a:r>
          </a:p>
        </p:txBody>
      </p:sp>
      <p:sp>
        <p:nvSpPr>
          <p:cNvPr id="47" name="body-3-1-word-7">
            <a:extLst>
              <a:ext uri="{FF2B5EF4-FFF2-40B4-BE49-F238E27FC236}">
                <ns2:creationId id="{0F3C2123-52D4-49C0-BC44-78E36DD53E15}"/>
              </a:ext>
            </a:extLst>
          </p:cNvPr>
          <p:cNvSpPr>
            <a:spLocks noGrp="1"/>
          </p:cNvSpPr>
          <p:nvPr/>
        </p:nvSpPr>
        <p:spPr>
          <a:xfrm>
            <a:off x="6950774" y="3197543"/>
            <a:ext cx="81314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‏ארבעה</a:t>
            </a:r>
          </a:p>
        </p:txBody>
      </p:sp>
      <p:sp>
        <p:nvSpPr>
          <p:cNvPr id="48" name="body-3-1-word-8">
            <a:extLst>
              <a:ext uri="{FF2B5EF4-FFF2-40B4-BE49-F238E27FC236}">
                <ns2:creationId id="{D7949BA1-B01C-462F-93FB-E359327F6923}"/>
              </a:ext>
            </a:extLst>
          </p:cNvPr>
          <p:cNvSpPr>
            <a:spLocks noGrp="1"/>
          </p:cNvSpPr>
          <p:nvPr/>
        </p:nvSpPr>
        <p:spPr>
          <a:xfrm>
            <a:off x="6397466" y="3197543"/>
            <a:ext cx="4930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‏בסך</a:t>
            </a:r>
          </a:p>
        </p:txBody>
      </p:sp>
      <p:sp>
        <p:nvSpPr>
          <p:cNvPr id="49" name="body-3-1-word-9">
            <a:extLst>
              <a:ext uri="{FF2B5EF4-FFF2-40B4-BE49-F238E27FC236}">
                <ns2:creationId id="{A4E1D21F-F931-4228-87B6-1C6ECDAF077F}"/>
              </a:ext>
            </a:extLst>
          </p:cNvPr>
          <p:cNvSpPr>
            <a:spLocks noGrp="1"/>
          </p:cNvSpPr>
          <p:nvPr/>
        </p:nvSpPr>
        <p:spPr>
          <a:xfrm>
            <a:off x="5722715" y="3197543"/>
            <a:ext cx="6144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‏הכול.</a:t>
            </a:r>
          </a:p>
        </p:txBody>
      </p:sp>
      <p:sp>
        <p:nvSpPr>
          <p:cNvPr id="50" name="body-3-1-word-10">
            <a:extLst>
              <a:ext uri="{FF2B5EF4-FFF2-40B4-BE49-F238E27FC236}">
                <ns2:creationId id="{4027862C-D796-48B0-B55E-9C4A40550BD6}"/>
              </a:ext>
            </a:extLst>
          </p:cNvPr>
          <p:cNvSpPr>
            <a:spLocks noGrp="1"/>
          </p:cNvSpPr>
          <p:nvPr/>
        </p:nvSpPr>
        <p:spPr>
          <a:xfrm>
            <a:off x="5091970" y="3197543"/>
            <a:ext cx="570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‏רוחב</a:t>
            </a:r>
          </a:p>
        </p:txBody>
      </p:sp>
      <p:sp>
        <p:nvSpPr>
          <p:cNvPr id="51" name="body-3-1-word-11">
            <a:extLst>
              <a:ext uri="{FF2B5EF4-FFF2-40B4-BE49-F238E27FC236}">
                <ns2:creationId id="{28BD34A2-8C23-46A4-A213-0779509D0834}"/>
              </a:ext>
            </a:extLst>
          </p:cNvPr>
          <p:cNvSpPr>
            <a:spLocks noGrp="1"/>
          </p:cNvSpPr>
          <p:nvPr/>
        </p:nvSpPr>
        <p:spPr>
          <a:xfrm>
            <a:off x="4739164" y="3197543"/>
            <a:ext cx="2925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a:t>
            </a:r>
          </a:p>
        </p:txBody>
      </p:sp>
      <p:sp>
        <p:nvSpPr>
          <p:cNvPr id="52" name="body-3-1-word-12">
            <a:extLst>
              <a:ext uri="{FF2B5EF4-FFF2-40B4-BE49-F238E27FC236}">
                <ns2:creationId id="{E5470325-A344-432F-832C-8398704B677A}"/>
              </a:ext>
            </a:extLst>
          </p:cNvPr>
          <p:cNvSpPr>
            <a:spLocks noGrp="1"/>
          </p:cNvSpPr>
          <p:nvPr/>
        </p:nvSpPr>
        <p:spPr>
          <a:xfrm>
            <a:off x="4126135" y="3197543"/>
            <a:ext cx="5527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‏צמיד</a:t>
            </a:r>
          </a:p>
        </p:txBody>
      </p:sp>
      <p:sp>
        <p:nvSpPr>
          <p:cNvPr id="53" name="body-3-1-word-13">
            <a:extLst>
              <a:ext uri="{FF2B5EF4-FFF2-40B4-BE49-F238E27FC236}">
                <ns2:creationId id="{860ECA2A-016E-4B4B-B32E-02271A0E3B21}"/>
              </a:ext>
            </a:extLst>
          </p:cNvPr>
          <p:cNvSpPr>
            <a:spLocks noGrp="1"/>
          </p:cNvSpPr>
          <p:nvPr/>
        </p:nvSpPr>
        <p:spPr>
          <a:xfrm>
            <a:off x="3740753" y="3197543"/>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54" name="body-3-1-word-14">
            <a:extLst>
              <a:ext uri="{FF2B5EF4-FFF2-40B4-BE49-F238E27FC236}">
                <ns2:creationId id="{749AE21E-7778-4333-BA96-79CE1BA0DDA8}"/>
              </a:ext>
            </a:extLst>
          </p:cNvPr>
          <p:cNvSpPr>
            <a:spLocks noGrp="1"/>
          </p:cNvSpPr>
          <p:nvPr/>
        </p:nvSpPr>
        <p:spPr>
          <a:xfrm>
            <a:off x="3493008" y="3197543"/>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a:t>
            </a:r>
          </a:p>
        </p:txBody>
      </p:sp>
      <p:sp>
        <p:nvSpPr>
          <p:cNvPr id="55" name="body-3-1-word-15">
            <a:extLst>
              <a:ext uri="{FF2B5EF4-FFF2-40B4-BE49-F238E27FC236}">
                <ns2:creationId id="{77C4EE5F-17C9-424F-87F8-85F9C8C10D6A}"/>
              </a:ext>
            </a:extLst>
          </p:cNvPr>
          <p:cNvSpPr>
            <a:spLocks noGrp="1"/>
          </p:cNvSpPr>
          <p:nvPr/>
        </p:nvSpPr>
        <p:spPr>
          <a:xfrm>
            <a:off x="2869787" y="3197543"/>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56" name="body-4-1-word-0">
            <a:extLst>
              <a:ext uri="{FF2B5EF4-FFF2-40B4-BE49-F238E27FC236}">
                <ns2:creationId id="{5FF66620-6FE8-4394-86F8-E0ACA6176AFA}"/>
              </a:ext>
            </a:extLst>
          </p:cNvPr>
          <p:cNvSpPr>
            <a:spLocks noGrp="1"/>
          </p:cNvSpPr>
          <p:nvPr/>
        </p:nvSpPr>
        <p:spPr>
          <a:xfrm>
            <a:off x="11123962" y="3739515"/>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57" name="body-4-1-word-1">
            <a:extLst>
              <a:ext uri="{FF2B5EF4-FFF2-40B4-BE49-F238E27FC236}">
                <ns2:creationId id="{1CFAA6A4-F426-427B-9CA3-035C80F54EB5}"/>
              </a:ext>
            </a:extLst>
          </p:cNvPr>
          <p:cNvSpPr>
            <a:spLocks noGrp="1"/>
          </p:cNvSpPr>
          <p:nvPr/>
        </p:nvSpPr>
        <p:spPr>
          <a:xfrm>
            <a:off x="10665524" y="3739515"/>
            <a:ext cx="39814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‏שני</a:t>
            </a:r>
          </a:p>
        </p:txBody>
      </p:sp>
      <p:sp>
        <p:nvSpPr>
          <p:cNvPr id="58" name="body-4-1-word-2">
            <a:extLst>
              <a:ext uri="{FF2B5EF4-FFF2-40B4-BE49-F238E27FC236}">
                <ns2:creationId id="{8BB4B7E4-2A33-476B-869C-754A6A725746}"/>
              </a:ext>
            </a:extLst>
          </p:cNvPr>
          <p:cNvSpPr>
            <a:spLocks noGrp="1"/>
          </p:cNvSpPr>
          <p:nvPr/>
        </p:nvSpPr>
        <p:spPr>
          <a:xfrm>
            <a:off x="10028873" y="3739515"/>
            <a:ext cx="5763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‏זוגות</a:t>
            </a:r>
          </a:p>
        </p:txBody>
      </p:sp>
      <p:sp>
        <p:nvSpPr>
          <p:cNvPr id="59" name="body-4-1-word-3">
            <a:extLst>
              <a:ext uri="{FF2B5EF4-FFF2-40B4-BE49-F238E27FC236}">
                <ns2:creationId id="{1124E4D0-3E16-4115-A9AF-A611BA46BD53}"/>
              </a:ext>
            </a:extLst>
          </p:cNvPr>
          <p:cNvSpPr>
            <a:spLocks noGrp="1"/>
          </p:cNvSpPr>
          <p:nvPr/>
        </p:nvSpPr>
        <p:spPr>
          <a:xfrm>
            <a:off x="9230487" y="3739515"/>
            <a:ext cx="73809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‏עגילים</a:t>
            </a:r>
          </a:p>
        </p:txBody>
      </p:sp>
      <p:sp>
        <p:nvSpPr>
          <p:cNvPr id="60" name="body-4-1-word-4">
            <a:extLst>
              <a:ext uri="{FF2B5EF4-FFF2-40B4-BE49-F238E27FC236}">
                <ns2:creationId id="{0CB76E79-663F-45BE-BC22-77ECDAD90163}"/>
              </a:ext>
            </a:extLst>
          </p:cNvPr>
          <p:cNvSpPr>
            <a:spLocks noGrp="1"/>
          </p:cNvSpPr>
          <p:nvPr/>
        </p:nvSpPr>
        <p:spPr>
          <a:xfrm>
            <a:off x="8375904" y="3739515"/>
            <a:ext cx="7942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‏צמודים</a:t>
            </a:r>
          </a:p>
        </p:txBody>
      </p:sp>
      <p:sp>
        <p:nvSpPr>
          <p:cNvPr id="61" name="body-4-1-word-5">
            <a:extLst>
              <a:ext uri="{FF2B5EF4-FFF2-40B4-BE49-F238E27FC236}">
                <ns2:creationId id="{CB6EEE04-E172-4809-9471-DBFC2D14BD12}"/>
              </a:ext>
            </a:extLst>
          </p:cNvPr>
          <p:cNvSpPr>
            <a:spLocks noGrp="1"/>
          </p:cNvSpPr>
          <p:nvPr/>
        </p:nvSpPr>
        <p:spPr>
          <a:xfrm>
            <a:off x="7444550" y="3739515"/>
            <a:ext cx="8710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‏בהתאם</a:t>
            </a:r>
          </a:p>
        </p:txBody>
      </p:sp>
      <p:sp>
        <p:nvSpPr>
          <p:cNvPr id="62" name="body-4-1-word-6">
            <a:extLst>
              <a:ext uri="{FF2B5EF4-FFF2-40B4-BE49-F238E27FC236}">
                <ns2:creationId id="{3E641F25-346B-4882-945A-CF02E8C54D31}"/>
              </a:ext>
            </a:extLst>
          </p:cNvPr>
          <p:cNvSpPr>
            <a:spLocks noGrp="1"/>
          </p:cNvSpPr>
          <p:nvPr/>
        </p:nvSpPr>
        <p:spPr>
          <a:xfrm>
            <a:off x="6654260" y="3739515"/>
            <a:ext cx="7299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‏לעדכון</a:t>
            </a:r>
          </a:p>
        </p:txBody>
      </p:sp>
      <p:sp>
        <p:nvSpPr>
          <p:cNvPr id="63" name="body-4-1-word-7">
            <a:extLst>
              <a:ext uri="{FF2B5EF4-FFF2-40B4-BE49-F238E27FC236}">
                <ns2:creationId id="{4A58D5D7-D882-47AD-B537-A5121D750ACF}"/>
              </a:ext>
            </a:extLst>
          </p:cNvPr>
          <p:cNvSpPr>
            <a:spLocks noGrp="1"/>
          </p:cNvSpPr>
          <p:nvPr/>
        </p:nvSpPr>
        <p:spPr>
          <a:xfrm>
            <a:off x="5850350" y="3739515"/>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64" name="body-4-1-word-8">
            <a:extLst>
              <a:ext uri="{FF2B5EF4-FFF2-40B4-BE49-F238E27FC236}">
                <ns2:creationId id="{A9EE6BF1-EB9F-449D-B6F3-613C32549371}"/>
              </a:ext>
            </a:extLst>
          </p:cNvPr>
          <p:cNvSpPr>
            <a:spLocks noGrp="1"/>
          </p:cNvSpPr>
          <p:nvPr/>
        </p:nvSpPr>
        <p:spPr>
          <a:xfrm>
            <a:off x="5253609" y="3739515"/>
            <a:ext cx="53644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‏עדיין</a:t>
            </a:r>
          </a:p>
        </p:txBody>
      </p:sp>
      <p:sp>
        <p:nvSpPr>
          <p:cNvPr id="65" name="body-4-1-word-9">
            <a:extLst>
              <a:ext uri="{FF2B5EF4-FFF2-40B4-BE49-F238E27FC236}">
                <ns2:creationId id="{7958A1DB-4C87-4D05-AAF9-04AC8B2F1524}"/>
              </a:ext>
            </a:extLst>
          </p:cNvPr>
          <p:cNvSpPr>
            <a:spLocks noGrp="1"/>
          </p:cNvSpPr>
          <p:nvPr/>
        </p:nvSpPr>
        <p:spPr>
          <a:xfrm>
            <a:off x="4395502" y="3739515"/>
            <a:ext cx="797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‏בודקים</a:t>
            </a:r>
          </a:p>
        </p:txBody>
      </p:sp>
      <p:sp>
        <p:nvSpPr>
          <p:cNvPr id="66" name="body-4-1-word-10">
            <a:extLst>
              <a:ext uri="{FF2B5EF4-FFF2-40B4-BE49-F238E27FC236}">
                <ns2:creationId id="{32ABADB7-CB9D-4DED-8DA9-2E67655656E6}"/>
              </a:ext>
            </a:extLst>
          </p:cNvPr>
          <p:cNvSpPr>
            <a:spLocks noGrp="1"/>
          </p:cNvSpPr>
          <p:nvPr/>
        </p:nvSpPr>
        <p:spPr>
          <a:xfrm>
            <a:off x="3665792" y="3739515"/>
            <a:ext cx="6694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‏מיקום</a:t>
            </a:r>
          </a:p>
        </p:txBody>
      </p:sp>
      <p:sp>
        <p:nvSpPr>
          <p:cNvPr id="67" name="body-4-1-word-11">
            <a:extLst>
              <a:ext uri="{FF2B5EF4-FFF2-40B4-BE49-F238E27FC236}">
                <ns2:creationId id="{65EB96C7-12C8-4522-847D-61FC5F754024}"/>
              </a:ext>
            </a:extLst>
          </p:cNvPr>
          <p:cNvSpPr>
            <a:spLocks noGrp="1"/>
          </p:cNvSpPr>
          <p:nvPr/>
        </p:nvSpPr>
        <p:spPr>
          <a:xfrm>
            <a:off x="3005519" y="3739515"/>
            <a:ext cx="59998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‏מותר</a:t>
            </a:r>
          </a:p>
        </p:txBody>
      </p:sp>
      <p:sp>
        <p:nvSpPr>
          <p:cNvPr id="68" name="body-4-1-word-12">
            <a:extLst>
              <a:ext uri="{FF2B5EF4-FFF2-40B4-BE49-F238E27FC236}">
                <ns2:creationId id="{899B0CB6-83C9-4090-BE73-33AC5830602B}"/>
              </a:ext>
            </a:extLst>
          </p:cNvPr>
          <p:cNvSpPr>
            <a:spLocks noGrp="1"/>
          </p:cNvSpPr>
          <p:nvPr/>
        </p:nvSpPr>
        <p:spPr>
          <a:xfrm>
            <a:off x="2261426" y="3739515"/>
            <a:ext cx="6838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‏בתנוך</a:t>
            </a:r>
          </a:p>
        </p:txBody>
      </p:sp>
      <p:sp>
        <p:nvSpPr>
          <p:cNvPr id="69" name="body-4-1-word-13">
            <a:extLst>
              <a:ext uri="{FF2B5EF4-FFF2-40B4-BE49-F238E27FC236}">
                <ns2:creationId id="{BA4A73C9-5DC2-468E-BE19-FD9681AB0D61}"/>
              </a:ext>
            </a:extLst>
          </p:cNvPr>
          <p:cNvSpPr>
            <a:spLocks noGrp="1"/>
          </p:cNvSpPr>
          <p:nvPr/>
        </p:nvSpPr>
        <p:spPr>
          <a:xfrm>
            <a:off x="1757648" y="3739515"/>
            <a:ext cx="4434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‏ואת</a:t>
            </a:r>
          </a:p>
        </p:txBody>
      </p:sp>
      <p:sp>
        <p:nvSpPr>
          <p:cNvPr id="70" name="body-4-1-word-14">
            <a:extLst>
              <a:ext uri="{FF2B5EF4-FFF2-40B4-BE49-F238E27FC236}">
                <ns2:creationId id="{D2A4C158-4754-4C2A-B8A9-C121E58E93E4}"/>
              </a:ext>
            </a:extLst>
          </p:cNvPr>
          <p:cNvSpPr>
            <a:spLocks noGrp="1"/>
          </p:cNvSpPr>
          <p:nvPr/>
        </p:nvSpPr>
        <p:spPr>
          <a:xfrm>
            <a:off x="1153097" y="3739515"/>
            <a:ext cx="5442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‏תנאי</a:t>
            </a:r>
          </a:p>
        </p:txBody>
      </p:sp>
      <p:sp>
        <p:nvSpPr>
          <p:cNvPr id="71" name="body-4-2-word-0">
            <a:extLst>
              <a:ext uri="{FF2B5EF4-FFF2-40B4-BE49-F238E27FC236}">
                <ns2:creationId id="{0329BDAF-F08E-4447-AFA9-F9E08B0E51D6}"/>
              </a:ext>
            </a:extLst>
          </p:cNvPr>
          <p:cNvSpPr>
            <a:spLocks noGrp="1"/>
          </p:cNvSpPr>
          <p:nvPr/>
        </p:nvSpPr>
        <p:spPr>
          <a:xfrm>
            <a:off x="10429399" y="4090987"/>
            <a:ext cx="101965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‏הבטיחות</a:t>
            </a:r>
          </a:p>
        </p:txBody>
      </p:sp>
      <p:sp>
        <p:nvSpPr>
          <p:cNvPr id="72" name="body-4-2-word-1">
            <a:extLst>
              <a:ext uri="{FF2B5EF4-FFF2-40B4-BE49-F238E27FC236}">
                <ns2:creationId id="{F06A69E8-DCC4-4396-B7E1-9FE23834EF90}"/>
              </a:ext>
            </a:extLst>
          </p:cNvPr>
          <p:cNvSpPr>
            <a:spLocks noGrp="1"/>
          </p:cNvSpPr>
          <p:nvPr/>
        </p:nvSpPr>
        <p:spPr>
          <a:xfrm>
            <a:off x="10009822" y="4090987"/>
            <a:ext cx="35928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‏של</a:t>
            </a:r>
          </a:p>
        </p:txBody>
      </p:sp>
      <p:sp>
        <p:nvSpPr>
          <p:cNvPr id="73" name="body-4-2-word-2">
            <a:extLst>
              <a:ext uri="{FF2B5EF4-FFF2-40B4-BE49-F238E27FC236}">
                <ns2:creationId id="{109D3ABC-A1BC-4FE6-AF94-E1D90BF7D156}"/>
              </a:ext>
            </a:extLst>
          </p:cNvPr>
          <p:cNvSpPr>
            <a:spLocks noGrp="1"/>
          </p:cNvSpPr>
          <p:nvPr/>
        </p:nvSpPr>
        <p:spPr>
          <a:xfrm>
            <a:off x="8956929" y="4090987"/>
            <a:ext cx="9926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‏התפקיד.</a:t>
            </a:r>
          </a:p>
        </p:txBody>
      </p:sp>
      <p:sp>
        <p:nvSpPr>
          <p:cNvPr id="74" name="sources-word-0">
            <a:extLst>
              <a:ext uri="{FF2B5EF4-FFF2-40B4-BE49-F238E27FC236}">
                <ns2:creationId id="{22B6F7E4-034C-43AF-8593-96894A69ED7D}"/>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5" name="sources-word-1">
            <a:extLst>
              <a:ext uri="{FF2B5EF4-FFF2-40B4-BE49-F238E27FC236}">
                <ns2:creationId id="{689789EA-BED9-4D3F-9CBB-985FF9C9CE64}"/>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76" name="sources-word-2">
            <a:extLst>
              <a:ext uri="{FF2B5EF4-FFF2-40B4-BE49-F238E27FC236}">
                <ns2:creationId id="{40A45C52-1A2A-4513-B679-ADDEDE6BE94C}"/>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77" name="sources-word-3">
            <a:extLst>
              <a:ext uri="{FF2B5EF4-FFF2-40B4-BE49-F238E27FC236}">
                <ns2:creationId id="{0F28CC9B-CDF6-4BA1-93BD-CE7D2C204BD7}"/>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8" name="sources-word-4">
            <a:extLst>
              <a:ext uri="{FF2B5EF4-FFF2-40B4-BE49-F238E27FC236}">
                <ns2:creationId id="{F8B0AE94-DF8D-4F9A-A1D6-19C41128385E}"/>
              </a:ext>
            </a:extLst>
          </p:cNvPr>
          <p:cNvSpPr>
            <a:spLocks noGrp="1"/>
          </p:cNvSpPr>
          <p:nvPr/>
        </p:nvSpPr>
        <p:spPr>
          <a:xfrm>
            <a:off x="9619583"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79" name="sources-word-5">
            <a:extLst>
              <a:ext uri="{FF2B5EF4-FFF2-40B4-BE49-F238E27FC236}">
                <ns2:creationId id="{21D30589-D9EF-4C40-A2AF-A0E261D1FF81}"/>
              </a:ext>
            </a:extLst>
          </p:cNvPr>
          <p:cNvSpPr>
            <a:spLocks noGrp="1"/>
          </p:cNvSpPr>
          <p:nvPr/>
        </p:nvSpPr>
        <p:spPr>
          <a:xfrm>
            <a:off x="9245060"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80" name="sources-word-6">
            <a:extLst>
              <a:ext uri="{FF2B5EF4-FFF2-40B4-BE49-F238E27FC236}">
                <ns2:creationId id="{7622DFB1-DDE1-44E3-A9F8-6D28CC55F700}"/>
              </a:ext>
            </a:extLst>
          </p:cNvPr>
          <p:cNvSpPr>
            <a:spLocks noGrp="1"/>
          </p:cNvSpPr>
          <p:nvPr/>
        </p:nvSpPr>
        <p:spPr>
          <a:xfrm>
            <a:off x="848077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81" name="page">
            <a:extLst>
              <a:ext uri="{FF2B5EF4-FFF2-40B4-BE49-F238E27FC236}">
                <ns2:creationId id="{C9107652-B3B6-4906-9312-B1557B1F0301}"/>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32 / 35</a:t>
            </a:r>
          </a:p>
        </p:txBody>
      </p:sp>
      <p:sp>
        <p:nvSpPr>
          <p:cNvPr id="82" name="timing-word-0">
            <a:extLst>
              <a:ext uri="{FF2B5EF4-FFF2-40B4-BE49-F238E27FC236}">
                <ns2:creationId id="{FF81A34C-2E4B-4C03-B682-4ABF9FA06CB9}"/>
              </a:ext>
            </a:extLst>
          </p:cNvPr>
          <p:cNvSpPr>
            <a:spLocks noGrp="1"/>
          </p:cNvSpPr>
          <p:nvPr/>
        </p:nvSpPr>
        <p:spPr>
          <a:xfrm>
            <a:off x="11104721" y="6505575"/>
            <a:ext cx="344329"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‏נספח</a:t>
            </a:r>
          </a:p>
        </p:txBody>
      </p:sp>
      <p:sp>
        <p:nvSpPr>
          <p:cNvPr id="83" name="timing-word-1">
            <a:extLst>
              <a:ext uri="{FF2B5EF4-FFF2-40B4-BE49-F238E27FC236}">
                <ns2:creationId id="{8CB8EEC8-E19F-4286-90BE-CD48C1810D5D}"/>
              </a:ext>
            </a:extLst>
          </p:cNvPr>
          <p:cNvSpPr>
            <a:spLocks noGrp="1"/>
          </p:cNvSpPr>
          <p:nvPr/>
        </p:nvSpPr>
        <p:spPr>
          <a:xfrm>
            <a:off x="10788872" y="6505575"/>
            <a:ext cx="292513"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‏לעיון</a:t>
            </a:r>
          </a:p>
        </p:txBody>
      </p:sp>
    </p:spTree>
    <p:extLst>
      <p:ext uri="{BB962C8B-B14F-4D97-AF65-F5344CB8AC3E}">
        <ns3:creationId val="1859069044"/>
      </p:ext>
    </p:extLst>
  </p:cSld>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109" name="title-word-0">
            <a:extLst>
              <a:ext uri="{FF2B5EF4-FFF2-40B4-BE49-F238E27FC236}">
                <ns2:creationId id="{5EEEF126-9A8C-4727-A3FB-0C4DA535C281}"/>
              </a:ext>
            </a:extLst>
          </p:cNvPr>
          <p:cNvSpPr>
            <a:spLocks noGrp="1"/>
          </p:cNvSpPr>
          <p:nvPr/>
        </p:nvSpPr>
        <p:spPr>
          <a:xfrm>
            <a:off x="10358152" y="571500"/>
            <a:ext cx="109089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‏נספח:</a:t>
            </a:r>
          </a:p>
        </p:txBody>
      </p:sp>
      <p:sp>
        <p:nvSpPr>
          <p:cNvPr id="2" name="title-word-1">
            <a:extLst>
              <a:ext uri="{FF2B5EF4-FFF2-40B4-BE49-F238E27FC236}">
                <ns2:creationId id="{1F0BA833-29EB-4536-A4E4-59D5F0169F3F}"/>
              </a:ext>
            </a:extLst>
          </p:cNvPr>
          <p:cNvSpPr>
            <a:spLocks noGrp="1"/>
          </p:cNvSpPr>
          <p:nvPr/>
        </p:nvSpPr>
        <p:spPr>
          <a:xfrm>
            <a:off x="9004840" y="571500"/>
            <a:ext cx="1255967"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‏סנדלים</a:t>
            </a:r>
          </a:p>
        </p:txBody>
      </p:sp>
      <p:sp>
        <p:nvSpPr>
          <p:cNvPr id="3" name="title-word-2">
            <a:extLst>
              <a:ext uri="{FF2B5EF4-FFF2-40B4-BE49-F238E27FC236}">
                <ns2:creationId id="{6C82A000-7FA4-475B-88AB-DA7A43325F08}"/>
              </a:ext>
            </a:extLst>
          </p:cNvPr>
          <p:cNvSpPr>
            <a:spLocks noGrp="1"/>
          </p:cNvSpPr>
          <p:nvPr/>
        </p:nvSpPr>
        <p:spPr>
          <a:xfrm>
            <a:off x="7958614" y="571500"/>
            <a:ext cx="94888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‏וכיסוי</a:t>
            </a:r>
          </a:p>
        </p:txBody>
      </p:sp>
      <p:sp>
        <p:nvSpPr>
          <p:cNvPr id="4" name="title-word-3">
            <a:extLst>
              <a:ext uri="{FF2B5EF4-FFF2-40B4-BE49-F238E27FC236}">
                <ns2:creationId id="{C0DC140B-7CBE-4309-87D0-F3F7DEC48366}"/>
              </a:ext>
            </a:extLst>
          </p:cNvPr>
          <p:cNvSpPr>
            <a:spLocks noGrp="1"/>
          </p:cNvSpPr>
          <p:nvPr/>
        </p:nvSpPr>
        <p:spPr>
          <a:xfrm>
            <a:off x="7070407" y="571500"/>
            <a:ext cx="790861"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‏ראש</a:t>
            </a:r>
          </a:p>
        </p:txBody>
      </p:sp>
      <p:sp>
        <p:nvSpPr>
          <p:cNvPr id="5" name="body-1-1-word-0">
            <a:extLst>
              <a:ext uri="{FF2B5EF4-FFF2-40B4-BE49-F238E27FC236}">
                <ns2:creationId id="{64EB3016-CC42-404E-9F64-8191EFB17524}"/>
              </a:ext>
            </a:extLst>
          </p:cNvPr>
          <p:cNvSpPr>
            <a:spLocks noGrp="1"/>
          </p:cNvSpPr>
          <p:nvPr/>
        </p:nvSpPr>
        <p:spPr>
          <a:xfrm>
            <a:off x="10636663" y="1762125"/>
            <a:ext cx="8123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‏סנדלים</a:t>
            </a:r>
          </a:p>
        </p:txBody>
      </p:sp>
      <p:sp>
        <p:nvSpPr>
          <p:cNvPr id="6" name="body-1-1-word-1">
            <a:extLst>
              <a:ext uri="{FF2B5EF4-FFF2-40B4-BE49-F238E27FC236}">
                <ns2:creationId id="{24D80793-9AB1-4B14-837D-844BFCB6E428}"/>
              </a:ext>
            </a:extLst>
          </p:cNvPr>
          <p:cNvSpPr>
            <a:spLocks noGrp="1"/>
          </p:cNvSpPr>
          <p:nvPr/>
        </p:nvSpPr>
        <p:spPr>
          <a:xfrm>
            <a:off x="9795510" y="1762125"/>
            <a:ext cx="78086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‏לנשים:</a:t>
            </a:r>
          </a:p>
        </p:txBody>
      </p:sp>
      <p:sp>
        <p:nvSpPr>
          <p:cNvPr id="7" name="body-1-1-word-2">
            <a:extLst>
              <a:ext uri="{FF2B5EF4-FFF2-40B4-BE49-F238E27FC236}">
                <ns2:creationId id="{8F396676-7B9C-4E33-9A0D-9132BFDF355F}"/>
              </a:ext>
            </a:extLst>
          </p:cNvPr>
          <p:cNvSpPr>
            <a:spLocks noGrp="1"/>
          </p:cNvSpPr>
          <p:nvPr/>
        </p:nvSpPr>
        <p:spPr>
          <a:xfrm>
            <a:off x="8879681" y="1762125"/>
            <a:ext cx="85553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‏שחורים</a:t>
            </a:r>
          </a:p>
        </p:txBody>
      </p:sp>
      <p:sp>
        <p:nvSpPr>
          <p:cNvPr id="8" name="body-1-1-word-3">
            <a:extLst>
              <a:ext uri="{FF2B5EF4-FFF2-40B4-BE49-F238E27FC236}">
                <ns2:creationId id="{D9C7A9C9-10C1-45D3-9285-489D30155F7F}"/>
              </a:ext>
            </a:extLst>
          </p:cNvPr>
          <p:cNvSpPr>
            <a:spLocks noGrp="1"/>
          </p:cNvSpPr>
          <p:nvPr/>
        </p:nvSpPr>
        <p:spPr>
          <a:xfrm>
            <a:off x="8251793" y="1762125"/>
            <a:ext cx="56759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‏מעור</a:t>
            </a:r>
          </a:p>
        </p:txBody>
      </p:sp>
      <p:sp>
        <p:nvSpPr>
          <p:cNvPr id="9" name="body-1-1-word-4">
            <a:extLst>
              <a:ext uri="{FF2B5EF4-FFF2-40B4-BE49-F238E27FC236}">
                <ns2:creationId id="{8796D169-3D6C-4C32-A8A8-26DE4C6D0DF7}"/>
              </a:ext>
            </a:extLst>
          </p:cNvPr>
          <p:cNvSpPr>
            <a:spLocks noGrp="1"/>
          </p:cNvSpPr>
          <p:nvPr/>
        </p:nvSpPr>
        <p:spPr>
          <a:xfrm>
            <a:off x="7931563" y="1762125"/>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10" name="body-1-1-word-5">
            <a:extLst>
              <a:ext uri="{FF2B5EF4-FFF2-40B4-BE49-F238E27FC236}">
                <ns2:creationId id="{510F1BDA-FF6F-4C79-B802-D01305D49272}"/>
              </a:ext>
            </a:extLst>
          </p:cNvPr>
          <p:cNvSpPr>
            <a:spLocks noGrp="1"/>
          </p:cNvSpPr>
          <p:nvPr/>
        </p:nvSpPr>
        <p:spPr>
          <a:xfrm>
            <a:off x="7384732" y="1762125"/>
            <a:ext cx="4865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‏דמוי</a:t>
            </a:r>
          </a:p>
        </p:txBody>
      </p:sp>
      <p:sp>
        <p:nvSpPr>
          <p:cNvPr id="11" name="body-1-1-word-6">
            <a:extLst>
              <a:ext uri="{FF2B5EF4-FFF2-40B4-BE49-F238E27FC236}">
                <ns2:creationId id="{CB1C5004-502D-4F29-8EB8-B0E1B36B0ADB}"/>
              </a:ext>
            </a:extLst>
          </p:cNvPr>
          <p:cNvSpPr>
            <a:spLocks noGrp="1"/>
          </p:cNvSpPr>
          <p:nvPr/>
        </p:nvSpPr>
        <p:spPr>
          <a:xfrm>
            <a:off x="6849237" y="1762125"/>
            <a:ext cx="47520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‏עור,</a:t>
            </a:r>
          </a:p>
        </p:txBody>
      </p:sp>
      <p:sp>
        <p:nvSpPr>
          <p:cNvPr id="12" name="body-1-1-word-7">
            <a:extLst>
              <a:ext uri="{FF2B5EF4-FFF2-40B4-BE49-F238E27FC236}">
                <ns2:creationId id="{16CCF6FF-ECA2-4752-9FD4-09CC95D2A16F}"/>
              </a:ext>
            </a:extLst>
          </p:cNvPr>
          <p:cNvSpPr>
            <a:spLocks noGrp="1"/>
          </p:cNvSpPr>
          <p:nvPr/>
        </p:nvSpPr>
        <p:spPr>
          <a:xfrm>
            <a:off x="6334982" y="1762125"/>
            <a:ext cx="4539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‏ללא</a:t>
            </a:r>
          </a:p>
        </p:txBody>
      </p:sp>
      <p:sp>
        <p:nvSpPr>
          <p:cNvPr id="13" name="body-1-1-word-8">
            <a:extLst>
              <a:ext uri="{FF2B5EF4-FFF2-40B4-BE49-F238E27FC236}">
                <ns2:creationId id="{E7EA78CB-97AF-4517-A024-6CD4A4385D1F}"/>
              </a:ext>
            </a:extLst>
          </p:cNvPr>
          <p:cNvSpPr>
            <a:spLocks noGrp="1"/>
          </p:cNvSpPr>
          <p:nvPr/>
        </p:nvSpPr>
        <p:spPr>
          <a:xfrm>
            <a:off x="5260181" y="1762125"/>
            <a:ext cx="101450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‏קישוטים,</a:t>
            </a:r>
          </a:p>
        </p:txBody>
      </p:sp>
      <p:sp>
        <p:nvSpPr>
          <p:cNvPr id="14" name="body-1-1-word-9">
            <a:extLst>
              <a:ext uri="{FF2B5EF4-FFF2-40B4-BE49-F238E27FC236}">
                <ns2:creationId id="{07F9E709-7866-49E7-8D9F-40B71BA07CE8}"/>
              </a:ext>
            </a:extLst>
          </p:cNvPr>
          <p:cNvSpPr>
            <a:spLocks noGrp="1"/>
          </p:cNvSpPr>
          <p:nvPr/>
        </p:nvSpPr>
        <p:spPr>
          <a:xfrm>
            <a:off x="4435697" y="1762125"/>
            <a:ext cx="76419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‏סגורים</a:t>
            </a:r>
          </a:p>
        </p:txBody>
      </p:sp>
      <p:sp>
        <p:nvSpPr>
          <p:cNvPr id="15" name="body-1-1-word-10">
            <a:extLst>
              <a:ext uri="{FF2B5EF4-FFF2-40B4-BE49-F238E27FC236}">
                <ns2:creationId id="{0C36A701-6C15-43BD-B9E5-74B24E315AEF}"/>
              </a:ext>
            </a:extLst>
          </p:cNvPr>
          <p:cNvSpPr>
            <a:spLocks noGrp="1"/>
          </p:cNvSpPr>
          <p:nvPr/>
        </p:nvSpPr>
        <p:spPr>
          <a:xfrm>
            <a:off x="3822763" y="1762125"/>
            <a:ext cx="5526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‏לרגל</a:t>
            </a:r>
          </a:p>
        </p:txBody>
      </p:sp>
      <p:sp>
        <p:nvSpPr>
          <p:cNvPr id="16" name="body-1-1-word-11">
            <a:extLst>
              <a:ext uri="{FF2B5EF4-FFF2-40B4-BE49-F238E27FC236}">
                <ns2:creationId id="{5C1E7747-BBC9-497A-B30F-DADB59890D7C}"/>
              </a:ext>
            </a:extLst>
          </p:cNvPr>
          <p:cNvSpPr>
            <a:spLocks noGrp="1"/>
          </p:cNvSpPr>
          <p:nvPr/>
        </p:nvSpPr>
        <p:spPr>
          <a:xfrm>
            <a:off x="3374993" y="176212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17" name="body-1-1-word-12">
            <a:extLst>
              <a:ext uri="{FF2B5EF4-FFF2-40B4-BE49-F238E27FC236}">
                <ns2:creationId id="{7370DA63-630B-4B56-A64F-813E0E09C747}"/>
              </a:ext>
            </a:extLst>
          </p:cNvPr>
          <p:cNvSpPr>
            <a:spLocks noGrp="1"/>
          </p:cNvSpPr>
          <p:nvPr/>
        </p:nvSpPr>
        <p:spPr>
          <a:xfrm>
            <a:off x="2392775" y="1762125"/>
            <a:ext cx="92192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‏המפרט.</a:t>
            </a:r>
          </a:p>
        </p:txBody>
      </p:sp>
      <p:sp>
        <p:nvSpPr>
          <p:cNvPr id="18" name="body-1-1-word-13">
            <a:extLst>
              <a:ext uri="{FF2B5EF4-FFF2-40B4-BE49-F238E27FC236}">
                <ns2:creationId id="{61A9C82D-42B4-4E70-990C-FB410678C898}"/>
              </a:ext>
            </a:extLst>
          </p:cNvPr>
          <p:cNvSpPr>
            <a:spLocks noGrp="1"/>
          </p:cNvSpPr>
          <p:nvPr/>
        </p:nvSpPr>
        <p:spPr>
          <a:xfrm>
            <a:off x="1580578" y="1762125"/>
            <a:ext cx="75190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‏בחובה</a:t>
            </a:r>
          </a:p>
        </p:txBody>
      </p:sp>
      <p:sp>
        <p:nvSpPr>
          <p:cNvPr id="19" name="body-1-1-word-14">
            <a:extLst>
              <a:ext uri="{FF2B5EF4-FFF2-40B4-BE49-F238E27FC236}">
                <ns2:creationId id="{D7065C8A-A505-49DD-BB87-9BB85D661444}"/>
              </a:ext>
            </a:extLst>
          </p:cNvPr>
          <p:cNvSpPr>
            <a:spLocks noGrp="1"/>
          </p:cNvSpPr>
          <p:nvPr/>
        </p:nvSpPr>
        <p:spPr>
          <a:xfrm>
            <a:off x="815721" y="1762125"/>
            <a:ext cx="70456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‏רצועה</a:t>
            </a:r>
          </a:p>
        </p:txBody>
      </p:sp>
      <p:sp>
        <p:nvSpPr>
          <p:cNvPr id="20" name="body-1-2-word-0">
            <a:extLst>
              <a:ext uri="{FF2B5EF4-FFF2-40B4-BE49-F238E27FC236}">
                <ns2:creationId id="{92384457-75C3-401A-9753-9ADB55685A7C}"/>
              </a:ext>
            </a:extLst>
          </p:cNvPr>
          <p:cNvSpPr>
            <a:spLocks noGrp="1"/>
          </p:cNvSpPr>
          <p:nvPr/>
        </p:nvSpPr>
        <p:spPr>
          <a:xfrm>
            <a:off x="10692289" y="2113598"/>
            <a:ext cx="7567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‏קדמית</a:t>
            </a:r>
          </a:p>
        </p:txBody>
      </p:sp>
      <p:sp>
        <p:nvSpPr>
          <p:cNvPr id="21" name="body-1-2-word-1">
            <a:extLst>
              <a:ext uri="{FF2B5EF4-FFF2-40B4-BE49-F238E27FC236}">
                <ns2:creationId id="{41C9B2E6-0995-463C-837C-F0E66380D425}"/>
              </a:ext>
            </a:extLst>
          </p:cNvPr>
          <p:cNvSpPr>
            <a:spLocks noGrp="1"/>
          </p:cNvSpPr>
          <p:nvPr/>
        </p:nvSpPr>
        <p:spPr>
          <a:xfrm>
            <a:off x="9906667" y="2113598"/>
            <a:ext cx="72532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‏ברוחב</a:t>
            </a:r>
          </a:p>
        </p:txBody>
      </p:sp>
      <p:sp>
        <p:nvSpPr>
          <p:cNvPr id="22" name="body-1-2-word-2">
            <a:extLst>
              <a:ext uri="{FF2B5EF4-FFF2-40B4-BE49-F238E27FC236}">
                <ns2:creationId id="{9CE9A666-E047-479E-AC42-D22D28412E13}"/>
              </a:ext>
            </a:extLst>
          </p:cNvPr>
          <p:cNvSpPr>
            <a:spLocks noGrp="1"/>
          </p:cNvSpPr>
          <p:nvPr/>
        </p:nvSpPr>
        <p:spPr>
          <a:xfrm>
            <a:off x="9420606" y="2113598"/>
            <a:ext cx="42576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‏2.5</a:t>
            </a:r>
          </a:p>
        </p:txBody>
      </p:sp>
      <p:sp>
        <p:nvSpPr>
          <p:cNvPr id="23" name="body-1-2-word-3">
            <a:extLst>
              <a:ext uri="{FF2B5EF4-FFF2-40B4-BE49-F238E27FC236}">
                <ns2:creationId id="{D66C3A13-86E8-45D9-9770-1A8966FBB479}"/>
              </a:ext>
            </a:extLst>
          </p:cNvPr>
          <p:cNvSpPr>
            <a:spLocks noGrp="1"/>
          </p:cNvSpPr>
          <p:nvPr/>
        </p:nvSpPr>
        <p:spPr>
          <a:xfrm>
            <a:off x="8876729" y="2113598"/>
            <a:ext cx="48358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24" name="body-1-2-word-4">
            <a:extLst>
              <a:ext uri="{FF2B5EF4-FFF2-40B4-BE49-F238E27FC236}">
                <ns2:creationId id="{E719276F-DC43-420F-8AB5-E73813DC287F}"/>
              </a:ext>
            </a:extLst>
          </p:cNvPr>
          <p:cNvSpPr>
            <a:spLocks noGrp="1"/>
          </p:cNvSpPr>
          <p:nvPr/>
        </p:nvSpPr>
        <p:spPr>
          <a:xfrm>
            <a:off x="8029861" y="2113598"/>
            <a:ext cx="78657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‏ורצועת</a:t>
            </a:r>
          </a:p>
        </p:txBody>
      </p:sp>
      <p:sp>
        <p:nvSpPr>
          <p:cNvPr id="25" name="body-1-2-word-5">
            <a:extLst>
              <a:ext uri="{FF2B5EF4-FFF2-40B4-BE49-F238E27FC236}">
                <ns2:creationId id="{B07F740C-BC69-42AC-BB8A-35C85FBF6727}"/>
              </a:ext>
            </a:extLst>
          </p:cNvPr>
          <p:cNvSpPr>
            <a:spLocks noGrp="1"/>
          </p:cNvSpPr>
          <p:nvPr/>
        </p:nvSpPr>
        <p:spPr>
          <a:xfrm>
            <a:off x="7192137" y="2113598"/>
            <a:ext cx="77743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‏קרסול,</a:t>
            </a:r>
          </a:p>
        </p:txBody>
      </p:sp>
      <p:sp>
        <p:nvSpPr>
          <p:cNvPr id="26" name="body-1-2-word-6">
            <a:extLst>
              <a:ext uri="{FF2B5EF4-FFF2-40B4-BE49-F238E27FC236}">
                <ns2:creationId id="{CD35AE2A-3EFD-44F6-8E24-600DFD0116CB}"/>
              </a:ext>
            </a:extLst>
          </p:cNvPr>
          <p:cNvSpPr>
            <a:spLocks noGrp="1"/>
          </p:cNvSpPr>
          <p:nvPr/>
        </p:nvSpPr>
        <p:spPr>
          <a:xfrm>
            <a:off x="6640068" y="2113598"/>
            <a:ext cx="49177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‏עקב</a:t>
            </a:r>
          </a:p>
        </p:txBody>
      </p:sp>
      <p:sp>
        <p:nvSpPr>
          <p:cNvPr id="27" name="body-1-2-word-7">
            <a:extLst>
              <a:ext uri="{FF2B5EF4-FFF2-40B4-BE49-F238E27FC236}">
                <ns2:creationId id="{38AB08DC-7E6E-41D7-93C0-B14448C7A247}"/>
              </a:ext>
            </a:extLst>
          </p:cNvPr>
          <p:cNvSpPr>
            <a:spLocks noGrp="1"/>
          </p:cNvSpPr>
          <p:nvPr/>
        </p:nvSpPr>
        <p:spPr>
          <a:xfrm>
            <a:off x="6254686" y="2113598"/>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28" name="body-1-2-word-8">
            <a:extLst>
              <a:ext uri="{FF2B5EF4-FFF2-40B4-BE49-F238E27FC236}">
                <ns2:creationId id="{AB0D41F4-33B9-44DC-882A-7D3BC122ECD1}"/>
              </a:ext>
            </a:extLst>
          </p:cNvPr>
          <p:cNvSpPr>
            <a:spLocks noGrp="1"/>
          </p:cNvSpPr>
          <p:nvPr/>
        </p:nvSpPr>
        <p:spPr>
          <a:xfrm>
            <a:off x="6006941" y="2113598"/>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a:t>
            </a:r>
          </a:p>
        </p:txBody>
      </p:sp>
      <p:sp>
        <p:nvSpPr>
          <p:cNvPr id="29" name="body-1-2-word-9">
            <a:extLst>
              <a:ext uri="{FF2B5EF4-FFF2-40B4-BE49-F238E27FC236}">
                <ns2:creationId id="{C1699789-C23C-4D98-9506-0972F32E9655}"/>
              </a:ext>
            </a:extLst>
          </p:cNvPr>
          <p:cNvSpPr>
            <a:spLocks noGrp="1"/>
          </p:cNvSpPr>
          <p:nvPr/>
        </p:nvSpPr>
        <p:spPr>
          <a:xfrm>
            <a:off x="5383720" y="2113598"/>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30" name="body-1-2-word-10">
            <a:extLst>
              <a:ext uri="{FF2B5EF4-FFF2-40B4-BE49-F238E27FC236}">
                <ns2:creationId id="{6B14E617-1E61-49D1-99B1-AEC52BEC2F80}"/>
              </a:ext>
            </a:extLst>
          </p:cNvPr>
          <p:cNvSpPr>
            <a:spLocks noGrp="1"/>
          </p:cNvSpPr>
          <p:nvPr/>
        </p:nvSpPr>
        <p:spPr>
          <a:xfrm>
            <a:off x="4676775" y="2113598"/>
            <a:ext cx="6466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‏בקבע</a:t>
            </a:r>
          </a:p>
        </p:txBody>
      </p:sp>
      <p:sp>
        <p:nvSpPr>
          <p:cNvPr id="31" name="body-1-2-word-11">
            <a:extLst>
              <a:ext uri="{FF2B5EF4-FFF2-40B4-BE49-F238E27FC236}">
                <ns2:creationId id="{05EED1AC-CEBD-41D4-9AA3-62B23DE9DB2B}"/>
              </a:ext>
            </a:extLst>
          </p:cNvPr>
          <p:cNvSpPr>
            <a:spLocks noGrp="1"/>
          </p:cNvSpPr>
          <p:nvPr/>
        </p:nvSpPr>
        <p:spPr>
          <a:xfrm>
            <a:off x="4043077" y="2113598"/>
            <a:ext cx="57340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‏חלים</a:t>
            </a:r>
          </a:p>
        </p:txBody>
      </p:sp>
      <p:sp>
        <p:nvSpPr>
          <p:cNvPr id="32" name="body-1-2-word-12">
            <a:extLst>
              <a:ext uri="{FF2B5EF4-FFF2-40B4-BE49-F238E27FC236}">
                <ns2:creationId id="{DC9B46DB-57A5-49AD-B475-3BCD01F4D4C2}"/>
              </a:ext>
            </a:extLst>
          </p:cNvPr>
          <p:cNvSpPr>
            <a:spLocks noGrp="1"/>
          </p:cNvSpPr>
          <p:nvPr/>
        </p:nvSpPr>
        <p:spPr>
          <a:xfrm>
            <a:off x="3487483" y="2113598"/>
            <a:ext cx="4953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‏כללי</a:t>
            </a:r>
          </a:p>
        </p:txBody>
      </p:sp>
      <p:sp>
        <p:nvSpPr>
          <p:cNvPr id="33" name="body-1-2-word-13">
            <a:extLst>
              <a:ext uri="{FF2B5EF4-FFF2-40B4-BE49-F238E27FC236}">
                <ns2:creationId id="{8C800C29-75E9-4029-AAC8-6047AB48EC86}"/>
              </a:ext>
            </a:extLst>
          </p:cNvPr>
          <p:cNvSpPr>
            <a:spLocks noGrp="1"/>
          </p:cNvSpPr>
          <p:nvPr/>
        </p:nvSpPr>
        <p:spPr>
          <a:xfrm>
            <a:off x="2796254" y="2113598"/>
            <a:ext cx="63093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‏הדגם</a:t>
            </a:r>
          </a:p>
        </p:txBody>
      </p:sp>
      <p:sp>
        <p:nvSpPr>
          <p:cNvPr id="34" name="body-1-2-word-14">
            <a:extLst>
              <a:ext uri="{FF2B5EF4-FFF2-40B4-BE49-F238E27FC236}">
                <ns2:creationId id="{90D9DACC-B654-498B-B0BF-D4AB6BBFCEE7}"/>
              </a:ext>
            </a:extLst>
          </p:cNvPr>
          <p:cNvSpPr>
            <a:spLocks noGrp="1"/>
          </p:cNvSpPr>
          <p:nvPr/>
        </p:nvSpPr>
        <p:spPr>
          <a:xfrm>
            <a:off x="1636109" y="2113598"/>
            <a:ext cx="10998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‏הייעודיים,</a:t>
            </a:r>
          </a:p>
        </p:txBody>
      </p:sp>
      <p:sp>
        <p:nvSpPr>
          <p:cNvPr id="35" name="body-1-2-word-15">
            <a:extLst>
              <a:ext uri="{FF2B5EF4-FFF2-40B4-BE49-F238E27FC236}">
                <ns2:creationId id="{3D3508C9-7793-4AB5-B486-81D39E8E14BF}"/>
              </a:ext>
            </a:extLst>
          </p:cNvPr>
          <p:cNvSpPr>
            <a:spLocks noGrp="1"/>
          </p:cNvSpPr>
          <p:nvPr/>
        </p:nvSpPr>
        <p:spPr>
          <a:xfrm>
            <a:off x="1013555" y="2113598"/>
            <a:ext cx="56226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‏ועקב</a:t>
            </a:r>
          </a:p>
        </p:txBody>
      </p:sp>
      <p:sp>
        <p:nvSpPr>
          <p:cNvPr id="36" name="body-1-3-word-0">
            <a:extLst>
              <a:ext uri="{FF2B5EF4-FFF2-40B4-BE49-F238E27FC236}">
                <ns2:creationId id="{9F208EEB-D3D9-4653-AC14-808C0CEBC58B}"/>
              </a:ext>
            </a:extLst>
          </p:cNvPr>
          <p:cNvSpPr>
            <a:spLocks noGrp="1"/>
          </p:cNvSpPr>
          <p:nvPr/>
        </p:nvSpPr>
        <p:spPr>
          <a:xfrm>
            <a:off x="11123962" y="2465070"/>
            <a:ext cx="3250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a:t>
            </a:r>
          </a:p>
        </p:txBody>
      </p:sp>
      <p:sp>
        <p:nvSpPr>
          <p:cNvPr id="37" name="body-1-3-word-1">
            <a:extLst>
              <a:ext uri="{FF2B5EF4-FFF2-40B4-BE49-F238E27FC236}">
                <ns2:creationId id="{613140B2-7BDE-4D15-B043-F3DFD5290DA1}"/>
              </a:ext>
            </a:extLst>
          </p:cNvPr>
          <p:cNvSpPr>
            <a:spLocks noGrp="1"/>
          </p:cNvSpPr>
          <p:nvPr/>
        </p:nvSpPr>
        <p:spPr>
          <a:xfrm>
            <a:off x="10876217" y="2465070"/>
            <a:ext cx="1874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‏7</a:t>
            </a:r>
          </a:p>
        </p:txBody>
      </p:sp>
      <p:sp>
        <p:nvSpPr>
          <p:cNvPr id="38" name="body-1-3-word-2">
            <a:extLst>
              <a:ext uri="{FF2B5EF4-FFF2-40B4-BE49-F238E27FC236}">
                <ns2:creationId id="{9CED3AFA-872B-425A-B5CA-B04D7FA989D9}"/>
              </a:ext>
            </a:extLst>
          </p:cNvPr>
          <p:cNvSpPr>
            <a:spLocks noGrp="1"/>
          </p:cNvSpPr>
          <p:nvPr/>
        </p:nvSpPr>
        <p:spPr>
          <a:xfrm>
            <a:off x="10252996" y="2465070"/>
            <a:ext cx="562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‏ס״מ.</a:t>
            </a:r>
          </a:p>
        </p:txBody>
      </p:sp>
      <p:sp>
        <p:nvSpPr>
          <p:cNvPr id="39" name="body-2-1-word-0">
            <a:extLst>
              <a:ext uri="{FF2B5EF4-FFF2-40B4-BE49-F238E27FC236}">
                <ns2:creationId id="{FDE1EFC6-378A-481F-8E17-2C9C60A7AB20}"/>
              </a:ext>
            </a:extLst>
          </p:cNvPr>
          <p:cNvSpPr>
            <a:spLocks noGrp="1"/>
          </p:cNvSpPr>
          <p:nvPr/>
        </p:nvSpPr>
        <p:spPr>
          <a:xfrm>
            <a:off x="11118723" y="3007043"/>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40" name="body-2-1-word-1">
            <a:extLst>
              <a:ext uri="{FF2B5EF4-FFF2-40B4-BE49-F238E27FC236}">
                <ns2:creationId id="{476C62F6-B959-4201-BC20-CC7AEB47C68A}"/>
              </a:ext>
            </a:extLst>
          </p:cNvPr>
          <p:cNvSpPr>
            <a:spLocks noGrp="1"/>
          </p:cNvSpPr>
          <p:nvPr/>
        </p:nvSpPr>
        <p:spPr>
          <a:xfrm>
            <a:off x="10417016" y="3007043"/>
            <a:ext cx="64141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‏סנדלי</a:t>
            </a:r>
          </a:p>
        </p:txBody>
      </p:sp>
      <p:sp>
        <p:nvSpPr>
          <p:cNvPr id="41" name="body-2-1-word-2">
            <a:extLst>
              <a:ext uri="{FF2B5EF4-FFF2-40B4-BE49-F238E27FC236}">
                <ns2:creationId id="{A235D913-11C5-4808-A0CA-7430E2942769}"/>
              </a:ext>
            </a:extLst>
          </p:cNvPr>
          <p:cNvSpPr>
            <a:spLocks noGrp="1"/>
          </p:cNvSpPr>
          <p:nvPr/>
        </p:nvSpPr>
        <p:spPr>
          <a:xfrm>
            <a:off x="9724454" y="3007043"/>
            <a:ext cx="63227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‏אצבע</a:t>
            </a:r>
          </a:p>
        </p:txBody>
      </p:sp>
      <p:sp>
        <p:nvSpPr>
          <p:cNvPr id="42" name="body-2-1-word-3">
            <a:extLst>
              <a:ext uri="{FF2B5EF4-FFF2-40B4-BE49-F238E27FC236}">
                <ns2:creationId id="{984BA410-7A56-4BEC-85FB-2A8A34110DD7}"/>
              </a:ext>
            </a:extLst>
          </p:cNvPr>
          <p:cNvSpPr>
            <a:spLocks noGrp="1"/>
          </p:cNvSpPr>
          <p:nvPr/>
        </p:nvSpPr>
        <p:spPr>
          <a:xfrm>
            <a:off x="9404223" y="30070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43" name="body-2-1-word-4">
            <a:extLst>
              <a:ext uri="{FF2B5EF4-FFF2-40B4-BE49-F238E27FC236}">
                <ns2:creationId id="{D140177E-0A5B-4612-AF42-7DFA0FFFE3D2}"/>
              </a:ext>
            </a:extLst>
          </p:cNvPr>
          <p:cNvSpPr>
            <a:spLocks noGrp="1"/>
          </p:cNvSpPr>
          <p:nvPr/>
        </p:nvSpPr>
        <p:spPr>
          <a:xfrm>
            <a:off x="8063103" y="3007043"/>
            <a:ext cx="12808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‏פלטפורמה,</a:t>
            </a:r>
          </a:p>
        </p:txBody>
      </p:sp>
      <p:sp>
        <p:nvSpPr>
          <p:cNvPr id="44" name="body-2-1-word-5">
            <a:extLst>
              <a:ext uri="{FF2B5EF4-FFF2-40B4-BE49-F238E27FC236}">
                <ns2:creationId id="{3C38F978-E63A-4F88-978A-8A0AA0203542}"/>
              </a:ext>
            </a:extLst>
          </p:cNvPr>
          <p:cNvSpPr>
            <a:spLocks noGrp="1"/>
          </p:cNvSpPr>
          <p:nvPr/>
        </p:nvSpPr>
        <p:spPr>
          <a:xfrm>
            <a:off x="7672483" y="3007043"/>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45" name="body-2-1-word-6">
            <a:extLst>
              <a:ext uri="{FF2B5EF4-FFF2-40B4-BE49-F238E27FC236}">
                <ns2:creationId id="{BF08E524-A6EC-43C0-8372-5D1640FA65CB}"/>
              </a:ext>
            </a:extLst>
          </p:cNvPr>
          <p:cNvSpPr>
            <a:spLocks noGrp="1"/>
          </p:cNvSpPr>
          <p:nvPr/>
        </p:nvSpPr>
        <p:spPr>
          <a:xfrm>
            <a:off x="6857238" y="3007043"/>
            <a:ext cx="7549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‏גרביים</a:t>
            </a:r>
          </a:p>
        </p:txBody>
      </p:sp>
      <p:sp>
        <p:nvSpPr>
          <p:cNvPr id="46" name="body-2-1-word-7">
            <a:extLst>
              <a:ext uri="{FF2B5EF4-FFF2-40B4-BE49-F238E27FC236}">
                <ns2:creationId id="{4A542C46-6E9B-46D7-A7F5-17E974E5632C}"/>
              </a:ext>
            </a:extLst>
          </p:cNvPr>
          <p:cNvSpPr>
            <a:spLocks noGrp="1"/>
          </p:cNvSpPr>
          <p:nvPr/>
        </p:nvSpPr>
        <p:spPr>
          <a:xfrm>
            <a:off x="6446044" y="3007043"/>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47" name="body-2-1-word-8">
            <a:extLst>
              <a:ext uri="{FF2B5EF4-FFF2-40B4-BE49-F238E27FC236}">
                <ns2:creationId id="{9B38B9D6-40F2-44B9-A283-906BD9491EC2}"/>
              </a:ext>
            </a:extLst>
          </p:cNvPr>
          <p:cNvSpPr>
            <a:spLocks noGrp="1"/>
          </p:cNvSpPr>
          <p:nvPr/>
        </p:nvSpPr>
        <p:spPr>
          <a:xfrm>
            <a:off x="5493925" y="3007043"/>
            <a:ext cx="89182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‏סנדלים,</a:t>
            </a:r>
          </a:p>
        </p:txBody>
      </p:sp>
      <p:sp>
        <p:nvSpPr>
          <p:cNvPr id="48" name="body-2-1-word-9">
            <a:extLst>
              <a:ext uri="{FF2B5EF4-FFF2-40B4-BE49-F238E27FC236}">
                <ns2:creationId id="{547EAB26-FD37-4DF3-8FF7-493BD018265C}"/>
              </a:ext>
            </a:extLst>
          </p:cNvPr>
          <p:cNvSpPr>
            <a:spLocks noGrp="1"/>
          </p:cNvSpPr>
          <p:nvPr/>
        </p:nvSpPr>
        <p:spPr>
          <a:xfrm>
            <a:off x="5032819" y="3007043"/>
            <a:ext cx="4008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‏ואין</a:t>
            </a:r>
          </a:p>
        </p:txBody>
      </p:sp>
      <p:sp>
        <p:nvSpPr>
          <p:cNvPr id="49" name="body-2-1-word-10">
            <a:extLst>
              <a:ext uri="{FF2B5EF4-FFF2-40B4-BE49-F238E27FC236}">
                <ns2:creationId id="{FF085429-7745-4226-9608-5E587C2BF612}"/>
              </a:ext>
            </a:extLst>
          </p:cNvPr>
          <p:cNvSpPr>
            <a:spLocks noGrp="1"/>
          </p:cNvSpPr>
          <p:nvPr/>
        </p:nvSpPr>
        <p:spPr>
          <a:xfrm>
            <a:off x="4317492" y="3007043"/>
            <a:ext cx="65503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‏שילוב</a:t>
            </a:r>
          </a:p>
        </p:txBody>
      </p:sp>
      <p:sp>
        <p:nvSpPr>
          <p:cNvPr id="50" name="body-2-1-word-11">
            <a:extLst>
              <a:ext uri="{FF2B5EF4-FFF2-40B4-BE49-F238E27FC236}">
                <ns2:creationId id="{7F09874C-8C50-4135-B10B-14E1FAC10CFD}"/>
              </a:ext>
            </a:extLst>
          </p:cNvPr>
          <p:cNvSpPr>
            <a:spLocks noGrp="1"/>
          </p:cNvSpPr>
          <p:nvPr/>
        </p:nvSpPr>
        <p:spPr>
          <a:xfrm>
            <a:off x="3906298" y="3007043"/>
            <a:ext cx="35090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‏עם</a:t>
            </a:r>
          </a:p>
        </p:txBody>
      </p:sp>
      <p:sp>
        <p:nvSpPr>
          <p:cNvPr id="51" name="body-2-1-word-12">
            <a:extLst>
              <a:ext uri="{FF2B5EF4-FFF2-40B4-BE49-F238E27FC236}">
                <ns2:creationId id="{6E9E66A2-46E3-45CA-86F6-C61534B8F3CB}"/>
              </a:ext>
            </a:extLst>
          </p:cNvPr>
          <p:cNvSpPr>
            <a:spLocks noGrp="1"/>
          </p:cNvSpPr>
          <p:nvPr/>
        </p:nvSpPr>
        <p:spPr>
          <a:xfrm>
            <a:off x="3429953" y="3007043"/>
            <a:ext cx="41605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‏מדי</a:t>
            </a:r>
          </a:p>
        </p:txBody>
      </p:sp>
      <p:sp>
        <p:nvSpPr>
          <p:cNvPr id="52" name="body-2-1-word-13">
            <a:extLst>
              <a:ext uri="{FF2B5EF4-FFF2-40B4-BE49-F238E27FC236}">
                <ns2:creationId id="{CC6E003B-23A0-40BD-AE99-5312B1C8A547}"/>
              </a:ext>
            </a:extLst>
          </p:cNvPr>
          <p:cNvSpPr>
            <a:spLocks noGrp="1"/>
          </p:cNvSpPr>
          <p:nvPr/>
        </p:nvSpPr>
        <p:spPr>
          <a:xfrm>
            <a:off x="3118866" y="3007043"/>
            <a:ext cx="250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a:t>
            </a:r>
          </a:p>
        </p:txBody>
      </p:sp>
      <p:sp>
        <p:nvSpPr>
          <p:cNvPr id="53" name="body-2-1-word-14">
            <a:extLst>
              <a:ext uri="{FF2B5EF4-FFF2-40B4-BE49-F238E27FC236}">
                <ns2:creationId id="{DD2AF4FF-1C3B-4BE3-AB11-EA16081BB4FD}"/>
              </a:ext>
            </a:extLst>
          </p:cNvPr>
          <p:cNvSpPr>
            <a:spLocks noGrp="1"/>
          </p:cNvSpPr>
          <p:nvPr/>
        </p:nvSpPr>
        <p:spPr>
          <a:xfrm>
            <a:off x="2798636" y="3007043"/>
            <a:ext cx="2599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a:t>
            </a:r>
          </a:p>
        </p:txBody>
      </p:sp>
      <p:sp>
        <p:nvSpPr>
          <p:cNvPr id="54" name="body-2-1-word-15">
            <a:extLst>
              <a:ext uri="{FF2B5EF4-FFF2-40B4-BE49-F238E27FC236}">
                <ns2:creationId id="{1383A4A3-756E-4A20-92CF-DC4702C2B53F}"/>
              </a:ext>
            </a:extLst>
          </p:cNvPr>
          <p:cNvSpPr>
            <a:spLocks noGrp="1"/>
          </p:cNvSpPr>
          <p:nvPr/>
        </p:nvSpPr>
        <p:spPr>
          <a:xfrm>
            <a:off x="2098643" y="3007043"/>
            <a:ext cx="63969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‏פריטי</a:t>
            </a:r>
          </a:p>
        </p:txBody>
      </p:sp>
      <p:sp>
        <p:nvSpPr>
          <p:cNvPr id="55" name="body-2-1-word-16">
            <a:extLst>
              <a:ext uri="{FF2B5EF4-FFF2-40B4-BE49-F238E27FC236}">
                <ns2:creationId id="{2EA396ED-A8BA-4728-825C-BC8152149723}"/>
              </a:ext>
            </a:extLst>
          </p:cNvPr>
          <p:cNvSpPr>
            <a:spLocks noGrp="1"/>
          </p:cNvSpPr>
          <p:nvPr/>
        </p:nvSpPr>
        <p:spPr>
          <a:xfrm>
            <a:off x="1381506" y="3007043"/>
            <a:ext cx="6568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‏חורף.</a:t>
            </a:r>
          </a:p>
        </p:txBody>
      </p:sp>
      <p:sp>
        <p:nvSpPr>
          <p:cNvPr id="56" name="body-2-2-word-0">
            <a:extLst>
              <a:ext uri="{FF2B5EF4-FFF2-40B4-BE49-F238E27FC236}">
                <ns2:creationId id="{68029076-24B6-4D48-B0BA-F4514366FD43}"/>
              </a:ext>
            </a:extLst>
          </p:cNvPr>
          <p:cNvSpPr>
            <a:spLocks noGrp="1"/>
          </p:cNvSpPr>
          <p:nvPr/>
        </p:nvSpPr>
        <p:spPr>
          <a:xfrm>
            <a:off x="10618184" y="3358515"/>
            <a:ext cx="8308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‏המפקד</a:t>
            </a:r>
          </a:p>
        </p:txBody>
      </p:sp>
      <p:sp>
        <p:nvSpPr>
          <p:cNvPr id="57" name="body-2-2-word-1">
            <a:extLst>
              <a:ext uri="{FF2B5EF4-FFF2-40B4-BE49-F238E27FC236}">
                <ns2:creationId id="{342D6247-DD43-4EFF-9638-B6302E7D7FD4}"/>
              </a:ext>
            </a:extLst>
          </p:cNvPr>
          <p:cNvSpPr>
            <a:spLocks noGrp="1"/>
          </p:cNvSpPr>
          <p:nvPr/>
        </p:nvSpPr>
        <p:spPr>
          <a:xfrm>
            <a:off x="9954006" y="3358515"/>
            <a:ext cx="603885"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‏רשאי</a:t>
            </a:r>
          </a:p>
        </p:txBody>
      </p:sp>
      <p:sp>
        <p:nvSpPr>
          <p:cNvPr id="58" name="body-2-2-word-2">
            <a:extLst>
              <a:ext uri="{FF2B5EF4-FFF2-40B4-BE49-F238E27FC236}">
                <ns2:creationId id="{1A5E2E84-E67C-4EE7-B0B7-E3F2ADF97B95}"/>
              </a:ext>
            </a:extLst>
          </p:cNvPr>
          <p:cNvSpPr>
            <a:spLocks noGrp="1"/>
          </p:cNvSpPr>
          <p:nvPr/>
        </p:nvSpPr>
        <p:spPr>
          <a:xfrm>
            <a:off x="9089231" y="3358515"/>
            <a:ext cx="8044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‏להגביל</a:t>
            </a:r>
          </a:p>
        </p:txBody>
      </p:sp>
      <p:sp>
        <p:nvSpPr>
          <p:cNvPr id="59" name="body-2-2-word-3">
            <a:extLst>
              <a:ext uri="{FF2B5EF4-FFF2-40B4-BE49-F238E27FC236}">
                <ns2:creationId id="{D8FC6566-5C91-4F4D-A648-A80A2DAB53CC}"/>
              </a:ext>
            </a:extLst>
          </p:cNvPr>
          <p:cNvSpPr>
            <a:spLocks noGrp="1"/>
          </p:cNvSpPr>
          <p:nvPr/>
        </p:nvSpPr>
        <p:spPr>
          <a:xfrm>
            <a:off x="8641461" y="3358515"/>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60" name="body-2-2-word-4">
            <a:extLst>
              <a:ext uri="{FF2B5EF4-FFF2-40B4-BE49-F238E27FC236}">
                <ns2:creationId id="{4D244DE2-23B5-40FB-851D-04030EA9F2C1}"/>
              </a:ext>
            </a:extLst>
          </p:cNvPr>
          <p:cNvSpPr>
            <a:spLocks noGrp="1"/>
          </p:cNvSpPr>
          <p:nvPr/>
        </p:nvSpPr>
        <p:spPr>
          <a:xfrm>
            <a:off x="7788402" y="3358515"/>
            <a:ext cx="79276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‏פעילות</a:t>
            </a:r>
          </a:p>
        </p:txBody>
      </p:sp>
      <p:sp>
        <p:nvSpPr>
          <p:cNvPr id="61" name="body-2-2-word-5">
            <a:extLst>
              <a:ext uri="{FF2B5EF4-FFF2-40B4-BE49-F238E27FC236}">
                <ns2:creationId id="{FBB94BF8-85CE-4958-9F8D-A70BE8C3D9B7}"/>
              </a:ext>
            </a:extLst>
          </p:cNvPr>
          <p:cNvSpPr>
            <a:spLocks noGrp="1"/>
          </p:cNvSpPr>
          <p:nvPr/>
        </p:nvSpPr>
        <p:spPr>
          <a:xfrm>
            <a:off x="7234047" y="3358515"/>
            <a:ext cx="49406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‏ומזג</a:t>
            </a:r>
          </a:p>
        </p:txBody>
      </p:sp>
      <p:sp>
        <p:nvSpPr>
          <p:cNvPr id="62" name="body-2-2-word-6">
            <a:extLst>
              <a:ext uri="{FF2B5EF4-FFF2-40B4-BE49-F238E27FC236}">
                <ns2:creationId id="{B5433CB4-479E-4864-842D-7ED0483418CE}"/>
              </a:ext>
            </a:extLst>
          </p:cNvPr>
          <p:cNvSpPr>
            <a:spLocks noGrp="1"/>
          </p:cNvSpPr>
          <p:nvPr/>
        </p:nvSpPr>
        <p:spPr>
          <a:xfrm>
            <a:off x="6547961" y="3358515"/>
            <a:ext cx="62579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‏אוויר.</a:t>
            </a:r>
          </a:p>
        </p:txBody>
      </p:sp>
      <p:sp>
        <p:nvSpPr>
          <p:cNvPr id="63" name="body-3-1-word-0">
            <a:extLst>
              <a:ext uri="{FF2B5EF4-FFF2-40B4-BE49-F238E27FC236}">
                <ns2:creationId id="{A2AF8AC9-F536-4EAA-98AB-A1EC607596E6}"/>
              </a:ext>
            </a:extLst>
          </p:cNvPr>
          <p:cNvSpPr>
            <a:spLocks noGrp="1"/>
          </p:cNvSpPr>
          <p:nvPr/>
        </p:nvSpPr>
        <p:spPr>
          <a:xfrm>
            <a:off x="10907173" y="3900488"/>
            <a:ext cx="5418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‏צבעי</a:t>
            </a:r>
          </a:p>
        </p:txBody>
      </p:sp>
      <p:sp>
        <p:nvSpPr>
          <p:cNvPr id="64" name="body-3-1-word-1">
            <a:extLst>
              <a:ext uri="{FF2B5EF4-FFF2-40B4-BE49-F238E27FC236}">
                <ns2:creationId id="{91024FE4-EFB8-4BFE-922B-4A9043B25EE5}"/>
              </a:ext>
            </a:extLst>
          </p:cNvPr>
          <p:cNvSpPr>
            <a:spLocks noGrp="1"/>
          </p:cNvSpPr>
          <p:nvPr/>
        </p:nvSpPr>
        <p:spPr>
          <a:xfrm>
            <a:off x="10311098" y="3900488"/>
            <a:ext cx="53578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‏כיסוי</a:t>
            </a:r>
          </a:p>
        </p:txBody>
      </p:sp>
      <p:sp>
        <p:nvSpPr>
          <p:cNvPr id="65" name="body-3-1-word-2">
            <a:extLst>
              <a:ext uri="{FF2B5EF4-FFF2-40B4-BE49-F238E27FC236}">
                <ns2:creationId id="{3593A970-5109-44C4-8104-F55996DFA948}"/>
              </a:ext>
            </a:extLst>
          </p:cNvPr>
          <p:cNvSpPr>
            <a:spLocks noGrp="1"/>
          </p:cNvSpPr>
          <p:nvPr/>
        </p:nvSpPr>
        <p:spPr>
          <a:xfrm>
            <a:off x="9717405" y="3900488"/>
            <a:ext cx="53340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‏ראש</a:t>
            </a:r>
          </a:p>
        </p:txBody>
      </p:sp>
      <p:sp>
        <p:nvSpPr>
          <p:cNvPr id="66" name="body-3-1-word-3">
            <a:extLst>
              <a:ext uri="{FF2B5EF4-FFF2-40B4-BE49-F238E27FC236}">
                <ns2:creationId id="{73DB143C-2DB1-49DA-B9FB-709FD367595C}"/>
              </a:ext>
            </a:extLst>
          </p:cNvPr>
          <p:cNvSpPr>
            <a:spLocks noGrp="1"/>
          </p:cNvSpPr>
          <p:nvPr/>
        </p:nvSpPr>
        <p:spPr>
          <a:xfrm>
            <a:off x="8955595" y="3900488"/>
            <a:ext cx="70151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‏לנשים</a:t>
            </a:r>
          </a:p>
        </p:txBody>
      </p:sp>
      <p:sp>
        <p:nvSpPr>
          <p:cNvPr id="67" name="body-3-1-word-4">
            <a:extLst>
              <a:ext uri="{FF2B5EF4-FFF2-40B4-BE49-F238E27FC236}">
                <ns2:creationId id="{E9503255-3D13-4254-A9DD-0F455C7682E5}"/>
              </a:ext>
            </a:extLst>
          </p:cNvPr>
          <p:cNvSpPr>
            <a:spLocks noGrp="1"/>
          </p:cNvSpPr>
          <p:nvPr/>
        </p:nvSpPr>
        <p:spPr>
          <a:xfrm>
            <a:off x="8213312" y="3900488"/>
            <a:ext cx="6819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‏דתיות</a:t>
            </a:r>
          </a:p>
        </p:txBody>
      </p:sp>
      <p:sp>
        <p:nvSpPr>
          <p:cNvPr id="68" name="body-3-1-word-5">
            <a:extLst>
              <a:ext uri="{FF2B5EF4-FFF2-40B4-BE49-F238E27FC236}">
                <ns2:creationId id="{F0385696-7E0A-4381-8718-D5E7CBBC9548}"/>
              </a:ext>
            </a:extLst>
          </p:cNvPr>
          <p:cNvSpPr>
            <a:spLocks noGrp="1"/>
          </p:cNvSpPr>
          <p:nvPr/>
        </p:nvSpPr>
        <p:spPr>
          <a:xfrm>
            <a:off x="7765542" y="3900488"/>
            <a:ext cx="38747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‏לפי</a:t>
            </a:r>
          </a:p>
        </p:txBody>
      </p:sp>
      <p:sp>
        <p:nvSpPr>
          <p:cNvPr id="69" name="body-3-1-word-6">
            <a:extLst>
              <a:ext uri="{FF2B5EF4-FFF2-40B4-BE49-F238E27FC236}">
                <ns2:creationId id="{FA680A22-E312-4839-8E8D-4A7583850B56}"/>
              </a:ext>
            </a:extLst>
          </p:cNvPr>
          <p:cNvSpPr>
            <a:spLocks noGrp="1"/>
          </p:cNvSpPr>
          <p:nvPr/>
        </p:nvSpPr>
        <p:spPr>
          <a:xfrm>
            <a:off x="7107555" y="3900488"/>
            <a:ext cx="5976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‏עדכון</a:t>
            </a:r>
          </a:p>
        </p:txBody>
      </p:sp>
      <p:sp>
        <p:nvSpPr>
          <p:cNvPr id="70" name="body-3-1-word-7">
            <a:extLst>
              <a:ext uri="{FF2B5EF4-FFF2-40B4-BE49-F238E27FC236}">
                <ns2:creationId id="{81CAF291-49F9-4699-9D67-A6FD27E41A2F}"/>
              </a:ext>
            </a:extLst>
          </p:cNvPr>
          <p:cNvSpPr>
            <a:spLocks noGrp="1"/>
          </p:cNvSpPr>
          <p:nvPr/>
        </p:nvSpPr>
        <p:spPr>
          <a:xfrm>
            <a:off x="6303645" y="3900488"/>
            <a:ext cx="74361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a:lnSpc>
                <a:spcPct val="100000"/>
              </a:lnSpc>
              <a:buNone/>
              <a:defRPr sz="2250" b="0">
                <a:solidFill>
                  <a:srgbClr val="21382E"/>
                </a:solidFill>
                <a:latin typeface="Arial"/>
                <a:ea typeface="Arial"/>
                <a:cs typeface="Arial"/>
              </a:defRPr>
            </a:pPr>
            <a:r>
              <a:rPr sz="2250" b="0">
                <a:solidFill>
                  <a:srgbClr val="21382E"/>
                </a:solidFill>
                <a:latin typeface="Arial"/>
                <a:ea typeface="Arial"/>
                <a:cs typeface="Arial"/>
              </a:rPr>
              <a:t>‏2025:</a:t>
            </a:r>
          </a:p>
        </p:txBody>
      </p:sp>
      <p:sp>
        <p:nvSpPr>
          <p:cNvPr id="71" name="body-3-1-word-8">
            <a:extLst>
              <a:ext uri="{FF2B5EF4-FFF2-40B4-BE49-F238E27FC236}">
                <ns2:creationId id="{AB1A9E01-8527-4657-8C95-BC2567C8E293}"/>
              </a:ext>
            </a:extLst>
          </p:cNvPr>
          <p:cNvSpPr>
            <a:spLocks noGrp="1"/>
          </p:cNvSpPr>
          <p:nvPr/>
        </p:nvSpPr>
        <p:spPr>
          <a:xfrm>
            <a:off x="5709285" y="3900488"/>
            <a:ext cx="53406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‏כחול</a:t>
            </a:r>
          </a:p>
        </p:txBody>
      </p:sp>
      <p:sp>
        <p:nvSpPr>
          <p:cNvPr id="72" name="body-3-1-word-9">
            <a:extLst>
              <a:ext uri="{FF2B5EF4-FFF2-40B4-BE49-F238E27FC236}">
                <ns2:creationId id="{F029F412-A1A4-4E9C-9DC1-F37E13BE6318}"/>
              </a:ext>
            </a:extLst>
          </p:cNvPr>
          <p:cNvSpPr>
            <a:spLocks noGrp="1"/>
          </p:cNvSpPr>
          <p:nvPr/>
        </p:nvSpPr>
        <p:spPr>
          <a:xfrm>
            <a:off x="5065205" y="3900488"/>
            <a:ext cx="5837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‏כהה,</a:t>
            </a:r>
          </a:p>
        </p:txBody>
      </p:sp>
      <p:sp>
        <p:nvSpPr>
          <p:cNvPr id="73" name="body-3-1-word-10">
            <a:extLst>
              <a:ext uri="{FF2B5EF4-FFF2-40B4-BE49-F238E27FC236}">
                <ns2:creationId id="{D5E90178-8ACB-4CE8-B2D7-D401B001D8D2}"/>
              </a:ext>
            </a:extLst>
          </p:cNvPr>
          <p:cNvSpPr>
            <a:spLocks noGrp="1"/>
          </p:cNvSpPr>
          <p:nvPr/>
        </p:nvSpPr>
        <p:spPr>
          <a:xfrm>
            <a:off x="4539329" y="3900488"/>
            <a:ext cx="46558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‏לבן,</a:t>
            </a:r>
          </a:p>
        </p:txBody>
      </p:sp>
      <p:sp>
        <p:nvSpPr>
          <p:cNvPr id="74" name="body-3-1-word-11">
            <a:extLst>
              <a:ext uri="{FF2B5EF4-FFF2-40B4-BE49-F238E27FC236}">
                <ns2:creationId id="{443BEE4D-715D-4719-A109-1813CBD290AA}"/>
              </a:ext>
            </a:extLst>
          </p:cNvPr>
          <p:cNvSpPr>
            <a:spLocks noGrp="1"/>
          </p:cNvSpPr>
          <p:nvPr/>
        </p:nvSpPr>
        <p:spPr>
          <a:xfrm>
            <a:off x="4006882" y="3900488"/>
            <a:ext cx="47215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‏ירוק</a:t>
            </a:r>
          </a:p>
        </p:txBody>
      </p:sp>
      <p:sp>
        <p:nvSpPr>
          <p:cNvPr id="75" name="body-3-1-word-12">
            <a:extLst>
              <a:ext uri="{FF2B5EF4-FFF2-40B4-BE49-F238E27FC236}">
                <ns2:creationId id="{84E45628-B83E-46B5-8738-40416F83A617}"/>
              </a:ext>
            </a:extLst>
          </p:cNvPr>
          <p:cNvSpPr>
            <a:spLocks noGrp="1"/>
          </p:cNvSpPr>
          <p:nvPr/>
        </p:nvSpPr>
        <p:spPr>
          <a:xfrm>
            <a:off x="3362801" y="3900488"/>
            <a:ext cx="58378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‏כהה,</a:t>
            </a:r>
          </a:p>
        </p:txBody>
      </p:sp>
      <p:sp>
        <p:nvSpPr>
          <p:cNvPr id="76" name="body-3-1-word-13">
            <a:extLst>
              <a:ext uri="{FF2B5EF4-FFF2-40B4-BE49-F238E27FC236}">
                <ns2:creationId id="{7C6670C4-0959-4563-8BF3-D60F1A555AFF}"/>
              </a:ext>
            </a:extLst>
          </p:cNvPr>
          <p:cNvSpPr>
            <a:spLocks noGrp="1"/>
          </p:cNvSpPr>
          <p:nvPr/>
        </p:nvSpPr>
        <p:spPr>
          <a:xfrm>
            <a:off x="2781967" y="3900488"/>
            <a:ext cx="520541"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‏חום,</a:t>
            </a:r>
          </a:p>
        </p:txBody>
      </p:sp>
      <p:sp>
        <p:nvSpPr>
          <p:cNvPr id="77" name="body-3-1-word-14">
            <a:extLst>
              <a:ext uri="{FF2B5EF4-FFF2-40B4-BE49-F238E27FC236}">
                <ns2:creationId id="{745FE784-FF95-434E-988A-4F35078EA33B}"/>
              </a:ext>
            </a:extLst>
          </p:cNvPr>
          <p:cNvSpPr>
            <a:spLocks noGrp="1"/>
          </p:cNvSpPr>
          <p:nvPr/>
        </p:nvSpPr>
        <p:spPr>
          <a:xfrm>
            <a:off x="2280475" y="3900488"/>
            <a:ext cx="44119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‏חום</a:t>
            </a:r>
          </a:p>
        </p:txBody>
      </p:sp>
      <p:sp>
        <p:nvSpPr>
          <p:cNvPr id="78" name="body-3-1-word-15">
            <a:extLst>
              <a:ext uri="{FF2B5EF4-FFF2-40B4-BE49-F238E27FC236}">
                <ns2:creationId id="{04A24409-B1C0-42EA-86E4-AAE355E1A095}"/>
              </a:ext>
            </a:extLst>
          </p:cNvPr>
          <p:cNvSpPr>
            <a:spLocks noGrp="1"/>
          </p:cNvSpPr>
          <p:nvPr/>
        </p:nvSpPr>
        <p:spPr>
          <a:xfrm>
            <a:off x="1490186" y="3900488"/>
            <a:ext cx="729996"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‏קאמל,</a:t>
            </a:r>
          </a:p>
        </p:txBody>
      </p:sp>
      <p:sp>
        <p:nvSpPr>
          <p:cNvPr id="79" name="body-3-1-word-16">
            <a:extLst>
              <a:ext uri="{FF2B5EF4-FFF2-40B4-BE49-F238E27FC236}">
                <ns2:creationId id="{5F87A8C6-421D-4332-8562-FC7987353E14}"/>
              </a:ext>
            </a:extLst>
          </p:cNvPr>
          <p:cNvSpPr>
            <a:spLocks noGrp="1"/>
          </p:cNvSpPr>
          <p:nvPr/>
        </p:nvSpPr>
        <p:spPr>
          <a:xfrm>
            <a:off x="736473" y="3900488"/>
            <a:ext cx="69342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‏שחור,</a:t>
            </a:r>
          </a:p>
        </p:txBody>
      </p:sp>
      <p:sp>
        <p:nvSpPr>
          <p:cNvPr id="80" name="body-3-2-word-0">
            <a:extLst>
              <a:ext uri="{FF2B5EF4-FFF2-40B4-BE49-F238E27FC236}">
                <ns2:creationId id="{E19BBC43-EF8F-42C9-A951-8F25E06B9E7B}"/>
              </a:ext>
            </a:extLst>
          </p:cNvPr>
          <p:cNvSpPr>
            <a:spLocks noGrp="1"/>
          </p:cNvSpPr>
          <p:nvPr/>
        </p:nvSpPr>
        <p:spPr>
          <a:xfrm>
            <a:off x="10887456" y="4251960"/>
            <a:ext cx="5615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‏אפור</a:t>
            </a:r>
          </a:p>
        </p:txBody>
      </p:sp>
      <p:sp>
        <p:nvSpPr>
          <p:cNvPr id="81" name="body-3-2-word-1">
            <a:extLst>
              <a:ext uri="{FF2B5EF4-FFF2-40B4-BE49-F238E27FC236}">
                <ns2:creationId id="{7B2EE4B7-508C-4FCA-B991-82CBADB3AA3E}"/>
              </a:ext>
            </a:extLst>
          </p:cNvPr>
          <p:cNvSpPr>
            <a:spLocks noGrp="1"/>
          </p:cNvSpPr>
          <p:nvPr/>
        </p:nvSpPr>
        <p:spPr>
          <a:xfrm>
            <a:off x="10284619" y="4251960"/>
            <a:ext cx="54254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‏וירוק</a:t>
            </a:r>
          </a:p>
        </p:txBody>
      </p:sp>
      <p:sp>
        <p:nvSpPr>
          <p:cNvPr id="82" name="body-3-2-word-2">
            <a:extLst>
              <a:ext uri="{FF2B5EF4-FFF2-40B4-BE49-F238E27FC236}">
                <ns2:creationId id="{5D63AFAB-0B59-423A-8125-E137B0FD9E2B}"/>
              </a:ext>
            </a:extLst>
          </p:cNvPr>
          <p:cNvSpPr>
            <a:spLocks noGrp="1"/>
          </p:cNvSpPr>
          <p:nvPr/>
        </p:nvSpPr>
        <p:spPr>
          <a:xfrm>
            <a:off x="9753029" y="4251960"/>
            <a:ext cx="47129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‏זית.</a:t>
            </a:r>
          </a:p>
        </p:txBody>
      </p:sp>
      <p:sp>
        <p:nvSpPr>
          <p:cNvPr id="83" name="body-4-1-word-0">
            <a:extLst>
              <a:ext uri="{FF2B5EF4-FFF2-40B4-BE49-F238E27FC236}">
                <ns2:creationId id="{2C7CE1E7-8F7B-4D39-8417-055255E87C41}"/>
              </a:ext>
            </a:extLst>
          </p:cNvPr>
          <p:cNvSpPr>
            <a:spLocks noGrp="1"/>
          </p:cNvSpPr>
          <p:nvPr/>
        </p:nvSpPr>
        <p:spPr>
          <a:xfrm>
            <a:off x="10651236" y="4793933"/>
            <a:ext cx="79781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‏בודקים</a:t>
            </a:r>
          </a:p>
        </p:txBody>
      </p:sp>
      <p:sp>
        <p:nvSpPr>
          <p:cNvPr id="84" name="body-4-1-word-1">
            <a:extLst>
              <a:ext uri="{FF2B5EF4-FFF2-40B4-BE49-F238E27FC236}">
                <ns2:creationId id="{1C3FAAD8-EF9F-4350-81A5-98B14942E13B}"/>
              </a:ext>
            </a:extLst>
          </p:cNvPr>
          <p:cNvSpPr>
            <a:spLocks noGrp="1"/>
          </p:cNvSpPr>
          <p:nvPr/>
        </p:nvSpPr>
        <p:spPr>
          <a:xfrm>
            <a:off x="10277284" y="4793933"/>
            <a:ext cx="3136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‏גם</a:t>
            </a:r>
          </a:p>
        </p:txBody>
      </p:sp>
      <p:sp>
        <p:nvSpPr>
          <p:cNvPr id="85" name="body-4-1-word-2">
            <a:extLst>
              <a:ext uri="{FF2B5EF4-FFF2-40B4-BE49-F238E27FC236}">
                <ns2:creationId id="{AE8FCB34-A74A-4696-949E-56922D7DF936}"/>
              </a:ext>
            </a:extLst>
          </p:cNvPr>
          <p:cNvSpPr>
            <a:spLocks noGrp="1"/>
          </p:cNvSpPr>
          <p:nvPr/>
        </p:nvSpPr>
        <p:spPr>
          <a:xfrm>
            <a:off x="9843897" y="4793933"/>
            <a:ext cx="373094"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‏את</a:t>
            </a:r>
          </a:p>
        </p:txBody>
      </p:sp>
      <p:sp>
        <p:nvSpPr>
          <p:cNvPr id="86" name="body-4-1-word-3">
            <a:extLst>
              <a:ext uri="{FF2B5EF4-FFF2-40B4-BE49-F238E27FC236}">
                <ns2:creationId id="{E986F82B-936F-4702-A21C-CF290C9044C0}"/>
              </a:ext>
            </a:extLst>
          </p:cNvPr>
          <p:cNvSpPr>
            <a:spLocks noGrp="1"/>
          </p:cNvSpPr>
          <p:nvPr/>
        </p:nvSpPr>
        <p:spPr>
          <a:xfrm>
            <a:off x="8847677" y="4793933"/>
            <a:ext cx="9359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‏הזכאות,</a:t>
            </a:r>
          </a:p>
        </p:txBody>
      </p:sp>
      <p:sp>
        <p:nvSpPr>
          <p:cNvPr id="87" name="body-4-1-word-4">
            <a:extLst>
              <a:ext uri="{FF2B5EF4-FFF2-40B4-BE49-F238E27FC236}">
                <ns2:creationId id="{03E35E3E-91AB-46BB-B5C7-1A78F3F3A474}"/>
              </a:ext>
            </a:extLst>
          </p:cNvPr>
          <p:cNvSpPr>
            <a:spLocks noGrp="1"/>
          </p:cNvSpPr>
          <p:nvPr/>
        </p:nvSpPr>
        <p:spPr>
          <a:xfrm>
            <a:off x="8300847" y="4793933"/>
            <a:ext cx="48653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‏אופן</a:t>
            </a:r>
          </a:p>
        </p:txBody>
      </p:sp>
      <p:sp>
        <p:nvSpPr>
          <p:cNvPr id="88" name="body-4-1-word-5">
            <a:extLst>
              <a:ext uri="{FF2B5EF4-FFF2-40B4-BE49-F238E27FC236}">
                <ns2:creationId id="{3910070D-9DBB-4F11-81A6-B34549E91C09}"/>
              </a:ext>
            </a:extLst>
          </p:cNvPr>
          <p:cNvSpPr>
            <a:spLocks noGrp="1"/>
          </p:cNvSpPr>
          <p:nvPr/>
        </p:nvSpPr>
        <p:spPr>
          <a:xfrm>
            <a:off x="7311866" y="4793933"/>
            <a:ext cx="92868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‏הלבישה</a:t>
            </a:r>
          </a:p>
        </p:txBody>
      </p:sp>
      <p:sp>
        <p:nvSpPr>
          <p:cNvPr id="89" name="body-4-1-word-6">
            <a:extLst>
              <a:ext uri="{FF2B5EF4-FFF2-40B4-BE49-F238E27FC236}">
                <ns2:creationId id="{3D348FF2-14F9-4A37-96CF-43CF5CAD21EE}"/>
              </a:ext>
            </a:extLst>
          </p:cNvPr>
          <p:cNvSpPr>
            <a:spLocks noGrp="1"/>
          </p:cNvSpPr>
          <p:nvPr/>
        </p:nvSpPr>
        <p:spPr>
          <a:xfrm>
            <a:off x="6294215" y="4793933"/>
            <a:ext cx="95735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‏וההנחיה</a:t>
            </a:r>
          </a:p>
        </p:txBody>
      </p:sp>
      <p:sp>
        <p:nvSpPr>
          <p:cNvPr id="90" name="body-4-1-word-7">
            <a:extLst>
              <a:ext uri="{FF2B5EF4-FFF2-40B4-BE49-F238E27FC236}">
                <ns2:creationId id="{B8698542-7112-432D-99CA-790738198B5D}"/>
              </a:ext>
            </a:extLst>
          </p:cNvPr>
          <p:cNvSpPr>
            <a:spLocks noGrp="1"/>
          </p:cNvSpPr>
          <p:nvPr/>
        </p:nvSpPr>
        <p:spPr>
          <a:xfrm>
            <a:off x="5250275" y="4793933"/>
            <a:ext cx="98364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‏העדכנית</a:t>
            </a:r>
          </a:p>
        </p:txBody>
      </p:sp>
      <p:sp>
        <p:nvSpPr>
          <p:cNvPr id="91" name="body-4-1-word-8">
            <a:extLst>
              <a:ext uri="{FF2B5EF4-FFF2-40B4-BE49-F238E27FC236}">
                <ns2:creationId id="{C46369A2-CB5D-45B1-8091-42F8C3069460}"/>
              </a:ext>
            </a:extLst>
          </p:cNvPr>
          <p:cNvSpPr>
            <a:spLocks noGrp="1"/>
          </p:cNvSpPr>
          <p:nvPr/>
        </p:nvSpPr>
        <p:spPr>
          <a:xfrm>
            <a:off x="4297870" y="4793933"/>
            <a:ext cx="892112"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‏ביחידה.</a:t>
            </a:r>
          </a:p>
        </p:txBody>
      </p:sp>
      <p:sp>
        <p:nvSpPr>
          <p:cNvPr id="92" name="body-4-1-word-9">
            <a:extLst>
              <a:ext uri="{FF2B5EF4-FFF2-40B4-BE49-F238E27FC236}">
                <ns2:creationId id="{FEE745F0-F23C-478D-89D6-A31A436335C9}"/>
              </a:ext>
            </a:extLst>
          </p:cNvPr>
          <p:cNvSpPr>
            <a:spLocks noGrp="1"/>
          </p:cNvSpPr>
          <p:nvPr/>
        </p:nvSpPr>
        <p:spPr>
          <a:xfrm>
            <a:off x="3513487" y="4793933"/>
            <a:ext cx="72409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‏בפריט</a:t>
            </a:r>
          </a:p>
        </p:txBody>
      </p:sp>
      <p:sp>
        <p:nvSpPr>
          <p:cNvPr id="93" name="body-4-1-word-10">
            <a:extLst>
              <a:ext uri="{FF2B5EF4-FFF2-40B4-BE49-F238E27FC236}">
                <ns2:creationId id="{AEE6EFE7-7D1B-4B99-BA84-811AFF0E9696}"/>
              </a:ext>
            </a:extLst>
          </p:cNvPr>
          <p:cNvSpPr>
            <a:spLocks noGrp="1"/>
          </p:cNvSpPr>
          <p:nvPr/>
        </p:nvSpPr>
        <p:spPr>
          <a:xfrm>
            <a:off x="2846260" y="4793933"/>
            <a:ext cx="606933"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‏ייעודי</a:t>
            </a:r>
          </a:p>
        </p:txBody>
      </p:sp>
      <p:sp>
        <p:nvSpPr>
          <p:cNvPr id="94" name="body-4-1-word-11">
            <a:extLst>
              <a:ext uri="{FF2B5EF4-FFF2-40B4-BE49-F238E27FC236}">
                <ns2:creationId id="{C92FB24E-12B8-4361-AF09-07BC19B825CB}"/>
              </a:ext>
            </a:extLst>
          </p:cNvPr>
          <p:cNvSpPr>
            <a:spLocks noGrp="1"/>
          </p:cNvSpPr>
          <p:nvPr/>
        </p:nvSpPr>
        <p:spPr>
          <a:xfrm>
            <a:off x="2455640" y="4793933"/>
            <a:ext cx="330327"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‏אין</a:t>
            </a:r>
          </a:p>
        </p:txBody>
      </p:sp>
      <p:sp>
        <p:nvSpPr>
          <p:cNvPr id="95" name="body-4-1-word-12">
            <a:extLst>
              <a:ext uri="{FF2B5EF4-FFF2-40B4-BE49-F238E27FC236}">
                <ns2:creationId id="{125537AE-F4C8-4322-928C-2E1CEF54D678}"/>
              </a:ext>
            </a:extLst>
          </p:cNvPr>
          <p:cNvSpPr>
            <a:spLocks noGrp="1"/>
          </p:cNvSpPr>
          <p:nvPr/>
        </p:nvSpPr>
        <p:spPr>
          <a:xfrm>
            <a:off x="1401508" y="4793933"/>
            <a:ext cx="993838"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‏להסתפק</a:t>
            </a:r>
          </a:p>
        </p:txBody>
      </p:sp>
      <p:sp>
        <p:nvSpPr>
          <p:cNvPr id="96" name="body-4-2-word-0">
            <a:extLst>
              <a:ext uri="{FF2B5EF4-FFF2-40B4-BE49-F238E27FC236}">
                <ns2:creationId id="{2FB8E375-0E15-4401-8C4F-394AF3B4564C}"/>
              </a:ext>
            </a:extLst>
          </p:cNvPr>
          <p:cNvSpPr>
            <a:spLocks noGrp="1"/>
          </p:cNvSpPr>
          <p:nvPr/>
        </p:nvSpPr>
        <p:spPr>
          <a:xfrm>
            <a:off x="10554271" y="5145405"/>
            <a:ext cx="89477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‏בבדיקת</a:t>
            </a:r>
          </a:p>
        </p:txBody>
      </p:sp>
      <p:sp>
        <p:nvSpPr>
          <p:cNvPr id="97" name="body-4-2-word-1">
            <a:extLst>
              <a:ext uri="{FF2B5EF4-FFF2-40B4-BE49-F238E27FC236}">
                <ns2:creationId id="{BED6E213-87BA-40DD-9F8B-8669A37351F9}"/>
              </a:ext>
            </a:extLst>
          </p:cNvPr>
          <p:cNvSpPr>
            <a:spLocks noGrp="1"/>
          </p:cNvSpPr>
          <p:nvPr/>
        </p:nvSpPr>
        <p:spPr>
          <a:xfrm>
            <a:off x="9850469" y="5145405"/>
            <a:ext cx="643509"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‏הצבע</a:t>
            </a:r>
          </a:p>
        </p:txBody>
      </p:sp>
      <p:sp>
        <p:nvSpPr>
          <p:cNvPr id="98" name="body-4-2-word-2">
            <a:extLst>
              <a:ext uri="{FF2B5EF4-FFF2-40B4-BE49-F238E27FC236}">
                <ns2:creationId id="{E32CFBE7-CD23-4C2A-BA1A-0FA4259F6462}"/>
              </a:ext>
            </a:extLst>
          </p:cNvPr>
          <p:cNvSpPr>
            <a:spLocks noGrp="1"/>
          </p:cNvSpPr>
          <p:nvPr/>
        </p:nvSpPr>
        <p:spPr>
          <a:xfrm>
            <a:off x="9094946" y="5145405"/>
            <a:ext cx="695230" cy="389573"/>
          </a:xfrm>
          <a:prstGeom prst="rect">
            <a:avLst/>
          </a:prstGeom>
          <a:noFill/>
          <a:ln w="0">
            <a:noFill/>
          </a:ln>
        </p:spPr>
        <p:txBody>
          <a:bodyPr wrap="none" lIns="0" tIns="0" rIns="0" bIns="0" anchor="t">
            <a:noAutofit/>
          </a:bodyPr>
          <a:lstStyle>
            <a:defPPr algn="r">
              <a:defRPr sz="2250" b="0">
                <a:solidFill>
                  <a:srgbClr val="21382E"/>
                </a:solidFill>
                <a:latin typeface="Arial"/>
                <a:ea typeface="Arial"/>
                <a:cs typeface="Arial"/>
              </a:defRPr>
            </a:defPPr>
            <a:lvl1pPr algn="r">
              <a:defRPr sz="2250" b="0">
                <a:solidFill>
                  <a:srgbClr val="21382E"/>
                </a:solidFill>
                <a:latin typeface="Arial"/>
                <a:ea typeface="Arial"/>
                <a:cs typeface="Arial"/>
              </a:defRPr>
            </a:lvl1pPr>
            <a:lvl2pPr algn="r">
              <a:defRPr sz="2250" b="0">
                <a:solidFill>
                  <a:srgbClr val="21382E"/>
                </a:solidFill>
                <a:latin typeface="Arial"/>
                <a:ea typeface="Arial"/>
                <a:cs typeface="Arial"/>
              </a:defRPr>
            </a:lvl2pPr>
            <a:lvl3pPr algn="r">
              <a:defRPr sz="2250" b="0">
                <a:solidFill>
                  <a:srgbClr val="21382E"/>
                </a:solidFill>
                <a:latin typeface="Arial"/>
                <a:ea typeface="Arial"/>
                <a:cs typeface="Arial"/>
              </a:defRPr>
            </a:lvl3pPr>
            <a:lvl4pPr algn="r">
              <a:defRPr sz="2250" b="0">
                <a:solidFill>
                  <a:srgbClr val="21382E"/>
                </a:solidFill>
                <a:latin typeface="Arial"/>
                <a:ea typeface="Arial"/>
                <a:cs typeface="Arial"/>
              </a:defRPr>
            </a:lvl4pPr>
            <a:lvl5pPr algn="r">
              <a:defRPr sz="2250" b="0">
                <a:solidFill>
                  <a:srgbClr val="21382E"/>
                </a:solidFill>
                <a:latin typeface="Arial"/>
                <a:ea typeface="Arial"/>
                <a:cs typeface="Arial"/>
              </a:defRPr>
            </a:lvl5pPr>
            <a:lvl6pPr algn="r">
              <a:defRPr sz="2250" b="0">
                <a:solidFill>
                  <a:srgbClr val="21382E"/>
                </a:solidFill>
                <a:latin typeface="Arial"/>
                <a:ea typeface="Arial"/>
                <a:cs typeface="Arial"/>
              </a:defRPr>
            </a:lvl6pPr>
            <a:lvl7pPr algn="r">
              <a:defRPr sz="2250" b="0">
                <a:solidFill>
                  <a:srgbClr val="21382E"/>
                </a:solidFill>
                <a:latin typeface="Arial"/>
                <a:ea typeface="Arial"/>
                <a:cs typeface="Arial"/>
              </a:defRPr>
            </a:lvl7pPr>
            <a:lvl8pPr algn="r">
              <a:defRPr sz="2250" b="0">
                <a:solidFill>
                  <a:srgbClr val="21382E"/>
                </a:solidFill>
                <a:latin typeface="Arial"/>
                <a:ea typeface="Arial"/>
                <a:cs typeface="Arial"/>
              </a:defRPr>
            </a:lvl8pPr>
            <a:lvl9pPr algn="r">
              <a:defRPr sz="2250" b="0">
                <a:solidFill>
                  <a:srgbClr val="21382E"/>
                </a:solidFill>
                <a:latin typeface="Arial"/>
                <a:ea typeface="Arial"/>
                <a:cs typeface="Arial"/>
              </a:defRPr>
            </a:lvl9pPr>
          </a:lstStyle>
          <a:p>
            <a:pPr algn="r" rtl="1">
              <a:lnSpc>
                <a:spcPct val="100000"/>
              </a:lnSpc>
              <a:buNone/>
              <a:defRPr sz="2250" b="0">
                <a:solidFill>
                  <a:srgbClr val="21382E"/>
                </a:solidFill>
                <a:latin typeface="Arial"/>
                <a:ea typeface="Arial"/>
                <a:cs typeface="Arial"/>
              </a:defRPr>
            </a:pPr>
            <a:r>
              <a:rPr sz="2250" b="0" lang="he-IL" altLang="en-US">
                <a:solidFill>
                  <a:srgbClr val="21382E"/>
                </a:solidFill>
                <a:latin typeface="Arial"/>
                <a:ea typeface="Arial"/>
                <a:cs typeface="Arial"/>
              </a:rPr>
              <a:t>‏בלבד.</a:t>
            </a:r>
          </a:p>
        </p:txBody>
      </p:sp>
      <p:sp>
        <p:nvSpPr>
          <p:cNvPr id="99" name="sources-word-0">
            <a:extLst>
              <a:ext uri="{FF2B5EF4-FFF2-40B4-BE49-F238E27FC236}">
                <ns2:creationId id="{CA506F5A-738C-4A55-9583-A6ED6E6CB2E5}"/>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100" name="sources-word-1">
            <a:extLst>
              <a:ext uri="{FF2B5EF4-FFF2-40B4-BE49-F238E27FC236}">
                <ns2:creationId id="{E4F042DD-3565-436E-BC12-97B09F9C6411}"/>
              </a:ext>
            </a:extLst>
          </p:cNvPr>
          <p:cNvSpPr>
            <a:spLocks noGrp="1"/>
          </p:cNvSpPr>
          <p:nvPr/>
        </p:nvSpPr>
        <p:spPr>
          <a:xfrm>
            <a:off x="10719816"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101" name="sources-word-2">
            <a:extLst>
              <a:ext uri="{FF2B5EF4-FFF2-40B4-BE49-F238E27FC236}">
                <ns2:creationId id="{B156F422-5A73-4CFD-AD6C-BB5241A80A55}"/>
              </a:ext>
            </a:extLst>
          </p:cNvPr>
          <p:cNvSpPr>
            <a:spLocks noGrp="1"/>
          </p:cNvSpPr>
          <p:nvPr/>
        </p:nvSpPr>
        <p:spPr>
          <a:xfrm>
            <a:off x="9955530"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102" name="sources-word-3">
            <a:extLst>
              <a:ext uri="{FF2B5EF4-FFF2-40B4-BE49-F238E27FC236}">
                <ns2:creationId id="{4F98D645-ED94-46FB-8B1D-4035798D2711}"/>
              </a:ext>
            </a:extLst>
          </p:cNvPr>
          <p:cNvSpPr>
            <a:spLocks noGrp="1"/>
          </p:cNvSpPr>
          <p:nvPr/>
        </p:nvSpPr>
        <p:spPr>
          <a:xfrm>
            <a:off x="985866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103" name="sources-word-4">
            <a:extLst>
              <a:ext uri="{FF2B5EF4-FFF2-40B4-BE49-F238E27FC236}">
                <ns2:creationId id="{D39EDE1C-A973-4481-AE03-91C57F20E8BA}"/>
              </a:ext>
            </a:extLst>
          </p:cNvPr>
          <p:cNvSpPr>
            <a:spLocks noGrp="1"/>
          </p:cNvSpPr>
          <p:nvPr/>
        </p:nvSpPr>
        <p:spPr>
          <a:xfrm>
            <a:off x="9524810"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104" name="sources-word-5">
            <a:extLst>
              <a:ext uri="{FF2B5EF4-FFF2-40B4-BE49-F238E27FC236}">
                <ns2:creationId id="{9F9BF553-E50F-45D4-A195-3CC29E3E149F}"/>
              </a:ext>
            </a:extLst>
          </p:cNvPr>
          <p:cNvSpPr>
            <a:spLocks noGrp="1"/>
          </p:cNvSpPr>
          <p:nvPr/>
        </p:nvSpPr>
        <p:spPr>
          <a:xfrm>
            <a:off x="9150286"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105" name="sources-word-6">
            <a:extLst>
              <a:ext uri="{FF2B5EF4-FFF2-40B4-BE49-F238E27FC236}">
                <ns2:creationId id="{48785F86-0F48-47B9-8ECF-D4394D1988C8}"/>
              </a:ext>
            </a:extLst>
          </p:cNvPr>
          <p:cNvSpPr>
            <a:spLocks noGrp="1"/>
          </p:cNvSpPr>
          <p:nvPr/>
        </p:nvSpPr>
        <p:spPr>
          <a:xfrm>
            <a:off x="8386001"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106" name="page">
            <a:extLst>
              <a:ext uri="{FF2B5EF4-FFF2-40B4-BE49-F238E27FC236}">
                <ns2:creationId id="{594B504C-7321-43C5-8369-474B75F37258}"/>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33 / 35</a:t>
            </a:r>
          </a:p>
        </p:txBody>
      </p:sp>
      <p:sp>
        <p:nvSpPr>
          <p:cNvPr id="107" name="timing-word-0">
            <a:extLst>
              <a:ext uri="{FF2B5EF4-FFF2-40B4-BE49-F238E27FC236}">
                <ns2:creationId id="{4FDBECD7-67A5-4530-9A56-9A061678A8F3}"/>
              </a:ext>
            </a:extLst>
          </p:cNvPr>
          <p:cNvSpPr>
            <a:spLocks noGrp="1"/>
          </p:cNvSpPr>
          <p:nvPr/>
        </p:nvSpPr>
        <p:spPr>
          <a:xfrm>
            <a:off x="11104721" y="6505575"/>
            <a:ext cx="344329"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‏נספח</a:t>
            </a:r>
          </a:p>
        </p:txBody>
      </p:sp>
      <p:sp>
        <p:nvSpPr>
          <p:cNvPr id="108" name="timing-word-1">
            <a:extLst>
              <a:ext uri="{FF2B5EF4-FFF2-40B4-BE49-F238E27FC236}">
                <ns2:creationId id="{FBACC33F-4628-4536-9335-4B7FB4269C56}"/>
              </a:ext>
            </a:extLst>
          </p:cNvPr>
          <p:cNvSpPr>
            <a:spLocks noGrp="1"/>
          </p:cNvSpPr>
          <p:nvPr/>
        </p:nvSpPr>
        <p:spPr>
          <a:xfrm>
            <a:off x="10788872" y="6505575"/>
            <a:ext cx="292513"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‏לעיון</a:t>
            </a:r>
          </a:p>
        </p:txBody>
      </p:sp>
    </p:spTree>
    <p:extLst>
      <p:ext uri="{BB962C8B-B14F-4D97-AF65-F5344CB8AC3E}">
        <ns3:creationId val="54892411"/>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78" name="title-word-0">
            <a:extLst>
              <a:ext uri="{FF2B5EF4-FFF2-40B4-BE49-F238E27FC236}">
                <ns2:creationId id="{0B642D44-5E4C-4690-ADA4-C3B12B48B014}"/>
              </a:ext>
            </a:extLst>
          </p:cNvPr>
          <p:cNvSpPr>
            <a:spLocks noGrp="1"/>
          </p:cNvSpPr>
          <p:nvPr/>
        </p:nvSpPr>
        <p:spPr>
          <a:xfrm>
            <a:off x="10186892" y="571500"/>
            <a:ext cx="126215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‏מקורות</a:t>
            </a:r>
          </a:p>
        </p:txBody>
      </p:sp>
      <p:sp>
        <p:nvSpPr>
          <p:cNvPr id="2" name="title-word-1">
            <a:extLst>
              <a:ext uri="{FF2B5EF4-FFF2-40B4-BE49-F238E27FC236}">
                <ns2:creationId id="{CB4F478B-857B-446E-BEBB-42350372004C}"/>
              </a:ext>
            </a:extLst>
          </p:cNvPr>
          <p:cNvSpPr>
            <a:spLocks noGrp="1"/>
          </p:cNvSpPr>
          <p:nvPr/>
        </p:nvSpPr>
        <p:spPr>
          <a:xfrm>
            <a:off x="8794052" y="571500"/>
            <a:ext cx="129549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‏רשמיים</a:t>
            </a:r>
          </a:p>
        </p:txBody>
      </p:sp>
      <p:sp>
        <p:nvSpPr>
          <p:cNvPr id="3" name="title-word-2">
            <a:extLst>
              <a:ext uri="{FF2B5EF4-FFF2-40B4-BE49-F238E27FC236}">
                <ns2:creationId id="{D0F6AD18-8FAB-43A3-99F1-B3CD0425C82B}"/>
              </a:ext>
            </a:extLst>
          </p:cNvPr>
          <p:cNvSpPr>
            <a:spLocks noGrp="1"/>
          </p:cNvSpPr>
          <p:nvPr/>
        </p:nvSpPr>
        <p:spPr>
          <a:xfrm>
            <a:off x="7196328" y="571500"/>
            <a:ext cx="150037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‏וקישורים</a:t>
            </a:r>
          </a:p>
        </p:txBody>
      </p:sp>
      <p:sp>
        <p:nvSpPr>
          <p:cNvPr id="4" name="source-P-word-0">
            <a:extLst>
              <a:ext uri="{FF2B5EF4-FFF2-40B4-BE49-F238E27FC236}">
                <ns2:creationId id="{8535D771-DEB2-4519-9C81-EF871C35DA71}"/>
              </a:ext>
            </a:extLst>
          </p:cNvPr>
          <p:cNvSpPr>
            <a:spLocks noGrp="1"/>
          </p:cNvSpPr>
          <p:nvPr/>
        </p:nvSpPr>
        <p:spPr>
          <a:xfrm>
            <a:off x="10686860" y="1762125"/>
            <a:ext cx="762190"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1365f8a2bfe7493d"/>
              </a:rPr>
              <a:t>‏פקודת</a:t>
            </a:r>
          </a:p>
        </p:txBody>
      </p:sp>
      <p:sp>
        <p:nvSpPr>
          <p:cNvPr id="5" name="source-P-word-1">
            <a:extLst>
              <a:ext uri="{FF2B5EF4-FFF2-40B4-BE49-F238E27FC236}">
                <ns2:creationId id="{EB326DEF-A19D-4C7F-BCDD-DCD5C4E6C6E4}"/>
              </a:ext>
            </a:extLst>
          </p:cNvPr>
          <p:cNvSpPr>
            <a:spLocks noGrp="1"/>
          </p:cNvSpPr>
          <p:nvPr/>
        </p:nvSpPr>
        <p:spPr>
          <a:xfrm>
            <a:off x="9841611" y="1762125"/>
            <a:ext cx="78752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d35ad67224ca4110"/>
              </a:rPr>
              <a:t>‏מטכ״ל</a:t>
            </a:r>
          </a:p>
        </p:txBody>
      </p:sp>
      <p:sp>
        <p:nvSpPr>
          <p:cNvPr id="6" name="source-P-word-2">
            <a:extLst>
              <a:ext uri="{FF2B5EF4-FFF2-40B4-BE49-F238E27FC236}">
                <ns2:creationId id="{0C33C943-08D6-48F6-84C0-D9F5B64DF1EC}"/>
              </a:ext>
            </a:extLst>
          </p:cNvPr>
          <p:cNvSpPr>
            <a:spLocks noGrp="1"/>
          </p:cNvSpPr>
          <p:nvPr/>
        </p:nvSpPr>
        <p:spPr>
          <a:xfrm>
            <a:off x="8680133" y="1762125"/>
            <a:ext cx="110375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a:lnSpc>
                <a:spcPct val="100000"/>
              </a:lnSpc>
              <a:buNone/>
              <a:defRPr sz="2175" b="1">
                <a:solidFill>
                  <a:srgbClr val="21382E"/>
                </a:solidFill>
                <a:latin typeface="Arial"/>
                <a:ea typeface="Arial"/>
                <a:cs typeface="Arial"/>
              </a:defRPr>
            </a:pPr>
            <a:r>
              <a:rPr sz="2175" b="1">
                <a:solidFill>
                  <a:srgbClr val="21382E"/>
                </a:solidFill>
                <a:latin typeface="Arial"/>
                <a:ea typeface="Arial"/>
                <a:cs typeface="Arial"/>
                <a:hlinkClick ns3:id="R00dd9187835147b5"/>
              </a:rPr>
              <a:t>‏33.0501,</a:t>
            </a:r>
          </a:p>
        </p:txBody>
      </p:sp>
      <p:sp>
        <p:nvSpPr>
          <p:cNvPr id="7" name="source-P-word-3">
            <a:extLst>
              <a:ext uri="{FF2B5EF4-FFF2-40B4-BE49-F238E27FC236}">
                <ns2:creationId id="{0EB7A996-D343-4A48-A7C6-5402CF2D9029}"/>
              </a:ext>
            </a:extLst>
          </p:cNvPr>
          <p:cNvSpPr>
            <a:spLocks noGrp="1"/>
          </p:cNvSpPr>
          <p:nvPr/>
        </p:nvSpPr>
        <p:spPr>
          <a:xfrm>
            <a:off x="8023860" y="1762125"/>
            <a:ext cx="598551"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206e63cd3663468a"/>
              </a:rPr>
              <a:t>‏מדים</a:t>
            </a:r>
          </a:p>
        </p:txBody>
      </p:sp>
      <p:sp>
        <p:nvSpPr>
          <p:cNvPr id="8" name="source-desc-P-word-0">
            <a:extLst>
              <a:ext uri="{FF2B5EF4-FFF2-40B4-BE49-F238E27FC236}">
                <ns2:creationId id="{60C07162-BD3A-4970-8BF2-093FE46EE73E}"/>
              </a:ext>
            </a:extLst>
          </p:cNvPr>
          <p:cNvSpPr>
            <a:spLocks noGrp="1"/>
          </p:cNvSpPr>
          <p:nvPr/>
        </p:nvSpPr>
        <p:spPr>
          <a:xfrm>
            <a:off x="11047095" y="2181225"/>
            <a:ext cx="40195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‏כללי</a:t>
            </a:r>
          </a:p>
        </p:txBody>
      </p:sp>
      <p:sp>
        <p:nvSpPr>
          <p:cNvPr id="9" name="source-desc-P-word-1">
            <a:extLst>
              <a:ext uri="{FF2B5EF4-FFF2-40B4-BE49-F238E27FC236}">
                <ns2:creationId id="{339FA006-7B20-47BE-B363-6C0BD37E2270}"/>
              </a:ext>
            </a:extLst>
          </p:cNvPr>
          <p:cNvSpPr>
            <a:spLocks noGrp="1"/>
          </p:cNvSpPr>
          <p:nvPr/>
        </p:nvSpPr>
        <p:spPr>
          <a:xfrm>
            <a:off x="10330053" y="2181225"/>
            <a:ext cx="672560"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‏הבסיס:</a:t>
            </a:r>
          </a:p>
        </p:txBody>
      </p:sp>
      <p:sp>
        <p:nvSpPr>
          <p:cNvPr id="10" name="source-desc-P-word-2">
            <a:extLst>
              <a:ext uri="{FF2B5EF4-FFF2-40B4-BE49-F238E27FC236}">
                <ns2:creationId id="{024383CF-59BA-4837-87C7-CB08624B1A81}"/>
              </a:ext>
            </a:extLst>
          </p:cNvPr>
          <p:cNvSpPr>
            <a:spLocks noGrp="1"/>
          </p:cNvSpPr>
          <p:nvPr/>
        </p:nvSpPr>
        <p:spPr>
          <a:xfrm>
            <a:off x="9793033" y="2181225"/>
            <a:ext cx="492538"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‏חובת</a:t>
            </a:r>
          </a:p>
        </p:txBody>
      </p:sp>
      <p:sp>
        <p:nvSpPr>
          <p:cNvPr id="11" name="source-desc-P-word-3">
            <a:extLst>
              <a:ext uri="{FF2B5EF4-FFF2-40B4-BE49-F238E27FC236}">
                <ns2:creationId id="{B3A54292-CEDC-4C85-934C-D0410267E5F3}"/>
              </a:ext>
            </a:extLst>
          </p:cNvPr>
          <p:cNvSpPr>
            <a:spLocks noGrp="1"/>
          </p:cNvSpPr>
          <p:nvPr/>
        </p:nvSpPr>
        <p:spPr>
          <a:xfrm>
            <a:off x="9209627" y="2181225"/>
            <a:ext cx="53892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‏מדים,</a:t>
            </a:r>
          </a:p>
        </p:txBody>
      </p:sp>
      <p:sp>
        <p:nvSpPr>
          <p:cNvPr id="12" name="source-desc-P-word-4">
            <a:extLst>
              <a:ext uri="{FF2B5EF4-FFF2-40B4-BE49-F238E27FC236}">
                <ns2:creationId id="{7D68EF14-677C-4593-A417-DBE0B90A02EE}"/>
              </a:ext>
            </a:extLst>
          </p:cNvPr>
          <p:cNvSpPr>
            <a:spLocks noGrp="1"/>
          </p:cNvSpPr>
          <p:nvPr/>
        </p:nvSpPr>
        <p:spPr>
          <a:xfrm>
            <a:off x="8772715" y="2181225"/>
            <a:ext cx="392430"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‏סדר</a:t>
            </a:r>
          </a:p>
        </p:txBody>
      </p:sp>
      <p:sp>
        <p:nvSpPr>
          <p:cNvPr id="13" name="source-desc-P-word-5">
            <a:extLst>
              <a:ext uri="{FF2B5EF4-FFF2-40B4-BE49-F238E27FC236}">
                <ns2:creationId id="{6416CD75-F6F2-4523-8EF0-4D0A2F131BC8}"/>
              </a:ext>
            </a:extLst>
          </p:cNvPr>
          <p:cNvSpPr>
            <a:spLocks noGrp="1"/>
          </p:cNvSpPr>
          <p:nvPr/>
        </p:nvSpPr>
        <p:spPr>
          <a:xfrm>
            <a:off x="8148066" y="2181225"/>
            <a:ext cx="580168"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‏וניקיון,</a:t>
            </a:r>
          </a:p>
        </p:txBody>
      </p:sp>
      <p:sp>
        <p:nvSpPr>
          <p:cNvPr id="14" name="source-desc-P-word-6">
            <a:extLst>
              <a:ext uri="{FF2B5EF4-FFF2-40B4-BE49-F238E27FC236}">
                <ns2:creationId id="{85F349EE-DBD2-4F1D-A2D7-2AB59E998BEE}"/>
              </a:ext>
            </a:extLst>
          </p:cNvPr>
          <p:cNvSpPr>
            <a:spLocks noGrp="1"/>
          </p:cNvSpPr>
          <p:nvPr/>
        </p:nvSpPr>
        <p:spPr>
          <a:xfrm>
            <a:off x="7380637" y="2181225"/>
            <a:ext cx="722948"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‏שילובים</a:t>
            </a:r>
          </a:p>
        </p:txBody>
      </p:sp>
      <p:sp>
        <p:nvSpPr>
          <p:cNvPr id="15" name="source-desc-P-word-7">
            <a:extLst>
              <a:ext uri="{FF2B5EF4-FFF2-40B4-BE49-F238E27FC236}">
                <ns2:creationId id="{09D9A4E0-3EAA-4E3A-B41C-2B840666A003}"/>
              </a:ext>
            </a:extLst>
          </p:cNvPr>
          <p:cNvSpPr>
            <a:spLocks noGrp="1"/>
          </p:cNvSpPr>
          <p:nvPr/>
        </p:nvSpPr>
        <p:spPr>
          <a:xfrm>
            <a:off x="6618065" y="2181225"/>
            <a:ext cx="718090"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‏אסורים.</a:t>
            </a:r>
          </a:p>
        </p:txBody>
      </p:sp>
      <p:sp>
        <p:nvSpPr>
          <p:cNvPr id="16" name="source-U-word-0">
            <a:extLst>
              <a:ext uri="{FF2B5EF4-FFF2-40B4-BE49-F238E27FC236}">
                <ns2:creationId id="{953D41EF-F8FD-4BF2-AE70-399950B74042}"/>
              </a:ext>
            </a:extLst>
          </p:cNvPr>
          <p:cNvSpPr>
            <a:spLocks noGrp="1"/>
          </p:cNvSpPr>
          <p:nvPr/>
        </p:nvSpPr>
        <p:spPr>
          <a:xfrm>
            <a:off x="10929556" y="2790825"/>
            <a:ext cx="519494"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8162eff02504b96"/>
              </a:rPr>
              <a:t>‏אתר</a:t>
            </a:r>
          </a:p>
        </p:txBody>
      </p:sp>
      <p:sp>
        <p:nvSpPr>
          <p:cNvPr id="17" name="source-U-word-1">
            <a:extLst>
              <a:ext uri="{FF2B5EF4-FFF2-40B4-BE49-F238E27FC236}">
                <ns2:creationId id="{038A6677-AA5A-4FCB-9B55-8140D9A190CA}"/>
              </a:ext>
            </a:extLst>
          </p:cNvPr>
          <p:cNvSpPr>
            <a:spLocks noGrp="1"/>
          </p:cNvSpPr>
          <p:nvPr/>
        </p:nvSpPr>
        <p:spPr>
          <a:xfrm>
            <a:off x="10179177" y="2790825"/>
            <a:ext cx="692658"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ab1b92e717584dc7"/>
              </a:rPr>
              <a:t>‏צה״ל,</a:t>
            </a:r>
          </a:p>
        </p:txBody>
      </p:sp>
      <p:sp>
        <p:nvSpPr>
          <p:cNvPr id="18" name="source-U-word-2">
            <a:extLst>
              <a:ext uri="{FF2B5EF4-FFF2-40B4-BE49-F238E27FC236}">
                <ns2:creationId id="{7EB9BB09-76E7-407D-AE14-8F523CC06798}"/>
              </a:ext>
            </a:extLst>
          </p:cNvPr>
          <p:cNvSpPr>
            <a:spLocks noGrp="1"/>
          </p:cNvSpPr>
          <p:nvPr/>
        </p:nvSpPr>
        <p:spPr>
          <a:xfrm>
            <a:off x="9504521" y="2790825"/>
            <a:ext cx="616934"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c7a63319878d4763"/>
              </a:rPr>
              <a:t>‏עדכון</a:t>
            </a:r>
          </a:p>
        </p:txBody>
      </p:sp>
      <p:sp>
        <p:nvSpPr>
          <p:cNvPr id="19" name="source-U-word-3">
            <a:extLst>
              <a:ext uri="{FF2B5EF4-FFF2-40B4-BE49-F238E27FC236}">
                <ns2:creationId id="{71666ED1-4315-4445-86A0-6D4CB97DC907}"/>
              </a:ext>
            </a:extLst>
          </p:cNvPr>
          <p:cNvSpPr>
            <a:spLocks noGrp="1"/>
          </p:cNvSpPr>
          <p:nvPr/>
        </p:nvSpPr>
        <p:spPr>
          <a:xfrm>
            <a:off x="8743950" y="2790825"/>
            <a:ext cx="702850"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5b9be9b68e848c0"/>
              </a:rPr>
              <a:t>‏דיגום,</a:t>
            </a:r>
          </a:p>
        </p:txBody>
      </p:sp>
      <p:sp>
        <p:nvSpPr>
          <p:cNvPr id="20" name="source-U-word-4">
            <a:extLst>
              <a:ext uri="{FF2B5EF4-FFF2-40B4-BE49-F238E27FC236}">
                <ns2:creationId id="{E6C6970A-0E7F-4848-B05B-8522A5FF428C}"/>
              </a:ext>
            </a:extLst>
          </p:cNvPr>
          <p:cNvSpPr>
            <a:spLocks noGrp="1"/>
          </p:cNvSpPr>
          <p:nvPr/>
        </p:nvSpPr>
        <p:spPr>
          <a:xfrm>
            <a:off x="7275195" y="2790825"/>
            <a:ext cx="1411033"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a:lnSpc>
                <a:spcPct val="100000"/>
              </a:lnSpc>
              <a:buNone/>
              <a:defRPr sz="2175" b="1">
                <a:solidFill>
                  <a:srgbClr val="21382E"/>
                </a:solidFill>
                <a:latin typeface="Arial"/>
                <a:ea typeface="Arial"/>
                <a:cs typeface="Arial"/>
              </a:defRPr>
            </a:pPr>
            <a:r>
              <a:rPr sz="2175" b="1">
                <a:solidFill>
                  <a:srgbClr val="21382E"/>
                </a:solidFill>
                <a:latin typeface="Arial"/>
                <a:ea typeface="Arial"/>
                <a:cs typeface="Arial"/>
                <a:hlinkClick ns3:id="R8bec4b21096f4deb"/>
              </a:rPr>
              <a:t>‏09.04.2025</a:t>
            </a:r>
          </a:p>
        </p:txBody>
      </p:sp>
      <p:sp>
        <p:nvSpPr>
          <p:cNvPr id="21" name="source-desc-U-word-0">
            <a:extLst>
              <a:ext uri="{FF2B5EF4-FFF2-40B4-BE49-F238E27FC236}">
                <ns2:creationId id="{C50572DE-BAF9-4156-8566-9A09F1AD7164}"/>
              </a:ext>
            </a:extLst>
          </p:cNvPr>
          <p:cNvSpPr>
            <a:spLocks noGrp="1"/>
          </p:cNvSpPr>
          <p:nvPr/>
        </p:nvSpPr>
        <p:spPr>
          <a:xfrm>
            <a:off x="10965180" y="3209925"/>
            <a:ext cx="483870"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‏עדכון</a:t>
            </a:r>
          </a:p>
        </p:txBody>
      </p:sp>
      <p:sp>
        <p:nvSpPr>
          <p:cNvPr id="22" name="source-desc-U-word-1">
            <a:extLst>
              <a:ext uri="{FF2B5EF4-FFF2-40B4-BE49-F238E27FC236}">
                <ns2:creationId id="{3991F323-BCDD-42C6-80A4-76895C0B8616}"/>
              </a:ext>
            </a:extLst>
          </p:cNvPr>
          <p:cNvSpPr>
            <a:spLocks noGrp="1"/>
          </p:cNvSpPr>
          <p:nvPr/>
        </p:nvSpPr>
        <p:spPr>
          <a:xfrm>
            <a:off x="10559129" y="3209925"/>
            <a:ext cx="361569"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‏זקן,</a:t>
            </a:r>
          </a:p>
        </p:txBody>
      </p:sp>
      <p:sp>
        <p:nvSpPr>
          <p:cNvPr id="23" name="source-desc-U-word-2">
            <a:extLst>
              <a:ext uri="{FF2B5EF4-FFF2-40B4-BE49-F238E27FC236}">
                <ns2:creationId id="{38072D4F-9C28-4D03-BEB0-052E970E0749}"/>
              </a:ext>
            </a:extLst>
          </p:cNvPr>
          <p:cNvSpPr>
            <a:spLocks noGrp="1"/>
          </p:cNvSpPr>
          <p:nvPr/>
        </p:nvSpPr>
        <p:spPr>
          <a:xfrm>
            <a:off x="9977723" y="3209925"/>
            <a:ext cx="536924"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‏לבוש,</a:t>
            </a:r>
          </a:p>
        </p:txBody>
      </p:sp>
      <p:sp>
        <p:nvSpPr>
          <p:cNvPr id="24" name="source-desc-U-word-3">
            <a:extLst>
              <a:ext uri="{FF2B5EF4-FFF2-40B4-BE49-F238E27FC236}">
                <ns2:creationId id="{30192D9F-B79A-4675-8D6B-5EE731B059A1}"/>
              </a:ext>
            </a:extLst>
          </p:cNvPr>
          <p:cNvSpPr>
            <a:spLocks noGrp="1"/>
          </p:cNvSpPr>
          <p:nvPr/>
        </p:nvSpPr>
        <p:spPr>
          <a:xfrm>
            <a:off x="9534049" y="3209925"/>
            <a:ext cx="39919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‏קבע</a:t>
            </a:r>
          </a:p>
        </p:txBody>
      </p:sp>
      <p:sp>
        <p:nvSpPr>
          <p:cNvPr id="25" name="source-desc-U-word-4">
            <a:extLst>
              <a:ext uri="{FF2B5EF4-FFF2-40B4-BE49-F238E27FC236}">
                <ns2:creationId id="{55AB9F73-40B7-433C-9151-F125B91FAD1A}"/>
              </a:ext>
            </a:extLst>
          </p:cNvPr>
          <p:cNvSpPr>
            <a:spLocks noGrp="1"/>
          </p:cNvSpPr>
          <p:nvPr/>
        </p:nvSpPr>
        <p:spPr>
          <a:xfrm>
            <a:off x="8663273" y="3209925"/>
            <a:ext cx="826294"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‏ומילואים.</a:t>
            </a:r>
          </a:p>
        </p:txBody>
      </p:sp>
      <p:sp>
        <p:nvSpPr>
          <p:cNvPr id="26" name="source-desc-U-word-5">
            <a:extLst>
              <a:ext uri="{FF2B5EF4-FFF2-40B4-BE49-F238E27FC236}">
                <ns2:creationId id="{2436264B-58C1-4199-95F3-3359D4C6D4A4}"/>
              </a:ext>
            </a:extLst>
          </p:cNvPr>
          <p:cNvSpPr>
            <a:spLocks noGrp="1"/>
          </p:cNvSpPr>
          <p:nvPr/>
        </p:nvSpPr>
        <p:spPr>
          <a:xfrm>
            <a:off x="8375142" y="3209925"/>
            <a:ext cx="243649"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‏יש</a:t>
            </a:r>
          </a:p>
        </p:txBody>
      </p:sp>
      <p:sp>
        <p:nvSpPr>
          <p:cNvPr id="27" name="source-desc-U-word-6">
            <a:extLst>
              <a:ext uri="{FF2B5EF4-FFF2-40B4-BE49-F238E27FC236}">
                <ns2:creationId id="{0B5A3240-333D-461F-9130-22C70F120790}"/>
              </a:ext>
            </a:extLst>
          </p:cNvPr>
          <p:cNvSpPr>
            <a:spLocks noGrp="1"/>
          </p:cNvSpPr>
          <p:nvPr/>
        </p:nvSpPr>
        <p:spPr>
          <a:xfrm>
            <a:off x="7774115" y="3209925"/>
            <a:ext cx="556546"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‏לבדוק</a:t>
            </a:r>
          </a:p>
        </p:txBody>
      </p:sp>
      <p:sp>
        <p:nvSpPr>
          <p:cNvPr id="28" name="source-desc-U-word-7">
            <a:extLst>
              <a:ext uri="{FF2B5EF4-FFF2-40B4-BE49-F238E27FC236}">
                <ns2:creationId id="{744F69E0-3664-4A59-AEA2-4486981EEA06}"/>
              </a:ext>
            </a:extLst>
          </p:cNvPr>
          <p:cNvSpPr>
            <a:spLocks noGrp="1"/>
          </p:cNvSpPr>
          <p:nvPr/>
        </p:nvSpPr>
        <p:spPr>
          <a:xfrm>
            <a:off x="7058692" y="3209925"/>
            <a:ext cx="670941"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‏הוראות</a:t>
            </a:r>
          </a:p>
        </p:txBody>
      </p:sp>
      <p:sp>
        <p:nvSpPr>
          <p:cNvPr id="29" name="source-desc-U-word-8">
            <a:extLst>
              <a:ext uri="{FF2B5EF4-FFF2-40B4-BE49-F238E27FC236}">
                <ns2:creationId id="{3702CA7F-134D-402D-9080-5C725A0368D3}"/>
              </a:ext>
            </a:extLst>
          </p:cNvPr>
          <p:cNvSpPr>
            <a:spLocks noGrp="1"/>
          </p:cNvSpPr>
          <p:nvPr/>
        </p:nvSpPr>
        <p:spPr>
          <a:xfrm>
            <a:off x="6504813" y="3209925"/>
            <a:ext cx="509397"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‏שעה.</a:t>
            </a:r>
          </a:p>
        </p:txBody>
      </p:sp>
      <p:sp>
        <p:nvSpPr>
          <p:cNvPr id="30" name="source-B-word-0">
            <a:extLst>
              <a:ext uri="{FF2B5EF4-FFF2-40B4-BE49-F238E27FC236}">
                <ns2:creationId id="{DA3C7FF5-F5DB-449A-A5EB-B74F8AB2167F}"/>
              </a:ext>
            </a:extLst>
          </p:cNvPr>
          <p:cNvSpPr>
            <a:spLocks noGrp="1"/>
          </p:cNvSpPr>
          <p:nvPr/>
        </p:nvSpPr>
        <p:spPr>
          <a:xfrm>
            <a:off x="10840498" y="3819525"/>
            <a:ext cx="608552"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eb99d4d659e84f65"/>
              </a:rPr>
              <a:t>‏טופס</a:t>
            </a:r>
          </a:p>
        </p:txBody>
      </p:sp>
      <p:sp>
        <p:nvSpPr>
          <p:cNvPr id="31" name="source-B-word-1">
            <a:extLst>
              <a:ext uri="{FF2B5EF4-FFF2-40B4-BE49-F238E27FC236}">
                <ns2:creationId id="{631A3170-23AA-4D0A-8940-54BB2D66BABD}"/>
              </a:ext>
            </a:extLst>
          </p:cNvPr>
          <p:cNvSpPr>
            <a:spLocks noGrp="1"/>
          </p:cNvSpPr>
          <p:nvPr/>
        </p:nvSpPr>
        <p:spPr>
          <a:xfrm>
            <a:off x="10090118" y="3819525"/>
            <a:ext cx="692658"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ab3172f1530b4407"/>
              </a:rPr>
              <a:t>‏צה״ל,</a:t>
            </a:r>
          </a:p>
        </p:txBody>
      </p:sp>
      <p:sp>
        <p:nvSpPr>
          <p:cNvPr id="32" name="source-B-word-2">
            <a:extLst>
              <a:ext uri="{FF2B5EF4-FFF2-40B4-BE49-F238E27FC236}">
                <ns2:creationId id="{2C88DCCC-8D11-4CB4-9170-4B8E16C34B4A}"/>
              </a:ext>
            </a:extLst>
          </p:cNvPr>
          <p:cNvSpPr>
            <a:spLocks noGrp="1"/>
          </p:cNvSpPr>
          <p:nvPr/>
        </p:nvSpPr>
        <p:spPr>
          <a:xfrm>
            <a:off x="9209437" y="3819525"/>
            <a:ext cx="822960"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f3048346d1c7419e"/>
              </a:rPr>
              <a:t>‏הצהרה</a:t>
            </a:r>
          </a:p>
        </p:txBody>
      </p:sp>
      <p:sp>
        <p:nvSpPr>
          <p:cNvPr id="33" name="source-B-word-3">
            <a:extLst>
              <a:ext uri="{FF2B5EF4-FFF2-40B4-BE49-F238E27FC236}">
                <ns2:creationId id="{0DF80E11-9F43-420D-ACCF-F45465CADFEB}"/>
              </a:ext>
            </a:extLst>
          </p:cNvPr>
          <p:cNvSpPr>
            <a:spLocks noGrp="1"/>
          </p:cNvSpPr>
          <p:nvPr/>
        </p:nvSpPr>
        <p:spPr>
          <a:xfrm>
            <a:off x="8420290" y="3819525"/>
            <a:ext cx="731425"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9e159e0962f4374"/>
              </a:rPr>
              <a:t>‏לגידול</a:t>
            </a:r>
          </a:p>
        </p:txBody>
      </p:sp>
      <p:sp>
        <p:nvSpPr>
          <p:cNvPr id="34" name="source-B-word-4">
            <a:extLst>
              <a:ext uri="{FF2B5EF4-FFF2-40B4-BE49-F238E27FC236}">
                <ns2:creationId id="{2C591339-704E-4C54-9D8D-B580D4F87BBB}"/>
              </a:ext>
            </a:extLst>
          </p:cNvPr>
          <p:cNvSpPr>
            <a:spLocks noGrp="1"/>
          </p:cNvSpPr>
          <p:nvPr/>
        </p:nvSpPr>
        <p:spPr>
          <a:xfrm>
            <a:off x="7986331" y="3819525"/>
            <a:ext cx="376238"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bca8fd4838954451"/>
              </a:rPr>
              <a:t>‏זקן</a:t>
            </a:r>
          </a:p>
        </p:txBody>
      </p:sp>
      <p:sp>
        <p:nvSpPr>
          <p:cNvPr id="35" name="source-B-word-5">
            <a:extLst>
              <a:ext uri="{FF2B5EF4-FFF2-40B4-BE49-F238E27FC236}">
                <ns2:creationId id="{0F665563-2F52-44B9-AFA0-D04089B84A11}"/>
              </a:ext>
            </a:extLst>
          </p:cNvPr>
          <p:cNvSpPr>
            <a:spLocks noGrp="1"/>
          </p:cNvSpPr>
          <p:nvPr/>
        </p:nvSpPr>
        <p:spPr>
          <a:xfrm>
            <a:off x="7663720" y="3819525"/>
            <a:ext cx="264890"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0660a133da774abf"/>
              </a:rPr>
              <a:t>‏או</a:t>
            </a:r>
          </a:p>
        </p:txBody>
      </p:sp>
      <p:sp>
        <p:nvSpPr>
          <p:cNvPr id="36" name="source-B-word-6">
            <a:extLst>
              <a:ext uri="{FF2B5EF4-FFF2-40B4-BE49-F238E27FC236}">
                <ns2:creationId id="{D05408AF-7BF7-4BD5-A92A-EA9E013A69FA}"/>
              </a:ext>
            </a:extLst>
          </p:cNvPr>
          <p:cNvSpPr>
            <a:spLocks noGrp="1"/>
          </p:cNvSpPr>
          <p:nvPr/>
        </p:nvSpPr>
        <p:spPr>
          <a:xfrm>
            <a:off x="7049071" y="3819525"/>
            <a:ext cx="55692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43c4d9eb843f4c04"/>
              </a:rPr>
              <a:t>‏שפם</a:t>
            </a:r>
          </a:p>
        </p:txBody>
      </p:sp>
      <p:sp>
        <p:nvSpPr>
          <p:cNvPr id="37" name="source-desc-B-word-0">
            <a:extLst>
              <a:ext uri="{FF2B5EF4-FFF2-40B4-BE49-F238E27FC236}">
                <ns2:creationId id="{39579BBD-D8E1-49EC-AD4F-8103D39CE525}"/>
              </a:ext>
            </a:extLst>
          </p:cNvPr>
          <p:cNvSpPr>
            <a:spLocks noGrp="1"/>
          </p:cNvSpPr>
          <p:nvPr/>
        </p:nvSpPr>
        <p:spPr>
          <a:xfrm>
            <a:off x="10973086" y="4238625"/>
            <a:ext cx="475964"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‏טופס</a:t>
            </a:r>
          </a:p>
        </p:txBody>
      </p:sp>
      <p:sp>
        <p:nvSpPr>
          <p:cNvPr id="38" name="source-desc-B-word-1">
            <a:extLst>
              <a:ext uri="{FF2B5EF4-FFF2-40B4-BE49-F238E27FC236}">
                <ns2:creationId id="{9E27ABD5-93C2-4BA5-AB1B-968D78C9B41F}"/>
              </a:ext>
            </a:extLst>
          </p:cNvPr>
          <p:cNvSpPr>
            <a:spLocks noGrp="1"/>
          </p:cNvSpPr>
          <p:nvPr/>
        </p:nvSpPr>
        <p:spPr>
          <a:xfrm>
            <a:off x="10123741" y="4238625"/>
            <a:ext cx="80486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‏ההצהרה</a:t>
            </a:r>
          </a:p>
        </p:txBody>
      </p:sp>
      <p:sp>
        <p:nvSpPr>
          <p:cNvPr id="39" name="source-desc-B-word-2">
            <a:extLst>
              <a:ext uri="{FF2B5EF4-FFF2-40B4-BE49-F238E27FC236}">
                <ns2:creationId id="{82FFF0CA-C0BD-434B-84AB-ACB964097700}"/>
              </a:ext>
            </a:extLst>
          </p:cNvPr>
          <p:cNvSpPr>
            <a:spLocks noGrp="1"/>
          </p:cNvSpPr>
          <p:nvPr/>
        </p:nvSpPr>
        <p:spPr>
          <a:xfrm>
            <a:off x="9444133" y="4238625"/>
            <a:ext cx="635127"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‏הרשמי</a:t>
            </a:r>
          </a:p>
        </p:txBody>
      </p:sp>
      <p:sp>
        <p:nvSpPr>
          <p:cNvPr id="40" name="source-desc-B-word-3">
            <a:extLst>
              <a:ext uri="{FF2B5EF4-FFF2-40B4-BE49-F238E27FC236}">
                <ns2:creationId id="{5C182A9A-953B-4959-9F2D-B5041FBEC212}"/>
              </a:ext>
            </a:extLst>
          </p:cNvPr>
          <p:cNvSpPr>
            <a:spLocks noGrp="1"/>
          </p:cNvSpPr>
          <p:nvPr/>
        </p:nvSpPr>
        <p:spPr>
          <a:xfrm>
            <a:off x="8941308" y="4238625"/>
            <a:ext cx="45834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‏וכללי</a:t>
            </a:r>
          </a:p>
        </p:txBody>
      </p:sp>
      <p:sp>
        <p:nvSpPr>
          <p:cNvPr id="41" name="source-desc-B-word-4">
            <a:extLst>
              <a:ext uri="{FF2B5EF4-FFF2-40B4-BE49-F238E27FC236}">
                <ns2:creationId id="{D74D9FD6-1E05-4CD9-83E0-BCC2CA1D14CB}"/>
              </a:ext>
            </a:extLst>
          </p:cNvPr>
          <p:cNvSpPr>
            <a:spLocks noGrp="1"/>
          </p:cNvSpPr>
          <p:nvPr/>
        </p:nvSpPr>
        <p:spPr>
          <a:xfrm>
            <a:off x="8339233" y="4238625"/>
            <a:ext cx="557594"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‏נראות</a:t>
            </a:r>
          </a:p>
        </p:txBody>
      </p:sp>
      <p:sp>
        <p:nvSpPr>
          <p:cNvPr id="42" name="source-desc-B-word-5">
            <a:extLst>
              <a:ext uri="{FF2B5EF4-FFF2-40B4-BE49-F238E27FC236}">
                <ns2:creationId id="{65AC0CEB-7833-45FD-BF30-DF282C7B62EC}"/>
              </a:ext>
            </a:extLst>
          </p:cNvPr>
          <p:cNvSpPr>
            <a:spLocks noGrp="1"/>
          </p:cNvSpPr>
          <p:nvPr/>
        </p:nvSpPr>
        <p:spPr>
          <a:xfrm>
            <a:off x="7859077" y="4238625"/>
            <a:ext cx="435674"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‏הזקן</a:t>
            </a:r>
          </a:p>
        </p:txBody>
      </p:sp>
      <p:sp>
        <p:nvSpPr>
          <p:cNvPr id="43" name="source-desc-B-word-6">
            <a:extLst>
              <a:ext uri="{FF2B5EF4-FFF2-40B4-BE49-F238E27FC236}">
                <ns2:creationId id="{F80EEC38-BA86-45C9-9B3E-46CF52933833}"/>
              </a:ext>
            </a:extLst>
          </p:cNvPr>
          <p:cNvSpPr>
            <a:spLocks noGrp="1"/>
          </p:cNvSpPr>
          <p:nvPr/>
        </p:nvSpPr>
        <p:spPr>
          <a:xfrm>
            <a:off x="7108031" y="4238625"/>
            <a:ext cx="70656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‏והשפם.</a:t>
            </a:r>
          </a:p>
        </p:txBody>
      </p:sp>
      <p:sp>
        <p:nvSpPr>
          <p:cNvPr id="44" name="source-W-word-0">
            <a:extLst>
              <a:ext uri="{FF2B5EF4-FFF2-40B4-BE49-F238E27FC236}">
                <ns2:creationId id="{448901F8-F746-44E9-AE21-599C4E870BF8}"/>
              </a:ext>
            </a:extLst>
          </p:cNvPr>
          <p:cNvSpPr>
            <a:spLocks noGrp="1"/>
          </p:cNvSpPr>
          <p:nvPr/>
        </p:nvSpPr>
        <p:spPr>
          <a:xfrm>
            <a:off x="10929556" y="4848225"/>
            <a:ext cx="519494"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f1c4595a22cb4b2c"/>
              </a:rPr>
              <a:t>‏אתר</a:t>
            </a:r>
          </a:p>
        </p:txBody>
      </p:sp>
      <p:sp>
        <p:nvSpPr>
          <p:cNvPr id="45" name="source-W-word-1">
            <a:extLst>
              <a:ext uri="{FF2B5EF4-FFF2-40B4-BE49-F238E27FC236}">
                <ns2:creationId id="{BE52F0BD-B94F-4DAB-B69C-F39A7A2F739C}"/>
              </a:ext>
            </a:extLst>
          </p:cNvPr>
          <p:cNvSpPr>
            <a:spLocks noGrp="1"/>
          </p:cNvSpPr>
          <p:nvPr/>
        </p:nvSpPr>
        <p:spPr>
          <a:xfrm>
            <a:off x="10179177" y="4848225"/>
            <a:ext cx="692658"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6722e301687e4adf"/>
              </a:rPr>
              <a:t>‏צה״ל,</a:t>
            </a:r>
          </a:p>
        </p:txBody>
      </p:sp>
      <p:sp>
        <p:nvSpPr>
          <p:cNvPr id="46" name="source-W-word-2">
            <a:extLst>
              <a:ext uri="{FF2B5EF4-FFF2-40B4-BE49-F238E27FC236}">
                <ns2:creationId id="{FA58C2EE-A2EF-49CA-93E9-F2F728AAFFD4}"/>
              </a:ext>
            </a:extLst>
          </p:cNvPr>
          <p:cNvSpPr>
            <a:spLocks noGrp="1"/>
          </p:cNvSpPr>
          <p:nvPr/>
        </p:nvSpPr>
        <p:spPr>
          <a:xfrm>
            <a:off x="9400413" y="4848225"/>
            <a:ext cx="721042"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98f2d60991ba4c4f"/>
              </a:rPr>
              <a:t>‏איגרת</a:t>
            </a:r>
          </a:p>
        </p:txBody>
      </p:sp>
      <p:sp>
        <p:nvSpPr>
          <p:cNvPr id="47" name="source-W-word-3">
            <a:extLst>
              <a:ext uri="{FF2B5EF4-FFF2-40B4-BE49-F238E27FC236}">
                <ns2:creationId id="{17946677-30AA-4677-86CB-91382EFAD115}"/>
              </a:ext>
            </a:extLst>
          </p:cNvPr>
          <p:cNvSpPr>
            <a:spLocks noGrp="1"/>
          </p:cNvSpPr>
          <p:nvPr/>
        </p:nvSpPr>
        <p:spPr>
          <a:xfrm>
            <a:off x="8683847" y="4848225"/>
            <a:ext cx="658844"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5fa3dbee7bbe4bc3"/>
              </a:rPr>
              <a:t>‏חורף,</a:t>
            </a:r>
          </a:p>
        </p:txBody>
      </p:sp>
      <p:sp>
        <p:nvSpPr>
          <p:cNvPr id="48" name="source-W-word-4">
            <a:extLst>
              <a:ext uri="{FF2B5EF4-FFF2-40B4-BE49-F238E27FC236}">
                <ns2:creationId id="{C0ED4254-5BDF-40B1-9E27-9E23689102F0}"/>
              </a:ext>
            </a:extLst>
          </p:cNvPr>
          <p:cNvSpPr>
            <a:spLocks noGrp="1"/>
          </p:cNvSpPr>
          <p:nvPr/>
        </p:nvSpPr>
        <p:spPr>
          <a:xfrm>
            <a:off x="7215092" y="4848225"/>
            <a:ext cx="1411033"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a:lnSpc>
                <a:spcPct val="100000"/>
              </a:lnSpc>
              <a:buNone/>
              <a:defRPr sz="2175" b="1">
                <a:solidFill>
                  <a:srgbClr val="21382E"/>
                </a:solidFill>
                <a:latin typeface="Arial"/>
                <a:ea typeface="Arial"/>
                <a:cs typeface="Arial"/>
              </a:defRPr>
            </a:pPr>
            <a:r>
              <a:rPr sz="2175" b="1">
                <a:solidFill>
                  <a:srgbClr val="21382E"/>
                </a:solidFill>
                <a:latin typeface="Arial"/>
                <a:ea typeface="Arial"/>
                <a:cs typeface="Arial"/>
                <a:hlinkClick ns3:id="Rd5a50654b2664853"/>
              </a:rPr>
              <a:t>‏31.10.2024</a:t>
            </a:r>
          </a:p>
        </p:txBody>
      </p:sp>
      <p:sp>
        <p:nvSpPr>
          <p:cNvPr id="49" name="source-desc-W-word-0">
            <a:extLst>
              <a:ext uri="{FF2B5EF4-FFF2-40B4-BE49-F238E27FC236}">
                <ns2:creationId id="{7C7F52A2-35BF-45E2-A300-AB033F3A153A}"/>
              </a:ext>
            </a:extLst>
          </p:cNvPr>
          <p:cNvSpPr>
            <a:spLocks noGrp="1"/>
          </p:cNvSpPr>
          <p:nvPr/>
        </p:nvSpPr>
        <p:spPr>
          <a:xfrm>
            <a:off x="10987945" y="5267325"/>
            <a:ext cx="46110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‏פרטי</a:t>
            </a:r>
          </a:p>
        </p:txBody>
      </p:sp>
      <p:sp>
        <p:nvSpPr>
          <p:cNvPr id="50" name="source-desc-W-word-1">
            <a:extLst>
              <a:ext uri="{FF2B5EF4-FFF2-40B4-BE49-F238E27FC236}">
                <ns2:creationId id="{A53A44E8-631C-4526-A3D7-88572055D5DD}"/>
              </a:ext>
            </a:extLst>
          </p:cNvPr>
          <p:cNvSpPr>
            <a:spLocks noGrp="1"/>
          </p:cNvSpPr>
          <p:nvPr/>
        </p:nvSpPr>
        <p:spPr>
          <a:xfrm>
            <a:off x="10470070" y="5267325"/>
            <a:ext cx="47339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‏לבוש</a:t>
            </a:r>
          </a:p>
        </p:txBody>
      </p:sp>
      <p:sp>
        <p:nvSpPr>
          <p:cNvPr id="51" name="source-desc-W-word-2">
            <a:extLst>
              <a:ext uri="{FF2B5EF4-FFF2-40B4-BE49-F238E27FC236}">
                <ns2:creationId id="{EEC3E424-7D33-4617-8024-58DF732FF448}"/>
              </a:ext>
            </a:extLst>
          </p:cNvPr>
          <p:cNvSpPr>
            <a:spLocks noGrp="1"/>
          </p:cNvSpPr>
          <p:nvPr/>
        </p:nvSpPr>
        <p:spPr>
          <a:xfrm>
            <a:off x="9770459" y="5267325"/>
            <a:ext cx="655129"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‏בחורף,</a:t>
            </a:r>
          </a:p>
        </p:txBody>
      </p:sp>
      <p:sp>
        <p:nvSpPr>
          <p:cNvPr id="52" name="source-desc-W-word-3">
            <a:extLst>
              <a:ext uri="{FF2B5EF4-FFF2-40B4-BE49-F238E27FC236}">
                <ns2:creationId id="{1F0539E2-21AB-4C31-B7BD-6E8D2C40E2B3}"/>
              </a:ext>
            </a:extLst>
          </p:cNvPr>
          <p:cNvSpPr>
            <a:spLocks noGrp="1"/>
          </p:cNvSpPr>
          <p:nvPr/>
        </p:nvSpPr>
        <p:spPr>
          <a:xfrm>
            <a:off x="8946928" y="5267325"/>
            <a:ext cx="779050"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‏שרוולים,</a:t>
            </a:r>
          </a:p>
        </p:txBody>
      </p:sp>
      <p:sp>
        <p:nvSpPr>
          <p:cNvPr id="53" name="source-desc-W-word-4">
            <a:extLst>
              <a:ext uri="{FF2B5EF4-FFF2-40B4-BE49-F238E27FC236}">
                <ns2:creationId id="{6207FD51-A3AF-4A0F-85CC-397BC0E9ED50}"/>
              </a:ext>
            </a:extLst>
          </p:cNvPr>
          <p:cNvSpPr>
            <a:spLocks noGrp="1"/>
          </p:cNvSpPr>
          <p:nvPr/>
        </p:nvSpPr>
        <p:spPr>
          <a:xfrm>
            <a:off x="8292751" y="5267325"/>
            <a:ext cx="60969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‏גרביים</a:t>
            </a:r>
          </a:p>
        </p:txBody>
      </p:sp>
      <p:sp>
        <p:nvSpPr>
          <p:cNvPr id="54" name="source-desc-W-word-5">
            <a:extLst>
              <a:ext uri="{FF2B5EF4-FFF2-40B4-BE49-F238E27FC236}">
                <ns2:creationId id="{10CDC1DC-F5AA-4CDC-9B20-E614BF3BF6EB}"/>
              </a:ext>
            </a:extLst>
          </p:cNvPr>
          <p:cNvSpPr>
            <a:spLocks noGrp="1"/>
          </p:cNvSpPr>
          <p:nvPr/>
        </p:nvSpPr>
        <p:spPr>
          <a:xfrm>
            <a:off x="7472744" y="5267325"/>
            <a:ext cx="77552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‏וסנדלים.</a:t>
            </a:r>
          </a:p>
        </p:txBody>
      </p:sp>
      <p:sp>
        <p:nvSpPr>
          <p:cNvPr id="55" name="sources-word-0">
            <a:extLst>
              <a:ext uri="{FF2B5EF4-FFF2-40B4-BE49-F238E27FC236}">
                <ns2:creationId id="{D99FACB3-F18A-4DC0-AA1C-1E2C97CC7DCA}"/>
              </a:ext>
            </a:extLst>
          </p:cNvPr>
          <p:cNvSpPr>
            <a:spLocks noGrp="1"/>
          </p:cNvSpPr>
          <p:nvPr/>
        </p:nvSpPr>
        <p:spPr>
          <a:xfrm>
            <a:off x="11064240"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56" name="sources-word-1">
            <a:extLst>
              <a:ext uri="{FF2B5EF4-FFF2-40B4-BE49-F238E27FC236}">
                <ns2:creationId id="{11688856-11F3-4F34-B9BB-A57FCCF60469}"/>
              </a:ext>
            </a:extLst>
          </p:cNvPr>
          <p:cNvSpPr>
            <a:spLocks noGrp="1"/>
          </p:cNvSpPr>
          <p:nvPr/>
        </p:nvSpPr>
        <p:spPr>
          <a:xfrm>
            <a:off x="10653236"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57" name="sources-word-2">
            <a:extLst>
              <a:ext uri="{FF2B5EF4-FFF2-40B4-BE49-F238E27FC236}">
                <ns2:creationId id="{0A71012E-09F5-4CEB-A2BA-0E10603C3C5D}"/>
              </a:ext>
            </a:extLst>
          </p:cNvPr>
          <p:cNvSpPr>
            <a:spLocks noGrp="1"/>
          </p:cNvSpPr>
          <p:nvPr/>
        </p:nvSpPr>
        <p:spPr>
          <a:xfrm>
            <a:off x="10047827"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‏33.0501,</a:t>
            </a:r>
          </a:p>
        </p:txBody>
      </p:sp>
      <p:sp>
        <p:nvSpPr>
          <p:cNvPr id="58" name="sources-word-3">
            <a:extLst>
              <a:ext uri="{FF2B5EF4-FFF2-40B4-BE49-F238E27FC236}">
                <ns2:creationId id="{2ED14CDF-1864-467B-9D81-BC566395BA24}"/>
              </a:ext>
            </a:extLst>
          </p:cNvPr>
          <p:cNvSpPr>
            <a:spLocks noGrp="1"/>
          </p:cNvSpPr>
          <p:nvPr/>
        </p:nvSpPr>
        <p:spPr>
          <a:xfrm>
            <a:off x="9719310" y="6191250"/>
            <a:ext cx="30784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‏מדים</a:t>
            </a:r>
          </a:p>
        </p:txBody>
      </p:sp>
      <p:sp>
        <p:nvSpPr>
          <p:cNvPr id="59" name="sources-word-4">
            <a:extLst>
              <a:ext uri="{FF2B5EF4-FFF2-40B4-BE49-F238E27FC236}">
                <ns2:creationId id="{08FF0B01-893D-4BB9-9EC2-7810F5DE20E7}"/>
              </a:ext>
            </a:extLst>
          </p:cNvPr>
          <p:cNvSpPr>
            <a:spLocks noGrp="1"/>
          </p:cNvSpPr>
          <p:nvPr/>
        </p:nvSpPr>
        <p:spPr>
          <a:xfrm>
            <a:off x="962244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0" name="sources-word-5">
            <a:extLst>
              <a:ext uri="{FF2B5EF4-FFF2-40B4-BE49-F238E27FC236}">
                <ns2:creationId id="{C073C634-0BA3-4994-AD0A-3457F6563C40}"/>
              </a:ext>
            </a:extLst>
          </p:cNvPr>
          <p:cNvSpPr>
            <a:spLocks noGrp="1"/>
          </p:cNvSpPr>
          <p:nvPr/>
        </p:nvSpPr>
        <p:spPr>
          <a:xfrm>
            <a:off x="9288590" y="6191250"/>
            <a:ext cx="3131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‏עדכון</a:t>
            </a:r>
          </a:p>
        </p:txBody>
      </p:sp>
      <p:sp>
        <p:nvSpPr>
          <p:cNvPr id="61" name="sources-word-6">
            <a:extLst>
              <a:ext uri="{FF2B5EF4-FFF2-40B4-BE49-F238E27FC236}">
                <ns2:creationId id="{F52F54DA-074C-4843-A34B-194411D57803}"/>
              </a:ext>
            </a:extLst>
          </p:cNvPr>
          <p:cNvSpPr>
            <a:spLocks noGrp="1"/>
          </p:cNvSpPr>
          <p:nvPr/>
        </p:nvSpPr>
        <p:spPr>
          <a:xfrm>
            <a:off x="8914066" y="6191250"/>
            <a:ext cx="35385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‏דיגום,</a:t>
            </a:r>
          </a:p>
        </p:txBody>
      </p:sp>
      <p:sp>
        <p:nvSpPr>
          <p:cNvPr id="62" name="sources-word-7">
            <a:extLst>
              <a:ext uri="{FF2B5EF4-FFF2-40B4-BE49-F238E27FC236}">
                <ns2:creationId id="{16D9B331-BF2C-4586-8251-C27EDB67FE3C}"/>
              </a:ext>
            </a:extLst>
          </p:cNvPr>
          <p:cNvSpPr>
            <a:spLocks noGrp="1"/>
          </p:cNvSpPr>
          <p:nvPr/>
        </p:nvSpPr>
        <p:spPr>
          <a:xfrm>
            <a:off x="8149780"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‏09.04.2025</a:t>
            </a:r>
          </a:p>
        </p:txBody>
      </p:sp>
      <p:sp>
        <p:nvSpPr>
          <p:cNvPr id="63" name="sources-word-8">
            <a:extLst>
              <a:ext uri="{FF2B5EF4-FFF2-40B4-BE49-F238E27FC236}">
                <ns2:creationId id="{FA59C7AE-C677-470F-9360-4E67F6227796}"/>
              </a:ext>
            </a:extLst>
          </p:cNvPr>
          <p:cNvSpPr>
            <a:spLocks noGrp="1"/>
          </p:cNvSpPr>
          <p:nvPr/>
        </p:nvSpPr>
        <p:spPr>
          <a:xfrm>
            <a:off x="8052911"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4" name="sources-word-9">
            <a:extLst>
              <a:ext uri="{FF2B5EF4-FFF2-40B4-BE49-F238E27FC236}">
                <ns2:creationId id="{502FB59A-3497-4BA3-A2C7-D2BB89CB78D0}"/>
              </a:ext>
            </a:extLst>
          </p:cNvPr>
          <p:cNvSpPr>
            <a:spLocks noGrp="1"/>
          </p:cNvSpPr>
          <p:nvPr/>
        </p:nvSpPr>
        <p:spPr>
          <a:xfrm>
            <a:off x="7724013" y="6191250"/>
            <a:ext cx="3082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‏טופס</a:t>
            </a:r>
          </a:p>
        </p:txBody>
      </p:sp>
      <p:sp>
        <p:nvSpPr>
          <p:cNvPr id="65" name="sources-word-10">
            <a:extLst>
              <a:ext uri="{FF2B5EF4-FFF2-40B4-BE49-F238E27FC236}">
                <ns2:creationId id="{74F8A392-FAC2-4FCD-9765-9B134FCF479B}"/>
              </a:ext>
            </a:extLst>
          </p:cNvPr>
          <p:cNvSpPr>
            <a:spLocks noGrp="1"/>
          </p:cNvSpPr>
          <p:nvPr/>
        </p:nvSpPr>
        <p:spPr>
          <a:xfrm>
            <a:off x="7355014" y="6191250"/>
            <a:ext cx="34832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‏צה״ל,</a:t>
            </a:r>
          </a:p>
        </p:txBody>
      </p:sp>
      <p:sp>
        <p:nvSpPr>
          <p:cNvPr id="66" name="sources-word-11">
            <a:extLst>
              <a:ext uri="{FF2B5EF4-FFF2-40B4-BE49-F238E27FC236}">
                <ns2:creationId id="{D54D81E6-3D1D-4B1F-9B2C-F3D199ED0EC4}"/>
              </a:ext>
            </a:extLst>
          </p:cNvPr>
          <p:cNvSpPr>
            <a:spLocks noGrp="1"/>
          </p:cNvSpPr>
          <p:nvPr/>
        </p:nvSpPr>
        <p:spPr>
          <a:xfrm>
            <a:off x="6906577" y="6191250"/>
            <a:ext cx="42776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‏הצהרה</a:t>
            </a:r>
          </a:p>
        </p:txBody>
      </p:sp>
      <p:sp>
        <p:nvSpPr>
          <p:cNvPr id="67" name="sources-word-12">
            <a:extLst>
              <a:ext uri="{FF2B5EF4-FFF2-40B4-BE49-F238E27FC236}">
                <ns2:creationId id="{9FF2872C-8EDE-4815-A6D8-10E39D026500}"/>
              </a:ext>
            </a:extLst>
          </p:cNvPr>
          <p:cNvSpPr>
            <a:spLocks noGrp="1"/>
          </p:cNvSpPr>
          <p:nvPr/>
        </p:nvSpPr>
        <p:spPr>
          <a:xfrm>
            <a:off x="6525006" y="6191250"/>
            <a:ext cx="36090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‏לגידול</a:t>
            </a:r>
          </a:p>
        </p:txBody>
      </p:sp>
      <p:sp>
        <p:nvSpPr>
          <p:cNvPr id="68" name="sources-word-13">
            <a:extLst>
              <a:ext uri="{FF2B5EF4-FFF2-40B4-BE49-F238E27FC236}">
                <ns2:creationId id="{B3F5C864-ADC5-4CED-A090-C6E8C2576CAA}"/>
              </a:ext>
            </a:extLst>
          </p:cNvPr>
          <p:cNvSpPr>
            <a:spLocks noGrp="1"/>
          </p:cNvSpPr>
          <p:nvPr/>
        </p:nvSpPr>
        <p:spPr>
          <a:xfrm>
            <a:off x="6307360" y="6191250"/>
            <a:ext cx="19697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‏זקן</a:t>
            </a:r>
          </a:p>
        </p:txBody>
      </p:sp>
      <p:sp>
        <p:nvSpPr>
          <p:cNvPr id="69" name="sources-word-14">
            <a:extLst>
              <a:ext uri="{FF2B5EF4-FFF2-40B4-BE49-F238E27FC236}">
                <ns2:creationId id="{11B643E6-B518-4B3C-B634-EC2843FC5622}"/>
              </a:ext>
            </a:extLst>
          </p:cNvPr>
          <p:cNvSpPr>
            <a:spLocks noGrp="1"/>
          </p:cNvSpPr>
          <p:nvPr/>
        </p:nvSpPr>
        <p:spPr>
          <a:xfrm>
            <a:off x="6142482" y="6191250"/>
            <a:ext cx="1442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‏או</a:t>
            </a:r>
          </a:p>
        </p:txBody>
      </p:sp>
      <p:sp>
        <p:nvSpPr>
          <p:cNvPr id="70" name="sources-word-15">
            <a:extLst>
              <a:ext uri="{FF2B5EF4-FFF2-40B4-BE49-F238E27FC236}">
                <ns2:creationId id="{2A4D2C85-DF1D-428A-B8E1-9321132A4E91}"/>
              </a:ext>
            </a:extLst>
          </p:cNvPr>
          <p:cNvSpPr>
            <a:spLocks noGrp="1"/>
          </p:cNvSpPr>
          <p:nvPr/>
        </p:nvSpPr>
        <p:spPr>
          <a:xfrm>
            <a:off x="5830443" y="6191250"/>
            <a:ext cx="29137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‏שפם</a:t>
            </a:r>
          </a:p>
        </p:txBody>
      </p:sp>
      <p:sp>
        <p:nvSpPr>
          <p:cNvPr id="71" name="sources-word-16">
            <a:extLst>
              <a:ext uri="{FF2B5EF4-FFF2-40B4-BE49-F238E27FC236}">
                <ns2:creationId id="{EE691103-BD37-4E1F-AE57-B3559DEB398E}"/>
              </a:ext>
            </a:extLst>
          </p:cNvPr>
          <p:cNvSpPr>
            <a:spLocks noGrp="1"/>
          </p:cNvSpPr>
          <p:nvPr/>
        </p:nvSpPr>
        <p:spPr>
          <a:xfrm>
            <a:off x="573357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72" name="sources-word-17">
            <a:extLst>
              <a:ext uri="{FF2B5EF4-FFF2-40B4-BE49-F238E27FC236}">
                <ns2:creationId id="{D4AE6796-1968-46C7-9828-E3611BCA9CCC}"/>
              </a:ext>
            </a:extLst>
          </p:cNvPr>
          <p:cNvSpPr>
            <a:spLocks noGrp="1"/>
          </p:cNvSpPr>
          <p:nvPr/>
        </p:nvSpPr>
        <p:spPr>
          <a:xfrm>
            <a:off x="5347049"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73" name="sources-word-18">
            <a:extLst>
              <a:ext uri="{FF2B5EF4-FFF2-40B4-BE49-F238E27FC236}">
                <ns2:creationId id="{2C44C42E-B4AF-40C3-AD22-829947FA55DB}"/>
              </a:ext>
            </a:extLst>
          </p:cNvPr>
          <p:cNvSpPr>
            <a:spLocks noGrp="1"/>
          </p:cNvSpPr>
          <p:nvPr/>
        </p:nvSpPr>
        <p:spPr>
          <a:xfrm>
            <a:off x="4983670" y="6191250"/>
            <a:ext cx="342709"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‏חורף,</a:t>
            </a:r>
          </a:p>
        </p:txBody>
      </p:sp>
      <p:sp>
        <p:nvSpPr>
          <p:cNvPr id="74" name="sources-word-19">
            <a:extLst>
              <a:ext uri="{FF2B5EF4-FFF2-40B4-BE49-F238E27FC236}">
                <ns2:creationId id="{3EF7AC03-FBD1-4A7E-8889-EE4F9C015DDA}"/>
              </a:ext>
            </a:extLst>
          </p:cNvPr>
          <p:cNvSpPr>
            <a:spLocks noGrp="1"/>
          </p:cNvSpPr>
          <p:nvPr/>
        </p:nvSpPr>
        <p:spPr>
          <a:xfrm>
            <a:off x="421938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‏31.10.2024</a:t>
            </a:r>
          </a:p>
        </p:txBody>
      </p:sp>
      <p:sp>
        <p:nvSpPr>
          <p:cNvPr id="75" name="page">
            <a:extLst>
              <a:ext uri="{FF2B5EF4-FFF2-40B4-BE49-F238E27FC236}">
                <ns2:creationId id="{3EF8386E-0E54-4256-A7D0-99636D100811}"/>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34 / 35</a:t>
            </a:r>
          </a:p>
        </p:txBody>
      </p:sp>
      <p:sp>
        <p:nvSpPr>
          <p:cNvPr id="76" name="timing-word-0">
            <a:extLst>
              <a:ext uri="{FF2B5EF4-FFF2-40B4-BE49-F238E27FC236}">
                <ns2:creationId id="{5E57614D-C35A-4A5C-BBB0-B4619A0D7D56}"/>
              </a:ext>
            </a:extLst>
          </p:cNvPr>
          <p:cNvSpPr>
            <a:spLocks noGrp="1"/>
          </p:cNvSpPr>
          <p:nvPr/>
        </p:nvSpPr>
        <p:spPr>
          <a:xfrm>
            <a:off x="11104721" y="6505575"/>
            <a:ext cx="344329"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‏נספח</a:t>
            </a:r>
          </a:p>
        </p:txBody>
      </p:sp>
      <p:sp>
        <p:nvSpPr>
          <p:cNvPr id="77" name="timing-word-1">
            <a:extLst>
              <a:ext uri="{FF2B5EF4-FFF2-40B4-BE49-F238E27FC236}">
                <ns2:creationId id="{CF139A6F-7538-490E-AA05-0846103E3CA2}"/>
              </a:ext>
            </a:extLst>
          </p:cNvPr>
          <p:cNvSpPr>
            <a:spLocks noGrp="1"/>
          </p:cNvSpPr>
          <p:nvPr/>
        </p:nvSpPr>
        <p:spPr>
          <a:xfrm>
            <a:off x="10788872" y="6505575"/>
            <a:ext cx="292513"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‏לעיון</a:t>
            </a:r>
          </a:p>
        </p:txBody>
      </p:sp>
    </p:spTree>
    <p:extLst>
      <p:ext uri="{BB962C8B-B14F-4D97-AF65-F5344CB8AC3E}">
        <ns4:creationId val="1357783162"/>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5F1E8"/>
        </a:solidFill>
      </p:bgPr>
    </p:bg>
    <p:spTree>
      <p:nvGrpSpPr>
        <p:cNvPr id="1" name=""/>
        <p:cNvGrpSpPr/>
        <p:nvPr/>
      </p:nvGrpSpPr>
      <p:grpSpPr>
        <a:xfrm/>
      </p:grpSpPr>
      <p:sp>
        <p:nvSpPr>
          <p:cNvPr id="69" name="title-word-0">
            <a:extLst>
              <a:ext uri="{FF2B5EF4-FFF2-40B4-BE49-F238E27FC236}">
                <ns2:creationId id="{1C118632-F157-4AFA-B0EF-434086B7277F}"/>
              </a:ext>
            </a:extLst>
          </p:cNvPr>
          <p:cNvSpPr>
            <a:spLocks noGrp="1"/>
          </p:cNvSpPr>
          <p:nvPr/>
        </p:nvSpPr>
        <p:spPr>
          <a:xfrm>
            <a:off x="10186892" y="571500"/>
            <a:ext cx="1262158"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‏מקורות</a:t>
            </a:r>
          </a:p>
        </p:txBody>
      </p:sp>
      <p:sp>
        <p:nvSpPr>
          <p:cNvPr id="2" name="title-word-1">
            <a:extLst>
              <a:ext uri="{FF2B5EF4-FFF2-40B4-BE49-F238E27FC236}">
                <ns2:creationId id="{34588813-828F-4BF9-A11E-D463F5A37305}"/>
              </a:ext>
            </a:extLst>
          </p:cNvPr>
          <p:cNvSpPr>
            <a:spLocks noGrp="1"/>
          </p:cNvSpPr>
          <p:nvPr/>
        </p:nvSpPr>
        <p:spPr>
          <a:xfrm>
            <a:off x="8521065" y="571500"/>
            <a:ext cx="1568482"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‏והשלמות</a:t>
            </a:r>
          </a:p>
        </p:txBody>
      </p:sp>
      <p:sp>
        <p:nvSpPr>
          <p:cNvPr id="3" name="title-word-2">
            <a:extLst>
              <a:ext uri="{FF2B5EF4-FFF2-40B4-BE49-F238E27FC236}">
                <ns2:creationId id="{9736A6A8-9750-4BAB-9EDE-68B76C310F95}"/>
              </a:ext>
            </a:extLst>
          </p:cNvPr>
          <p:cNvSpPr>
            <a:spLocks noGrp="1"/>
          </p:cNvSpPr>
          <p:nvPr/>
        </p:nvSpPr>
        <p:spPr>
          <a:xfrm>
            <a:off x="7017734" y="571500"/>
            <a:ext cx="1405985" cy="695325"/>
          </a:xfrm>
          <a:prstGeom prst="rect">
            <a:avLst/>
          </a:prstGeom>
          <a:noFill/>
          <a:ln w="0">
            <a:noFill/>
          </a:ln>
        </p:spPr>
        <p:txBody>
          <a:bodyPr wrap="none" lIns="0" tIns="0" rIns="0" bIns="0" anchor="t">
            <a:noAutofit/>
          </a:bodyPr>
          <a:lstStyle>
            <a:defPPr algn="r">
              <a:defRPr sz="3300" b="1">
                <a:solidFill>
                  <a:srgbClr val="21382E"/>
                </a:solidFill>
                <a:latin typeface="Arial"/>
                <a:ea typeface="Arial"/>
                <a:cs typeface="Arial"/>
              </a:defRPr>
            </a:defPPr>
            <a:lvl1pPr algn="r">
              <a:defRPr sz="3300" b="1">
                <a:solidFill>
                  <a:srgbClr val="21382E"/>
                </a:solidFill>
                <a:latin typeface="Arial"/>
                <a:ea typeface="Arial"/>
                <a:cs typeface="Arial"/>
              </a:defRPr>
            </a:lvl1pPr>
            <a:lvl2pPr algn="r">
              <a:defRPr sz="3300" b="1">
                <a:solidFill>
                  <a:srgbClr val="21382E"/>
                </a:solidFill>
                <a:latin typeface="Arial"/>
                <a:ea typeface="Arial"/>
                <a:cs typeface="Arial"/>
              </a:defRPr>
            </a:lvl2pPr>
            <a:lvl3pPr algn="r">
              <a:defRPr sz="3300" b="1">
                <a:solidFill>
                  <a:srgbClr val="21382E"/>
                </a:solidFill>
                <a:latin typeface="Arial"/>
                <a:ea typeface="Arial"/>
                <a:cs typeface="Arial"/>
              </a:defRPr>
            </a:lvl3pPr>
            <a:lvl4pPr algn="r">
              <a:defRPr sz="3300" b="1">
                <a:solidFill>
                  <a:srgbClr val="21382E"/>
                </a:solidFill>
                <a:latin typeface="Arial"/>
                <a:ea typeface="Arial"/>
                <a:cs typeface="Arial"/>
              </a:defRPr>
            </a:lvl4pPr>
            <a:lvl5pPr algn="r">
              <a:defRPr sz="3300" b="1">
                <a:solidFill>
                  <a:srgbClr val="21382E"/>
                </a:solidFill>
                <a:latin typeface="Arial"/>
                <a:ea typeface="Arial"/>
                <a:cs typeface="Arial"/>
              </a:defRPr>
            </a:lvl5pPr>
            <a:lvl6pPr algn="r">
              <a:defRPr sz="3300" b="1">
                <a:solidFill>
                  <a:srgbClr val="21382E"/>
                </a:solidFill>
                <a:latin typeface="Arial"/>
                <a:ea typeface="Arial"/>
                <a:cs typeface="Arial"/>
              </a:defRPr>
            </a:lvl6pPr>
            <a:lvl7pPr algn="r">
              <a:defRPr sz="3300" b="1">
                <a:solidFill>
                  <a:srgbClr val="21382E"/>
                </a:solidFill>
                <a:latin typeface="Arial"/>
                <a:ea typeface="Arial"/>
                <a:cs typeface="Arial"/>
              </a:defRPr>
            </a:lvl7pPr>
            <a:lvl8pPr algn="r">
              <a:defRPr sz="3300" b="1">
                <a:solidFill>
                  <a:srgbClr val="21382E"/>
                </a:solidFill>
                <a:latin typeface="Arial"/>
                <a:ea typeface="Arial"/>
                <a:cs typeface="Arial"/>
              </a:defRPr>
            </a:lvl8pPr>
            <a:lvl9pPr algn="r">
              <a:defRPr sz="3300" b="1">
                <a:solidFill>
                  <a:srgbClr val="21382E"/>
                </a:solidFill>
                <a:latin typeface="Arial"/>
                <a:ea typeface="Arial"/>
                <a:cs typeface="Arial"/>
              </a:defRPr>
            </a:lvl9pPr>
          </a:lstStyle>
          <a:p>
            <a:pPr algn="r" rtl="1">
              <a:lnSpc>
                <a:spcPct val="100000"/>
              </a:lnSpc>
              <a:buNone/>
              <a:defRPr sz="3300" b="1">
                <a:solidFill>
                  <a:srgbClr val="21382E"/>
                </a:solidFill>
                <a:latin typeface="Arial"/>
                <a:ea typeface="Arial"/>
                <a:cs typeface="Arial"/>
              </a:defRPr>
            </a:pPr>
            <a:r>
              <a:rPr sz="3300" b="1" lang="he-IL" altLang="en-US">
                <a:solidFill>
                  <a:srgbClr val="21382E"/>
                </a:solidFill>
                <a:latin typeface="Arial"/>
                <a:ea typeface="Arial"/>
                <a:cs typeface="Arial"/>
              </a:rPr>
              <a:t>‏להדרכה</a:t>
            </a:r>
          </a:p>
        </p:txBody>
      </p:sp>
      <p:sp>
        <p:nvSpPr>
          <p:cNvPr id="4" name="source-S-word-0">
            <a:extLst>
              <a:ext uri="{FF2B5EF4-FFF2-40B4-BE49-F238E27FC236}">
                <ns2:creationId id="{98F513D8-612D-4A49-96DB-4E4393A1CC93}"/>
              </a:ext>
            </a:extLst>
          </p:cNvPr>
          <p:cNvSpPr>
            <a:spLocks noGrp="1"/>
          </p:cNvSpPr>
          <p:nvPr/>
        </p:nvSpPr>
        <p:spPr>
          <a:xfrm>
            <a:off x="10929556" y="1762125"/>
            <a:ext cx="519494"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fca574cf3a894cbc"/>
              </a:rPr>
              <a:t>‏אתר</a:t>
            </a:r>
          </a:p>
        </p:txBody>
      </p:sp>
      <p:sp>
        <p:nvSpPr>
          <p:cNvPr id="5" name="source-S-word-1">
            <a:extLst>
              <a:ext uri="{FF2B5EF4-FFF2-40B4-BE49-F238E27FC236}">
                <ns2:creationId id="{3EE52C31-006F-4085-8470-816DB4D416F6}"/>
              </a:ext>
            </a:extLst>
          </p:cNvPr>
          <p:cNvSpPr>
            <a:spLocks noGrp="1"/>
          </p:cNvSpPr>
          <p:nvPr/>
        </p:nvSpPr>
        <p:spPr>
          <a:xfrm>
            <a:off x="10179177" y="1762125"/>
            <a:ext cx="692658"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3fccd7c7b64f430f"/>
              </a:rPr>
              <a:t>‏צה״ל,</a:t>
            </a:r>
          </a:p>
        </p:txBody>
      </p:sp>
      <p:sp>
        <p:nvSpPr>
          <p:cNvPr id="6" name="source-S-word-2">
            <a:extLst>
              <a:ext uri="{FF2B5EF4-FFF2-40B4-BE49-F238E27FC236}">
                <ns2:creationId id="{610C7941-8F0D-4B0C-B60A-D0B437516063}"/>
              </a:ext>
            </a:extLst>
          </p:cNvPr>
          <p:cNvSpPr>
            <a:spLocks noGrp="1"/>
          </p:cNvSpPr>
          <p:nvPr/>
        </p:nvSpPr>
        <p:spPr>
          <a:xfrm>
            <a:off x="9400413" y="1762125"/>
            <a:ext cx="721042"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9a6c862093374ced"/>
              </a:rPr>
              <a:t>‏איגרת</a:t>
            </a:r>
          </a:p>
        </p:txBody>
      </p:sp>
      <p:sp>
        <p:nvSpPr>
          <p:cNvPr id="7" name="source-S-word-3">
            <a:extLst>
              <a:ext uri="{FF2B5EF4-FFF2-40B4-BE49-F238E27FC236}">
                <ns2:creationId id="{894E10CC-1190-4EA1-995C-98200B710ABA}"/>
              </a:ext>
            </a:extLst>
          </p:cNvPr>
          <p:cNvSpPr>
            <a:spLocks noGrp="1"/>
          </p:cNvSpPr>
          <p:nvPr/>
        </p:nvSpPr>
        <p:spPr>
          <a:xfrm>
            <a:off x="8865775" y="1762125"/>
            <a:ext cx="47691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a74d1e2ace604a3b"/>
              </a:rPr>
              <a:t>‏קיץ,</a:t>
            </a:r>
          </a:p>
        </p:txBody>
      </p:sp>
      <p:sp>
        <p:nvSpPr>
          <p:cNvPr id="8" name="source-S-word-4">
            <a:extLst>
              <a:ext uri="{FF2B5EF4-FFF2-40B4-BE49-F238E27FC236}">
                <ns2:creationId id="{C0234D1D-AD2A-413F-B730-AF9E40A73F03}"/>
              </a:ext>
            </a:extLst>
          </p:cNvPr>
          <p:cNvSpPr>
            <a:spLocks noGrp="1"/>
          </p:cNvSpPr>
          <p:nvPr/>
        </p:nvSpPr>
        <p:spPr>
          <a:xfrm>
            <a:off x="7397020" y="1762125"/>
            <a:ext cx="1411033"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a:lnSpc>
                <a:spcPct val="100000"/>
              </a:lnSpc>
              <a:buNone/>
              <a:defRPr sz="2175" b="1">
                <a:solidFill>
                  <a:srgbClr val="21382E"/>
                </a:solidFill>
                <a:latin typeface="Arial"/>
                <a:ea typeface="Arial"/>
                <a:cs typeface="Arial"/>
              </a:defRPr>
            </a:pPr>
            <a:r>
              <a:rPr sz="2175" b="1">
                <a:solidFill>
                  <a:srgbClr val="21382E"/>
                </a:solidFill>
                <a:latin typeface="Arial"/>
                <a:ea typeface="Arial"/>
                <a:cs typeface="Arial"/>
                <a:hlinkClick ns3:id="R38ac7386c124403f"/>
              </a:rPr>
              <a:t>‏17.05.2023</a:t>
            </a:r>
          </a:p>
        </p:txBody>
      </p:sp>
      <p:sp>
        <p:nvSpPr>
          <p:cNvPr id="9" name="source-desc-S-word-0">
            <a:extLst>
              <a:ext uri="{FF2B5EF4-FFF2-40B4-BE49-F238E27FC236}">
                <ns2:creationId id="{20B93A70-A33F-401C-BA58-EBF484C9343F}"/>
              </a:ext>
            </a:extLst>
          </p:cNvPr>
          <p:cNvSpPr>
            <a:spLocks noGrp="1"/>
          </p:cNvSpPr>
          <p:nvPr/>
        </p:nvSpPr>
        <p:spPr>
          <a:xfrm>
            <a:off x="11047095" y="2181225"/>
            <a:ext cx="40195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‏כללי</a:t>
            </a:r>
          </a:p>
        </p:txBody>
      </p:sp>
      <p:sp>
        <p:nvSpPr>
          <p:cNvPr id="10" name="source-desc-S-word-1">
            <a:extLst>
              <a:ext uri="{FF2B5EF4-FFF2-40B4-BE49-F238E27FC236}">
                <ns2:creationId id="{BA61B10C-6D38-45FA-8A3F-C6393950F065}"/>
              </a:ext>
            </a:extLst>
          </p:cNvPr>
          <p:cNvSpPr>
            <a:spLocks noGrp="1"/>
          </p:cNvSpPr>
          <p:nvPr/>
        </p:nvSpPr>
        <p:spPr>
          <a:xfrm>
            <a:off x="10531221" y="2181225"/>
            <a:ext cx="471392"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‏בסיס</a:t>
            </a:r>
          </a:p>
        </p:txBody>
      </p:sp>
      <p:sp>
        <p:nvSpPr>
          <p:cNvPr id="11" name="source-desc-S-word-2">
            <a:extLst>
              <a:ext uri="{FF2B5EF4-FFF2-40B4-BE49-F238E27FC236}">
                <ns2:creationId id="{30E99426-B6C0-4410-A27F-E5F9AE2B455C}"/>
              </a:ext>
            </a:extLst>
          </p:cNvPr>
          <p:cNvSpPr>
            <a:spLocks noGrp="1"/>
          </p:cNvSpPr>
          <p:nvPr/>
        </p:nvSpPr>
        <p:spPr>
          <a:xfrm>
            <a:off x="9695021" y="2181225"/>
            <a:ext cx="791718"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‏מפורטים</a:t>
            </a:r>
          </a:p>
        </p:txBody>
      </p:sp>
      <p:sp>
        <p:nvSpPr>
          <p:cNvPr id="12" name="source-desc-S-word-3">
            <a:extLst>
              <a:ext uri="{FF2B5EF4-FFF2-40B4-BE49-F238E27FC236}">
                <ns2:creationId id="{2E179CCE-958D-4554-A00D-5C75629101B0}"/>
              </a:ext>
            </a:extLst>
          </p:cNvPr>
          <p:cNvSpPr>
            <a:spLocks noGrp="1"/>
          </p:cNvSpPr>
          <p:nvPr/>
        </p:nvSpPr>
        <p:spPr>
          <a:xfrm>
            <a:off x="9000077" y="2181225"/>
            <a:ext cx="650462"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‏לשיער,</a:t>
            </a:r>
          </a:p>
        </p:txBody>
      </p:sp>
      <p:sp>
        <p:nvSpPr>
          <p:cNvPr id="13" name="source-desc-S-word-4">
            <a:extLst>
              <a:ext uri="{FF2B5EF4-FFF2-40B4-BE49-F238E27FC236}">
                <ns2:creationId id="{2AE67A0E-944C-4C20-85C3-A40DB24D915E}"/>
              </a:ext>
            </a:extLst>
          </p:cNvPr>
          <p:cNvSpPr>
            <a:spLocks noGrp="1"/>
          </p:cNvSpPr>
          <p:nvPr/>
        </p:nvSpPr>
        <p:spPr>
          <a:xfrm>
            <a:off x="8068056" y="2181225"/>
            <a:ext cx="887540"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‏תכשיטים,</a:t>
            </a:r>
          </a:p>
        </p:txBody>
      </p:sp>
      <p:sp>
        <p:nvSpPr>
          <p:cNvPr id="14" name="source-desc-S-word-5">
            <a:extLst>
              <a:ext uri="{FF2B5EF4-FFF2-40B4-BE49-F238E27FC236}">
                <ns2:creationId id="{812B3EF5-6DB4-4A63-B269-623388E7944B}"/>
              </a:ext>
            </a:extLst>
          </p:cNvPr>
          <p:cNvSpPr>
            <a:spLocks noGrp="1"/>
          </p:cNvSpPr>
          <p:nvPr/>
        </p:nvSpPr>
        <p:spPr>
          <a:xfrm>
            <a:off x="7550182" y="2181225"/>
            <a:ext cx="47339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‏לבוש</a:t>
            </a:r>
          </a:p>
        </p:txBody>
      </p:sp>
      <p:sp>
        <p:nvSpPr>
          <p:cNvPr id="15" name="source-desc-S-word-6">
            <a:extLst>
              <a:ext uri="{FF2B5EF4-FFF2-40B4-BE49-F238E27FC236}">
                <ns2:creationId id="{A64CCE94-B3FA-4F95-BFD6-BDED48ACBCE9}"/>
              </a:ext>
            </a:extLst>
          </p:cNvPr>
          <p:cNvSpPr>
            <a:spLocks noGrp="1"/>
          </p:cNvSpPr>
          <p:nvPr/>
        </p:nvSpPr>
        <p:spPr>
          <a:xfrm>
            <a:off x="6772275" y="2181225"/>
            <a:ext cx="73342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‏וטקסים.</a:t>
            </a:r>
          </a:p>
        </p:txBody>
      </p:sp>
      <p:sp>
        <p:nvSpPr>
          <p:cNvPr id="16" name="source-F-word-0">
            <a:extLst>
              <a:ext uri="{FF2B5EF4-FFF2-40B4-BE49-F238E27FC236}">
                <ns2:creationId id="{689F5B12-B7F9-4163-9FC2-4A69FD48F83C}"/>
              </a:ext>
            </a:extLst>
          </p:cNvPr>
          <p:cNvSpPr>
            <a:spLocks noGrp="1"/>
          </p:cNvSpPr>
          <p:nvPr/>
        </p:nvSpPr>
        <p:spPr>
          <a:xfrm>
            <a:off x="10929556" y="2790825"/>
            <a:ext cx="519494"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eaf0c9bd7c904607"/>
              </a:rPr>
              <a:t>‏אתר</a:t>
            </a:r>
          </a:p>
        </p:txBody>
      </p:sp>
      <p:sp>
        <p:nvSpPr>
          <p:cNvPr id="17" name="source-F-word-1">
            <a:extLst>
              <a:ext uri="{FF2B5EF4-FFF2-40B4-BE49-F238E27FC236}">
                <ns2:creationId id="{94CD1419-50AC-497E-BF98-9DC9047DCD49}"/>
              </a:ext>
            </a:extLst>
          </p:cNvPr>
          <p:cNvSpPr>
            <a:spLocks noGrp="1"/>
          </p:cNvSpPr>
          <p:nvPr/>
        </p:nvSpPr>
        <p:spPr>
          <a:xfrm>
            <a:off x="10179177" y="2790825"/>
            <a:ext cx="692658"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59f22f8591c4021"/>
              </a:rPr>
              <a:t>‏צה״ל,</a:t>
            </a:r>
          </a:p>
        </p:txBody>
      </p:sp>
      <p:sp>
        <p:nvSpPr>
          <p:cNvPr id="18" name="source-F-word-2">
            <a:extLst>
              <a:ext uri="{FF2B5EF4-FFF2-40B4-BE49-F238E27FC236}">
                <ns2:creationId id="{1AAA35E9-0D0C-4313-8A5F-3C7F63F99601}"/>
              </a:ext>
            </a:extLst>
          </p:cNvPr>
          <p:cNvSpPr>
            <a:spLocks noGrp="1"/>
          </p:cNvSpPr>
          <p:nvPr/>
        </p:nvSpPr>
        <p:spPr>
          <a:xfrm>
            <a:off x="9365932" y="2790825"/>
            <a:ext cx="755523"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9e2d447a4dde42fe"/>
              </a:rPr>
              <a:t>‏הופעה</a:t>
            </a:r>
          </a:p>
        </p:txBody>
      </p:sp>
      <p:sp>
        <p:nvSpPr>
          <p:cNvPr id="19" name="source-F-word-3">
            <a:extLst>
              <a:ext uri="{FF2B5EF4-FFF2-40B4-BE49-F238E27FC236}">
                <ns2:creationId id="{7B0971C6-0FE2-4A1A-9174-93EDA0748997}"/>
              </a:ext>
            </a:extLst>
          </p:cNvPr>
          <p:cNvSpPr>
            <a:spLocks noGrp="1"/>
          </p:cNvSpPr>
          <p:nvPr/>
        </p:nvSpPr>
        <p:spPr>
          <a:xfrm>
            <a:off x="8530018" y="2790825"/>
            <a:ext cx="778192"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b78c8bac8289480d"/>
              </a:rPr>
              <a:t>‏ודיגום,</a:t>
            </a:r>
          </a:p>
        </p:txBody>
      </p:sp>
      <p:sp>
        <p:nvSpPr>
          <p:cNvPr id="20" name="source-F-word-4">
            <a:extLst>
              <a:ext uri="{FF2B5EF4-FFF2-40B4-BE49-F238E27FC236}">
                <ns2:creationId id="{3E61893E-63A9-4E94-B555-26450F42EDF9}"/>
              </a:ext>
            </a:extLst>
          </p:cNvPr>
          <p:cNvSpPr>
            <a:spLocks noGrp="1"/>
          </p:cNvSpPr>
          <p:nvPr/>
        </p:nvSpPr>
        <p:spPr>
          <a:xfrm>
            <a:off x="7686961" y="2790825"/>
            <a:ext cx="785336"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23d7dbf17b434e32"/>
              </a:rPr>
              <a:t>‏שאלות</a:t>
            </a:r>
          </a:p>
        </p:txBody>
      </p:sp>
      <p:sp>
        <p:nvSpPr>
          <p:cNvPr id="21" name="source-F-word-5">
            <a:extLst>
              <a:ext uri="{FF2B5EF4-FFF2-40B4-BE49-F238E27FC236}">
                <ns2:creationId id="{66C90C94-031A-426B-98BD-A9C3B2EF6397}"/>
              </a:ext>
            </a:extLst>
          </p:cNvPr>
          <p:cNvSpPr>
            <a:spLocks noGrp="1"/>
          </p:cNvSpPr>
          <p:nvPr/>
        </p:nvSpPr>
        <p:spPr>
          <a:xfrm>
            <a:off x="6645973" y="2790825"/>
            <a:ext cx="983266"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94736a8d70f84bf6"/>
              </a:rPr>
              <a:t>‏ותשובות</a:t>
            </a:r>
          </a:p>
        </p:txBody>
      </p:sp>
      <p:sp>
        <p:nvSpPr>
          <p:cNvPr id="22" name="source-desc-F-word-0">
            <a:extLst>
              <a:ext uri="{FF2B5EF4-FFF2-40B4-BE49-F238E27FC236}">
                <ns2:creationId id="{FC741312-68D0-47DE-9566-2CA7CF2FF311}"/>
              </a:ext>
            </a:extLst>
          </p:cNvPr>
          <p:cNvSpPr>
            <a:spLocks noGrp="1"/>
          </p:cNvSpPr>
          <p:nvPr/>
        </p:nvSpPr>
        <p:spPr>
          <a:xfrm>
            <a:off x="11095673" y="3209925"/>
            <a:ext cx="353377"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‏עזר</a:t>
            </a:r>
          </a:p>
        </p:txBody>
      </p:sp>
      <p:sp>
        <p:nvSpPr>
          <p:cNvPr id="23" name="source-desc-F-word-1">
            <a:extLst>
              <a:ext uri="{FF2B5EF4-FFF2-40B4-BE49-F238E27FC236}">
                <ns2:creationId id="{7311BB9B-1DE9-4357-8773-7C6C99F9D6FC}"/>
              </a:ext>
            </a:extLst>
          </p:cNvPr>
          <p:cNvSpPr>
            <a:spLocks noGrp="1"/>
          </p:cNvSpPr>
          <p:nvPr/>
        </p:nvSpPr>
        <p:spPr>
          <a:xfrm>
            <a:off x="10320337" y="3209925"/>
            <a:ext cx="73085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‏לשאלות</a:t>
            </a:r>
          </a:p>
        </p:txBody>
      </p:sp>
      <p:sp>
        <p:nvSpPr>
          <p:cNvPr id="24" name="source-desc-F-word-2">
            <a:extLst>
              <a:ext uri="{FF2B5EF4-FFF2-40B4-BE49-F238E27FC236}">
                <ns2:creationId id="{8B8F0A16-CD3F-46C9-8ADF-B36F81D00CD2}"/>
              </a:ext>
            </a:extLst>
          </p:cNvPr>
          <p:cNvSpPr>
            <a:spLocks noGrp="1"/>
          </p:cNvSpPr>
          <p:nvPr/>
        </p:nvSpPr>
        <p:spPr>
          <a:xfrm>
            <a:off x="9336881" y="3209925"/>
            <a:ext cx="93897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‏יום־יומיות.</a:t>
            </a:r>
          </a:p>
        </p:txBody>
      </p:sp>
      <p:sp>
        <p:nvSpPr>
          <p:cNvPr id="25" name="source-desc-F-word-3">
            <a:extLst>
              <a:ext uri="{FF2B5EF4-FFF2-40B4-BE49-F238E27FC236}">
                <ns2:creationId id="{4BF28C9A-4DCE-477E-8F5B-F837D6D78842}"/>
              </a:ext>
            </a:extLst>
          </p:cNvPr>
          <p:cNvSpPr>
            <a:spLocks noGrp="1"/>
          </p:cNvSpPr>
          <p:nvPr/>
        </p:nvSpPr>
        <p:spPr>
          <a:xfrm>
            <a:off x="9048750" y="3209925"/>
            <a:ext cx="243649"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‏יש</a:t>
            </a:r>
          </a:p>
        </p:txBody>
      </p:sp>
      <p:sp>
        <p:nvSpPr>
          <p:cNvPr id="26" name="source-desc-F-word-4">
            <a:extLst>
              <a:ext uri="{FF2B5EF4-FFF2-40B4-BE49-F238E27FC236}">
                <ns2:creationId id="{25085BE7-11EE-40D3-BEA5-007483AE6837}"/>
              </a:ext>
            </a:extLst>
          </p:cNvPr>
          <p:cNvSpPr>
            <a:spLocks noGrp="1"/>
          </p:cNvSpPr>
          <p:nvPr/>
        </p:nvSpPr>
        <p:spPr>
          <a:xfrm>
            <a:off x="8442674" y="3209925"/>
            <a:ext cx="561594"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‏לקרוא</a:t>
            </a:r>
          </a:p>
        </p:txBody>
      </p:sp>
      <p:sp>
        <p:nvSpPr>
          <p:cNvPr id="27" name="source-desc-F-word-5">
            <a:extLst>
              <a:ext uri="{FF2B5EF4-FFF2-40B4-BE49-F238E27FC236}">
                <ns2:creationId id="{43D48845-5D1A-4B87-80B2-7B687F9CDEE2}"/>
              </a:ext>
            </a:extLst>
          </p:cNvPr>
          <p:cNvSpPr>
            <a:spLocks noGrp="1"/>
          </p:cNvSpPr>
          <p:nvPr/>
        </p:nvSpPr>
        <p:spPr>
          <a:xfrm>
            <a:off x="8111776" y="3209925"/>
            <a:ext cx="286417"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‏עם</a:t>
            </a:r>
          </a:p>
        </p:txBody>
      </p:sp>
      <p:sp>
        <p:nvSpPr>
          <p:cNvPr id="28" name="source-desc-F-word-6">
            <a:extLst>
              <a:ext uri="{FF2B5EF4-FFF2-40B4-BE49-F238E27FC236}">
                <ns2:creationId id="{7CA32EE7-82F1-463C-A0DE-BDD8A27616D5}"/>
              </a:ext>
            </a:extLst>
          </p:cNvPr>
          <p:cNvSpPr>
            <a:spLocks noGrp="1"/>
          </p:cNvSpPr>
          <p:nvPr/>
        </p:nvSpPr>
        <p:spPr>
          <a:xfrm>
            <a:off x="7228332" y="3209925"/>
            <a:ext cx="838962"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‏העדכונים</a:t>
            </a:r>
          </a:p>
        </p:txBody>
      </p:sp>
      <p:sp>
        <p:nvSpPr>
          <p:cNvPr id="29" name="source-desc-F-word-7">
            <a:extLst>
              <a:ext uri="{FF2B5EF4-FFF2-40B4-BE49-F238E27FC236}">
                <ns2:creationId id="{074F2A93-7BE2-4F0B-91FD-4924ECD0BC62}"/>
              </a:ext>
            </a:extLst>
          </p:cNvPr>
          <p:cNvSpPr>
            <a:spLocks noGrp="1"/>
          </p:cNvSpPr>
          <p:nvPr/>
        </p:nvSpPr>
        <p:spPr>
          <a:xfrm>
            <a:off x="6185154" y="3209925"/>
            <a:ext cx="998696"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‏המאוחרים.</a:t>
            </a:r>
          </a:p>
        </p:txBody>
      </p:sp>
      <p:sp>
        <p:nvSpPr>
          <p:cNvPr id="30" name="source-R-word-0">
            <a:extLst>
              <a:ext uri="{FF2B5EF4-FFF2-40B4-BE49-F238E27FC236}">
                <ns2:creationId id="{77286355-1A2C-4702-9A3B-C71010D4939D}"/>
              </a:ext>
            </a:extLst>
          </p:cNvPr>
          <p:cNvSpPr>
            <a:spLocks noGrp="1"/>
          </p:cNvSpPr>
          <p:nvPr/>
        </p:nvSpPr>
        <p:spPr>
          <a:xfrm>
            <a:off x="10686860" y="3819525"/>
            <a:ext cx="762190"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b8bd4fc9e91486b"/>
              </a:rPr>
              <a:t>‏פקודת</a:t>
            </a:r>
          </a:p>
        </p:txBody>
      </p:sp>
      <p:sp>
        <p:nvSpPr>
          <p:cNvPr id="31" name="source-R-word-1">
            <a:extLst>
              <a:ext uri="{FF2B5EF4-FFF2-40B4-BE49-F238E27FC236}">
                <ns2:creationId id="{06CC25FB-2367-4807-84CC-DC964ACE1128}"/>
              </a:ext>
            </a:extLst>
          </p:cNvPr>
          <p:cNvSpPr>
            <a:spLocks noGrp="1"/>
          </p:cNvSpPr>
          <p:nvPr/>
        </p:nvSpPr>
        <p:spPr>
          <a:xfrm>
            <a:off x="9841611" y="3819525"/>
            <a:ext cx="78752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f8c1c6c90c18498a"/>
              </a:rPr>
              <a:t>‏מטכ״ל</a:t>
            </a:r>
          </a:p>
        </p:txBody>
      </p:sp>
      <p:sp>
        <p:nvSpPr>
          <p:cNvPr id="32" name="source-R-word-2">
            <a:extLst>
              <a:ext uri="{FF2B5EF4-FFF2-40B4-BE49-F238E27FC236}">
                <ns2:creationId id="{7EE68CC2-3335-4F58-8A09-8CEBA479FB30}"/>
              </a:ext>
            </a:extLst>
          </p:cNvPr>
          <p:cNvSpPr>
            <a:spLocks noGrp="1"/>
          </p:cNvSpPr>
          <p:nvPr/>
        </p:nvSpPr>
        <p:spPr>
          <a:xfrm>
            <a:off x="8680133" y="3819525"/>
            <a:ext cx="110375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a:lnSpc>
                <a:spcPct val="100000"/>
              </a:lnSpc>
              <a:buNone/>
              <a:defRPr sz="2175" b="1">
                <a:solidFill>
                  <a:srgbClr val="21382E"/>
                </a:solidFill>
                <a:latin typeface="Arial"/>
                <a:ea typeface="Arial"/>
                <a:cs typeface="Arial"/>
              </a:defRPr>
            </a:pPr>
            <a:r>
              <a:rPr sz="2175" b="1">
                <a:solidFill>
                  <a:srgbClr val="21382E"/>
                </a:solidFill>
                <a:latin typeface="Arial"/>
                <a:ea typeface="Arial"/>
                <a:cs typeface="Arial"/>
                <a:hlinkClick ns3:id="R9f9d7b219a84498d"/>
              </a:rPr>
              <a:t>‏33.0207,</a:t>
            </a:r>
          </a:p>
        </p:txBody>
      </p:sp>
      <p:sp>
        <p:nvSpPr>
          <p:cNvPr id="33" name="source-R-word-3">
            <a:extLst>
              <a:ext uri="{FF2B5EF4-FFF2-40B4-BE49-F238E27FC236}">
                <ns2:creationId id="{BDC34075-2E32-4038-BD18-9AA3AE4B21E4}"/>
              </a:ext>
            </a:extLst>
          </p:cNvPr>
          <p:cNvSpPr>
            <a:spLocks noGrp="1"/>
          </p:cNvSpPr>
          <p:nvPr/>
        </p:nvSpPr>
        <p:spPr>
          <a:xfrm>
            <a:off x="7745921" y="3819525"/>
            <a:ext cx="876490"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27f0d6649e04381"/>
              </a:rPr>
              <a:t>‏השירות</a:t>
            </a:r>
          </a:p>
        </p:txBody>
      </p:sp>
      <p:sp>
        <p:nvSpPr>
          <p:cNvPr id="34" name="source-R-word-4">
            <a:extLst>
              <a:ext uri="{FF2B5EF4-FFF2-40B4-BE49-F238E27FC236}">
                <ns2:creationId id="{E7FDF5D3-D7DC-44D9-8EF1-C07B6E9C3CB7}"/>
              </a:ext>
            </a:extLst>
          </p:cNvPr>
          <p:cNvSpPr>
            <a:spLocks noGrp="1"/>
          </p:cNvSpPr>
          <p:nvPr/>
        </p:nvSpPr>
        <p:spPr>
          <a:xfrm>
            <a:off x="6693122" y="3819525"/>
            <a:ext cx="995077" cy="400050"/>
          </a:xfrm>
          <a:prstGeom prst="rect">
            <a:avLst/>
          </a:prstGeom>
          <a:noFill/>
          <a:ln w="0">
            <a:noFill/>
          </a:ln>
        </p:spPr>
        <p:txBody>
          <a:bodyPr wrap="none" lIns="0" tIns="0" rIns="0" bIns="0" anchor="t">
            <a:noAutofit/>
          </a:bodyPr>
          <a:lstStyle>
            <a:defPPr algn="r">
              <a:defRPr sz="2175" b="1">
                <a:solidFill>
                  <a:srgbClr val="21382E"/>
                </a:solidFill>
                <a:latin typeface="Arial"/>
                <a:ea typeface="Arial"/>
                <a:cs typeface="Arial"/>
              </a:defRPr>
            </a:defPPr>
            <a:lvl1pPr algn="r">
              <a:defRPr sz="2175" b="1">
                <a:solidFill>
                  <a:srgbClr val="21382E"/>
                </a:solidFill>
                <a:latin typeface="Arial"/>
                <a:ea typeface="Arial"/>
                <a:cs typeface="Arial"/>
              </a:defRPr>
            </a:lvl1pPr>
            <a:lvl2pPr algn="r">
              <a:defRPr sz="2175" b="1">
                <a:solidFill>
                  <a:srgbClr val="21382E"/>
                </a:solidFill>
                <a:latin typeface="Arial"/>
                <a:ea typeface="Arial"/>
                <a:cs typeface="Arial"/>
              </a:defRPr>
            </a:lvl2pPr>
            <a:lvl3pPr algn="r">
              <a:defRPr sz="2175" b="1">
                <a:solidFill>
                  <a:srgbClr val="21382E"/>
                </a:solidFill>
                <a:latin typeface="Arial"/>
                <a:ea typeface="Arial"/>
                <a:cs typeface="Arial"/>
              </a:defRPr>
            </a:lvl3pPr>
            <a:lvl4pPr algn="r">
              <a:defRPr sz="2175" b="1">
                <a:solidFill>
                  <a:srgbClr val="21382E"/>
                </a:solidFill>
                <a:latin typeface="Arial"/>
                <a:ea typeface="Arial"/>
                <a:cs typeface="Arial"/>
              </a:defRPr>
            </a:lvl4pPr>
            <a:lvl5pPr algn="r">
              <a:defRPr sz="2175" b="1">
                <a:solidFill>
                  <a:srgbClr val="21382E"/>
                </a:solidFill>
                <a:latin typeface="Arial"/>
                <a:ea typeface="Arial"/>
                <a:cs typeface="Arial"/>
              </a:defRPr>
            </a:lvl5pPr>
            <a:lvl6pPr algn="r">
              <a:defRPr sz="2175" b="1">
                <a:solidFill>
                  <a:srgbClr val="21382E"/>
                </a:solidFill>
                <a:latin typeface="Arial"/>
                <a:ea typeface="Arial"/>
                <a:cs typeface="Arial"/>
              </a:defRPr>
            </a:lvl6pPr>
            <a:lvl7pPr algn="r">
              <a:defRPr sz="2175" b="1">
                <a:solidFill>
                  <a:srgbClr val="21382E"/>
                </a:solidFill>
                <a:latin typeface="Arial"/>
                <a:ea typeface="Arial"/>
                <a:cs typeface="Arial"/>
              </a:defRPr>
            </a:lvl7pPr>
            <a:lvl8pPr algn="r">
              <a:defRPr sz="2175" b="1">
                <a:solidFill>
                  <a:srgbClr val="21382E"/>
                </a:solidFill>
                <a:latin typeface="Arial"/>
                <a:ea typeface="Arial"/>
                <a:cs typeface="Arial"/>
              </a:defRPr>
            </a:lvl8pPr>
            <a:lvl9pPr algn="r">
              <a:defRPr sz="2175" b="1">
                <a:solidFill>
                  <a:srgbClr val="21382E"/>
                </a:solidFill>
                <a:latin typeface="Arial"/>
                <a:ea typeface="Arial"/>
                <a:cs typeface="Arial"/>
              </a:defRPr>
            </a:lvl9pPr>
          </a:lstStyle>
          <a:p>
            <a:pPr algn="r" rtl="1">
              <a:lnSpc>
                <a:spcPct val="100000"/>
              </a:lnSpc>
              <a:buNone/>
              <a:defRPr sz="2175" b="1">
                <a:solidFill>
                  <a:srgbClr val="21382E"/>
                </a:solidFill>
                <a:latin typeface="Arial"/>
                <a:ea typeface="Arial"/>
                <a:cs typeface="Arial"/>
              </a:defRPr>
            </a:pPr>
            <a:r>
              <a:rPr sz="2175" b="1" lang="he-IL" altLang="en-US">
                <a:solidFill>
                  <a:srgbClr val="21382E"/>
                </a:solidFill>
                <a:latin typeface="Arial"/>
                <a:ea typeface="Arial"/>
                <a:cs typeface="Arial"/>
                <a:hlinkClick ns3:id="R7ccc2762aa7b4261"/>
              </a:rPr>
              <a:t>‏המשותף</a:t>
            </a:r>
          </a:p>
        </p:txBody>
      </p:sp>
      <p:sp>
        <p:nvSpPr>
          <p:cNvPr id="35" name="source-desc-R-word-0">
            <a:extLst>
              <a:ext uri="{FF2B5EF4-FFF2-40B4-BE49-F238E27FC236}">
                <ns2:creationId id="{7861C8D1-84F1-4106-AD9D-5C5E3F779582}"/>
              </a:ext>
            </a:extLst>
          </p:cNvPr>
          <p:cNvSpPr>
            <a:spLocks noGrp="1"/>
          </p:cNvSpPr>
          <p:nvPr/>
        </p:nvSpPr>
        <p:spPr>
          <a:xfrm>
            <a:off x="10797254" y="4238625"/>
            <a:ext cx="651796"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‏מסגרת</a:t>
            </a:r>
          </a:p>
        </p:txBody>
      </p:sp>
      <p:sp>
        <p:nvSpPr>
          <p:cNvPr id="36" name="source-desc-R-word-1">
            <a:extLst>
              <a:ext uri="{FF2B5EF4-FFF2-40B4-BE49-F238E27FC236}">
                <ns2:creationId id="{2AF9EDB7-39CA-46E3-AB7F-7DC643D82CCA}"/>
              </a:ext>
            </a:extLst>
          </p:cNvPr>
          <p:cNvSpPr>
            <a:spLocks noGrp="1"/>
          </p:cNvSpPr>
          <p:nvPr/>
        </p:nvSpPr>
        <p:spPr>
          <a:xfrm>
            <a:off x="10051828" y="4238625"/>
            <a:ext cx="700945"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‏השירות</a:t>
            </a:r>
          </a:p>
        </p:txBody>
      </p:sp>
      <p:sp>
        <p:nvSpPr>
          <p:cNvPr id="37" name="source-desc-R-word-2">
            <a:extLst>
              <a:ext uri="{FF2B5EF4-FFF2-40B4-BE49-F238E27FC236}">
                <ns2:creationId id="{D649CCD0-E514-4035-B8F8-171FB42DC6E4}"/>
              </a:ext>
            </a:extLst>
          </p:cNvPr>
          <p:cNvSpPr>
            <a:spLocks noGrp="1"/>
          </p:cNvSpPr>
          <p:nvPr/>
        </p:nvSpPr>
        <p:spPr>
          <a:xfrm>
            <a:off x="9212294" y="4238625"/>
            <a:ext cx="795052"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‏המשותף</a:t>
            </a:r>
          </a:p>
        </p:txBody>
      </p:sp>
      <p:sp>
        <p:nvSpPr>
          <p:cNvPr id="38" name="source-desc-R-word-3">
            <a:extLst>
              <a:ext uri="{FF2B5EF4-FFF2-40B4-BE49-F238E27FC236}">
                <ns2:creationId id="{1532EB6E-99CE-4E80-AE3A-26CC6269F0FC}"/>
              </a:ext>
            </a:extLst>
          </p:cNvPr>
          <p:cNvSpPr>
            <a:spLocks noGrp="1"/>
          </p:cNvSpPr>
          <p:nvPr/>
        </p:nvSpPr>
        <p:spPr>
          <a:xfrm>
            <a:off x="8545735" y="4238625"/>
            <a:ext cx="622078"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‏והפניה</a:t>
            </a:r>
          </a:p>
        </p:txBody>
      </p:sp>
      <p:sp>
        <p:nvSpPr>
          <p:cNvPr id="39" name="source-desc-R-word-4">
            <a:extLst>
              <a:ext uri="{FF2B5EF4-FFF2-40B4-BE49-F238E27FC236}">
                <ns2:creationId id="{A028BA60-E708-4C19-B3EB-E86B70232D74}"/>
              </a:ext>
            </a:extLst>
          </p:cNvPr>
          <p:cNvSpPr>
            <a:spLocks noGrp="1"/>
          </p:cNvSpPr>
          <p:nvPr/>
        </p:nvSpPr>
        <p:spPr>
          <a:xfrm>
            <a:off x="7993475" y="4238625"/>
            <a:ext cx="507778"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‏לכללי</a:t>
            </a:r>
          </a:p>
        </p:txBody>
      </p:sp>
      <p:sp>
        <p:nvSpPr>
          <p:cNvPr id="40" name="source-desc-R-word-5">
            <a:extLst>
              <a:ext uri="{FF2B5EF4-FFF2-40B4-BE49-F238E27FC236}">
                <ns2:creationId id="{150C01A8-92C5-4A82-B862-876733E26696}"/>
              </a:ext>
            </a:extLst>
          </p:cNvPr>
          <p:cNvSpPr>
            <a:spLocks noGrp="1"/>
          </p:cNvSpPr>
          <p:nvPr/>
        </p:nvSpPr>
        <p:spPr>
          <a:xfrm>
            <a:off x="7205281" y="4238625"/>
            <a:ext cx="743712"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‏ההופעה</a:t>
            </a:r>
          </a:p>
        </p:txBody>
      </p:sp>
      <p:sp>
        <p:nvSpPr>
          <p:cNvPr id="41" name="source-desc-R-word-6">
            <a:extLst>
              <a:ext uri="{FF2B5EF4-FFF2-40B4-BE49-F238E27FC236}">
                <ns2:creationId id="{C5BF0399-0007-4572-BF71-D20F3DC29B57}"/>
              </a:ext>
            </a:extLst>
          </p:cNvPr>
          <p:cNvSpPr>
            <a:spLocks noGrp="1"/>
          </p:cNvSpPr>
          <p:nvPr/>
        </p:nvSpPr>
        <p:spPr>
          <a:xfrm>
            <a:off x="6429946" y="4238625"/>
            <a:ext cx="730853" cy="3619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‏והלבוש.</a:t>
            </a:r>
          </a:p>
        </p:txBody>
      </p:sp>
      <p:sp>
        <p:nvSpPr>
          <p:cNvPr id="42" name="currency-word-0">
            <a:extLst>
              <a:ext uri="{FF2B5EF4-FFF2-40B4-BE49-F238E27FC236}">
                <ns2:creationId id="{9EF47F78-2275-43F7-A525-A70B88D3BBDE}"/>
              </a:ext>
            </a:extLst>
          </p:cNvPr>
          <p:cNvSpPr>
            <a:spLocks noGrp="1"/>
          </p:cNvSpPr>
          <p:nvPr/>
        </p:nvSpPr>
        <p:spPr>
          <a:xfrm>
            <a:off x="10851451" y="5381625"/>
            <a:ext cx="597599"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‏בדיקת</a:t>
            </a:r>
          </a:p>
        </p:txBody>
      </p:sp>
      <p:sp>
        <p:nvSpPr>
          <p:cNvPr id="43" name="currency-word-1">
            <a:extLst>
              <a:ext uri="{FF2B5EF4-FFF2-40B4-BE49-F238E27FC236}">
                <ns2:creationId id="{9B19215C-63DD-4880-9C6F-EA56557B1F92}"/>
              </a:ext>
            </a:extLst>
          </p:cNvPr>
          <p:cNvSpPr>
            <a:spLocks noGrp="1"/>
          </p:cNvSpPr>
          <p:nvPr/>
        </p:nvSpPr>
        <p:spPr>
          <a:xfrm>
            <a:off x="10075736" y="5381625"/>
            <a:ext cx="731234"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‏מקורות:</a:t>
            </a:r>
          </a:p>
        </p:txBody>
      </p:sp>
      <p:sp>
        <p:nvSpPr>
          <p:cNvPr id="44" name="currency-word-2">
            <a:extLst>
              <a:ext uri="{FF2B5EF4-FFF2-40B4-BE49-F238E27FC236}">
                <ns2:creationId id="{8BDDA4F2-5C6F-4EC5-BA71-484AEA6D80D0}"/>
              </a:ext>
            </a:extLst>
          </p:cNvPr>
          <p:cNvSpPr>
            <a:spLocks noGrp="1"/>
          </p:cNvSpPr>
          <p:nvPr/>
        </p:nvSpPr>
        <p:spPr>
          <a:xfrm>
            <a:off x="8795004" y="5381625"/>
            <a:ext cx="1236250"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a:lnSpc>
                <a:spcPct val="100000"/>
              </a:lnSpc>
              <a:buNone/>
              <a:defRPr sz="1800" b="0">
                <a:solidFill>
                  <a:srgbClr val="627166"/>
                </a:solidFill>
                <a:latin typeface="Arial"/>
                <a:ea typeface="Arial"/>
                <a:cs typeface="Arial"/>
              </a:defRPr>
            </a:pPr>
            <a:r>
              <a:rPr sz="1800" b="0">
                <a:solidFill>
                  <a:srgbClr val="627166"/>
                </a:solidFill>
                <a:latin typeface="Arial"/>
                <a:ea typeface="Arial"/>
                <a:cs typeface="Arial"/>
              </a:rPr>
              <a:t>‏29.10.2026.</a:t>
            </a:r>
          </a:p>
        </p:txBody>
      </p:sp>
      <p:sp>
        <p:nvSpPr>
          <p:cNvPr id="45" name="currency-word-3">
            <a:extLst>
              <a:ext uri="{FF2B5EF4-FFF2-40B4-BE49-F238E27FC236}">
                <ns2:creationId id="{D77638D5-B131-47EA-9FA6-6563F9CF4239}"/>
              </a:ext>
            </a:extLst>
          </p:cNvPr>
          <p:cNvSpPr>
            <a:spLocks noGrp="1"/>
          </p:cNvSpPr>
          <p:nvPr/>
        </p:nvSpPr>
        <p:spPr>
          <a:xfrm>
            <a:off x="8354282" y="5381625"/>
            <a:ext cx="396240"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‏לפני</a:t>
            </a:r>
          </a:p>
        </p:txBody>
      </p:sp>
      <p:sp>
        <p:nvSpPr>
          <p:cNvPr id="46" name="currency-word-4">
            <a:extLst>
              <a:ext uri="{FF2B5EF4-FFF2-40B4-BE49-F238E27FC236}">
                <ns2:creationId id="{E9D1E32C-5BB8-4300-AF53-94FECDC82D67}"/>
              </a:ext>
            </a:extLst>
          </p:cNvPr>
          <p:cNvSpPr>
            <a:spLocks noGrp="1"/>
          </p:cNvSpPr>
          <p:nvPr/>
        </p:nvSpPr>
        <p:spPr>
          <a:xfrm>
            <a:off x="7728299" y="5381625"/>
            <a:ext cx="581501"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‏אכיפה</a:t>
            </a:r>
          </a:p>
        </p:txBody>
      </p:sp>
      <p:sp>
        <p:nvSpPr>
          <p:cNvPr id="47" name="currency-word-5">
            <a:extLst>
              <a:ext uri="{FF2B5EF4-FFF2-40B4-BE49-F238E27FC236}">
                <ns2:creationId id="{364AC852-1EA9-43EC-8E61-C654C0356748}"/>
              </a:ext>
            </a:extLst>
          </p:cNvPr>
          <p:cNvSpPr>
            <a:spLocks noGrp="1"/>
          </p:cNvSpPr>
          <p:nvPr/>
        </p:nvSpPr>
        <p:spPr>
          <a:xfrm>
            <a:off x="7440168" y="5381625"/>
            <a:ext cx="243649"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‏יש</a:t>
            </a:r>
          </a:p>
        </p:txBody>
      </p:sp>
      <p:sp>
        <p:nvSpPr>
          <p:cNvPr id="48" name="currency-word-6">
            <a:extLst>
              <a:ext uri="{FF2B5EF4-FFF2-40B4-BE49-F238E27FC236}">
                <ns2:creationId id="{0297277B-1D58-49EE-B4B7-17840E1E7F57}"/>
              </a:ext>
            </a:extLst>
          </p:cNvPr>
          <p:cNvSpPr>
            <a:spLocks noGrp="1"/>
          </p:cNvSpPr>
          <p:nvPr/>
        </p:nvSpPr>
        <p:spPr>
          <a:xfrm>
            <a:off x="6848285" y="5381625"/>
            <a:ext cx="547402"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‏לאמת</a:t>
            </a:r>
          </a:p>
        </p:txBody>
      </p:sp>
      <p:sp>
        <p:nvSpPr>
          <p:cNvPr id="49" name="currency-word-7">
            <a:extLst>
              <a:ext uri="{FF2B5EF4-FFF2-40B4-BE49-F238E27FC236}">
                <ns2:creationId id="{2C19108C-4B28-465F-9DFB-E398D55A1A94}"/>
              </a:ext>
            </a:extLst>
          </p:cNvPr>
          <p:cNvSpPr>
            <a:spLocks noGrp="1"/>
          </p:cNvSpPr>
          <p:nvPr/>
        </p:nvSpPr>
        <p:spPr>
          <a:xfrm>
            <a:off x="6475667" y="5381625"/>
            <a:ext cx="328136"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‏מול</a:t>
            </a:r>
          </a:p>
        </p:txBody>
      </p:sp>
      <p:sp>
        <p:nvSpPr>
          <p:cNvPr id="50" name="currency-word-8">
            <a:extLst>
              <a:ext uri="{FF2B5EF4-FFF2-40B4-BE49-F238E27FC236}">
                <ns2:creationId id="{A38B001C-AF92-4441-8B6A-C8B6CA0E5F02}"/>
              </a:ext>
            </a:extLst>
          </p:cNvPr>
          <p:cNvSpPr>
            <a:spLocks noGrp="1"/>
          </p:cNvSpPr>
          <p:nvPr/>
        </p:nvSpPr>
        <p:spPr>
          <a:xfrm>
            <a:off x="5777674" y="5381625"/>
            <a:ext cx="653510"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‏ההק״א</a:t>
            </a:r>
          </a:p>
        </p:txBody>
      </p:sp>
      <p:sp>
        <p:nvSpPr>
          <p:cNvPr id="51" name="currency-word-9">
            <a:extLst>
              <a:ext uri="{FF2B5EF4-FFF2-40B4-BE49-F238E27FC236}">
                <ns2:creationId id="{CC963107-3C8B-4BF1-88A2-5FB6BF7025BB}"/>
              </a:ext>
            </a:extLst>
          </p:cNvPr>
          <p:cNvSpPr>
            <a:spLocks noGrp="1"/>
          </p:cNvSpPr>
          <p:nvPr/>
        </p:nvSpPr>
        <p:spPr>
          <a:xfrm>
            <a:off x="4900041" y="5381625"/>
            <a:ext cx="833152" cy="666750"/>
          </a:xfrm>
          <a:prstGeom prst="rect">
            <a:avLst/>
          </a:prstGeom>
          <a:noFill/>
          <a:ln w="0">
            <a:noFill/>
          </a:ln>
        </p:spPr>
        <p:txBody>
          <a:bodyPr wrap="none" lIns="0" tIns="0" rIns="0" bIns="0" anchor="t">
            <a:noAutofit/>
          </a:bodyPr>
          <a:lstStyle>
            <a:defPPr algn="r">
              <a:defRPr sz="1800" b="0">
                <a:solidFill>
                  <a:srgbClr val="627166"/>
                </a:solidFill>
                <a:latin typeface="Arial"/>
                <a:ea typeface="Arial"/>
                <a:cs typeface="Arial"/>
              </a:defRPr>
            </a:defPPr>
            <a:lvl1pPr algn="r">
              <a:defRPr sz="1800" b="0">
                <a:solidFill>
                  <a:srgbClr val="627166"/>
                </a:solidFill>
                <a:latin typeface="Arial"/>
                <a:ea typeface="Arial"/>
                <a:cs typeface="Arial"/>
              </a:defRPr>
            </a:lvl1pPr>
            <a:lvl2pPr algn="r">
              <a:defRPr sz="1800" b="0">
                <a:solidFill>
                  <a:srgbClr val="627166"/>
                </a:solidFill>
                <a:latin typeface="Arial"/>
                <a:ea typeface="Arial"/>
                <a:cs typeface="Arial"/>
              </a:defRPr>
            </a:lvl2pPr>
            <a:lvl3pPr algn="r">
              <a:defRPr sz="1800" b="0">
                <a:solidFill>
                  <a:srgbClr val="627166"/>
                </a:solidFill>
                <a:latin typeface="Arial"/>
                <a:ea typeface="Arial"/>
                <a:cs typeface="Arial"/>
              </a:defRPr>
            </a:lvl3pPr>
            <a:lvl4pPr algn="r">
              <a:defRPr sz="1800" b="0">
                <a:solidFill>
                  <a:srgbClr val="627166"/>
                </a:solidFill>
                <a:latin typeface="Arial"/>
                <a:ea typeface="Arial"/>
                <a:cs typeface="Arial"/>
              </a:defRPr>
            </a:lvl4pPr>
            <a:lvl5pPr algn="r">
              <a:defRPr sz="1800" b="0">
                <a:solidFill>
                  <a:srgbClr val="627166"/>
                </a:solidFill>
                <a:latin typeface="Arial"/>
                <a:ea typeface="Arial"/>
                <a:cs typeface="Arial"/>
              </a:defRPr>
            </a:lvl5pPr>
            <a:lvl6pPr algn="r">
              <a:defRPr sz="1800" b="0">
                <a:solidFill>
                  <a:srgbClr val="627166"/>
                </a:solidFill>
                <a:latin typeface="Arial"/>
                <a:ea typeface="Arial"/>
                <a:cs typeface="Arial"/>
              </a:defRPr>
            </a:lvl6pPr>
            <a:lvl7pPr algn="r">
              <a:defRPr sz="1800" b="0">
                <a:solidFill>
                  <a:srgbClr val="627166"/>
                </a:solidFill>
                <a:latin typeface="Arial"/>
                <a:ea typeface="Arial"/>
                <a:cs typeface="Arial"/>
              </a:defRPr>
            </a:lvl7pPr>
            <a:lvl8pPr algn="r">
              <a:defRPr sz="1800" b="0">
                <a:solidFill>
                  <a:srgbClr val="627166"/>
                </a:solidFill>
                <a:latin typeface="Arial"/>
                <a:ea typeface="Arial"/>
                <a:cs typeface="Arial"/>
              </a:defRPr>
            </a:lvl8pPr>
            <a:lvl9pPr algn="r">
              <a:defRPr sz="1800" b="0">
                <a:solidFill>
                  <a:srgbClr val="627166"/>
                </a:solidFill>
                <a:latin typeface="Arial"/>
                <a:ea typeface="Arial"/>
                <a:cs typeface="Arial"/>
              </a:defRPr>
            </a:lvl9pPr>
          </a:lstStyle>
          <a:p>
            <a:pPr algn="r" rtl="1">
              <a:lnSpc>
                <a:spcPct val="100000"/>
              </a:lnSpc>
              <a:buNone/>
              <a:defRPr sz="1800" b="0">
                <a:solidFill>
                  <a:srgbClr val="627166"/>
                </a:solidFill>
                <a:latin typeface="Arial"/>
                <a:ea typeface="Arial"/>
                <a:cs typeface="Arial"/>
              </a:defRPr>
            </a:pPr>
            <a:r>
              <a:rPr sz="1800" b="0" lang="he-IL" altLang="en-US">
                <a:solidFill>
                  <a:srgbClr val="627166"/>
                </a:solidFill>
                <a:latin typeface="Arial"/>
                <a:ea typeface="Arial"/>
                <a:cs typeface="Arial"/>
              </a:rPr>
              <a:t>‏שבתוקף.</a:t>
            </a:r>
          </a:p>
        </p:txBody>
      </p:sp>
      <p:sp>
        <p:nvSpPr>
          <p:cNvPr id="52" name="sources-word-0">
            <a:extLst>
              <a:ext uri="{FF2B5EF4-FFF2-40B4-BE49-F238E27FC236}">
                <ns2:creationId id="{5ED0CDA6-7B03-4DCB-BDBE-E0536DB3C803}"/>
              </a:ext>
            </a:extLst>
          </p:cNvPr>
          <p:cNvSpPr>
            <a:spLocks noGrp="1"/>
          </p:cNvSpPr>
          <p:nvPr/>
        </p:nvSpPr>
        <p:spPr>
          <a:xfrm>
            <a:off x="11083195" y="6191250"/>
            <a:ext cx="365855"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‏איגרת</a:t>
            </a:r>
          </a:p>
        </p:txBody>
      </p:sp>
      <p:sp>
        <p:nvSpPr>
          <p:cNvPr id="53" name="sources-word-1">
            <a:extLst>
              <a:ext uri="{FF2B5EF4-FFF2-40B4-BE49-F238E27FC236}">
                <ns2:creationId id="{66160D44-1546-4F34-B45B-59CC0962C6F8}"/>
              </a:ext>
            </a:extLst>
          </p:cNvPr>
          <p:cNvSpPr>
            <a:spLocks noGrp="1"/>
          </p:cNvSpPr>
          <p:nvPr/>
        </p:nvSpPr>
        <p:spPr>
          <a:xfrm>
            <a:off x="10814590" y="6191250"/>
            <a:ext cx="24793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‏קיץ,</a:t>
            </a:r>
          </a:p>
        </p:txBody>
      </p:sp>
      <p:sp>
        <p:nvSpPr>
          <p:cNvPr id="54" name="sources-word-2">
            <a:extLst>
              <a:ext uri="{FF2B5EF4-FFF2-40B4-BE49-F238E27FC236}">
                <ns2:creationId id="{0834527D-8E63-4CE1-8793-9AD7AC32FAA0}"/>
              </a:ext>
            </a:extLst>
          </p:cNvPr>
          <p:cNvSpPr>
            <a:spLocks noGrp="1"/>
          </p:cNvSpPr>
          <p:nvPr/>
        </p:nvSpPr>
        <p:spPr>
          <a:xfrm>
            <a:off x="10050304" y="6191250"/>
            <a:ext cx="743617"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‏17.05.2023</a:t>
            </a:r>
          </a:p>
        </p:txBody>
      </p:sp>
      <p:sp>
        <p:nvSpPr>
          <p:cNvPr id="55" name="sources-word-3">
            <a:extLst>
              <a:ext uri="{FF2B5EF4-FFF2-40B4-BE49-F238E27FC236}">
                <ns2:creationId id="{1301459D-DAE4-4DCD-A73F-EDEE0BDBCFF0}"/>
              </a:ext>
            </a:extLst>
          </p:cNvPr>
          <p:cNvSpPr>
            <a:spLocks noGrp="1"/>
          </p:cNvSpPr>
          <p:nvPr/>
        </p:nvSpPr>
        <p:spPr>
          <a:xfrm>
            <a:off x="9953434"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56" name="sources-word-4">
            <a:extLst>
              <a:ext uri="{FF2B5EF4-FFF2-40B4-BE49-F238E27FC236}">
                <ns2:creationId id="{C5704C2A-20E0-4840-BC4E-E386F2C481E4}"/>
              </a:ext>
            </a:extLst>
          </p:cNvPr>
          <p:cNvSpPr>
            <a:spLocks noGrp="1"/>
          </p:cNvSpPr>
          <p:nvPr/>
        </p:nvSpPr>
        <p:spPr>
          <a:xfrm>
            <a:off x="9543193" y="6191250"/>
            <a:ext cx="389573"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‏הופעה</a:t>
            </a:r>
          </a:p>
        </p:txBody>
      </p:sp>
      <p:sp>
        <p:nvSpPr>
          <p:cNvPr id="57" name="sources-word-5">
            <a:extLst>
              <a:ext uri="{FF2B5EF4-FFF2-40B4-BE49-F238E27FC236}">
                <ns2:creationId id="{6D3720F3-39DE-4DF9-8EB6-34C4D46CF1EB}"/>
              </a:ext>
            </a:extLst>
          </p:cNvPr>
          <p:cNvSpPr>
            <a:spLocks noGrp="1"/>
          </p:cNvSpPr>
          <p:nvPr/>
        </p:nvSpPr>
        <p:spPr>
          <a:xfrm>
            <a:off x="9133427" y="6191250"/>
            <a:ext cx="389096"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‏ודיגום,</a:t>
            </a:r>
          </a:p>
        </p:txBody>
      </p:sp>
      <p:sp>
        <p:nvSpPr>
          <p:cNvPr id="58" name="sources-word-6">
            <a:extLst>
              <a:ext uri="{FF2B5EF4-FFF2-40B4-BE49-F238E27FC236}">
                <ns2:creationId id="{E17CED4D-E1E5-4035-97A8-65FDA71C1FDB}"/>
              </a:ext>
            </a:extLst>
          </p:cNvPr>
          <p:cNvSpPr>
            <a:spLocks noGrp="1"/>
          </p:cNvSpPr>
          <p:nvPr/>
        </p:nvSpPr>
        <p:spPr>
          <a:xfrm>
            <a:off x="8711374" y="6191250"/>
            <a:ext cx="401383"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‏שאלות</a:t>
            </a:r>
          </a:p>
        </p:txBody>
      </p:sp>
      <p:sp>
        <p:nvSpPr>
          <p:cNvPr id="59" name="sources-word-7">
            <a:extLst>
              <a:ext uri="{FF2B5EF4-FFF2-40B4-BE49-F238E27FC236}">
                <ns2:creationId id="{AC4C1BD4-99FB-4F53-A8C5-0155C4023136}"/>
              </a:ext>
            </a:extLst>
          </p:cNvPr>
          <p:cNvSpPr>
            <a:spLocks noGrp="1"/>
          </p:cNvSpPr>
          <p:nvPr/>
        </p:nvSpPr>
        <p:spPr>
          <a:xfrm>
            <a:off x="8196167" y="6191250"/>
            <a:ext cx="49453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‏ותשובות</a:t>
            </a:r>
          </a:p>
        </p:txBody>
      </p:sp>
      <p:sp>
        <p:nvSpPr>
          <p:cNvPr id="60" name="sources-word-8">
            <a:extLst>
              <a:ext uri="{FF2B5EF4-FFF2-40B4-BE49-F238E27FC236}">
                <ns2:creationId id="{D16F2D5E-8C21-4510-B1A8-F4CD64855515}"/>
              </a:ext>
            </a:extLst>
          </p:cNvPr>
          <p:cNvSpPr>
            <a:spLocks noGrp="1"/>
          </p:cNvSpPr>
          <p:nvPr/>
        </p:nvSpPr>
        <p:spPr>
          <a:xfrm>
            <a:off x="8099298" y="6191250"/>
            <a:ext cx="7620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a:t>
            </a:r>
          </a:p>
        </p:txBody>
      </p:sp>
      <p:sp>
        <p:nvSpPr>
          <p:cNvPr id="61" name="sources-word-9">
            <a:extLst>
              <a:ext uri="{FF2B5EF4-FFF2-40B4-BE49-F238E27FC236}">
                <ns2:creationId id="{34073AB1-4CF9-409D-8E95-70E7E039C6C8}"/>
              </a:ext>
            </a:extLst>
          </p:cNvPr>
          <p:cNvSpPr>
            <a:spLocks noGrp="1"/>
          </p:cNvSpPr>
          <p:nvPr/>
        </p:nvSpPr>
        <p:spPr>
          <a:xfrm>
            <a:off x="7693819" y="6191250"/>
            <a:ext cx="38481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‏פקודת</a:t>
            </a:r>
          </a:p>
        </p:txBody>
      </p:sp>
      <p:sp>
        <p:nvSpPr>
          <p:cNvPr id="62" name="sources-word-10">
            <a:extLst>
              <a:ext uri="{FF2B5EF4-FFF2-40B4-BE49-F238E27FC236}">
                <ns2:creationId id="{F50FD926-CFC7-40C1-A64D-A48751031060}"/>
              </a:ext>
            </a:extLst>
          </p:cNvPr>
          <p:cNvSpPr>
            <a:spLocks noGrp="1"/>
          </p:cNvSpPr>
          <p:nvPr/>
        </p:nvSpPr>
        <p:spPr>
          <a:xfrm>
            <a:off x="7282815" y="6191250"/>
            <a:ext cx="390334"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‏מטכ״ל</a:t>
            </a:r>
          </a:p>
        </p:txBody>
      </p:sp>
      <p:sp>
        <p:nvSpPr>
          <p:cNvPr id="63" name="sources-word-11">
            <a:extLst>
              <a:ext uri="{FF2B5EF4-FFF2-40B4-BE49-F238E27FC236}">
                <ns2:creationId id="{1DD82741-8C90-44E5-9AD8-09E88256B6D7}"/>
              </a:ext>
            </a:extLst>
          </p:cNvPr>
          <p:cNvSpPr>
            <a:spLocks noGrp="1"/>
          </p:cNvSpPr>
          <p:nvPr/>
        </p:nvSpPr>
        <p:spPr>
          <a:xfrm>
            <a:off x="6677406" y="6191250"/>
            <a:ext cx="584740"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a:lnSpc>
                <a:spcPct val="100000"/>
              </a:lnSpc>
              <a:buNone/>
              <a:defRPr sz="1125" b="0">
                <a:solidFill>
                  <a:srgbClr val="627166"/>
                </a:solidFill>
                <a:latin typeface="Arial"/>
                <a:ea typeface="Arial"/>
                <a:cs typeface="Arial"/>
              </a:defRPr>
            </a:pPr>
            <a:r>
              <a:rPr sz="1125" b="0">
                <a:solidFill>
                  <a:srgbClr val="627166"/>
                </a:solidFill>
                <a:latin typeface="Arial"/>
                <a:ea typeface="Arial"/>
                <a:cs typeface="Arial"/>
              </a:rPr>
              <a:t>‏33.0207,</a:t>
            </a:r>
          </a:p>
        </p:txBody>
      </p:sp>
      <p:sp>
        <p:nvSpPr>
          <p:cNvPr id="64" name="sources-word-12">
            <a:extLst>
              <a:ext uri="{FF2B5EF4-FFF2-40B4-BE49-F238E27FC236}">
                <ns2:creationId id="{4F3B44DE-551B-4FFC-9A42-F7047ECE1CFE}"/>
              </a:ext>
            </a:extLst>
          </p:cNvPr>
          <p:cNvSpPr>
            <a:spLocks noGrp="1"/>
          </p:cNvSpPr>
          <p:nvPr/>
        </p:nvSpPr>
        <p:spPr>
          <a:xfrm>
            <a:off x="6207919" y="6191250"/>
            <a:ext cx="448818"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‏השירות</a:t>
            </a:r>
          </a:p>
        </p:txBody>
      </p:sp>
      <p:sp>
        <p:nvSpPr>
          <p:cNvPr id="65" name="sources-word-13">
            <a:extLst>
              <a:ext uri="{FF2B5EF4-FFF2-40B4-BE49-F238E27FC236}">
                <ns2:creationId id="{83CC5CB8-B4AB-4B6B-89CA-E057B3A049B6}"/>
              </a:ext>
            </a:extLst>
          </p:cNvPr>
          <p:cNvSpPr>
            <a:spLocks noGrp="1"/>
          </p:cNvSpPr>
          <p:nvPr/>
        </p:nvSpPr>
        <p:spPr>
          <a:xfrm>
            <a:off x="5679567" y="6191250"/>
            <a:ext cx="507682" cy="228600"/>
          </a:xfrm>
          <a:prstGeom prst="rect">
            <a:avLst/>
          </a:prstGeom>
          <a:noFill/>
          <a:ln w="0">
            <a:noFill/>
          </a:ln>
        </p:spPr>
        <p:txBody>
          <a:bodyPr wrap="none" lIns="0" tIns="0" rIns="0" bIns="0" anchor="t">
            <a:noAutofit/>
          </a:bodyPr>
          <a:lstStyle>
            <a:defPPr algn="r">
              <a:defRPr sz="1125" b="0">
                <a:solidFill>
                  <a:srgbClr val="627166"/>
                </a:solidFill>
                <a:latin typeface="Arial"/>
                <a:ea typeface="Arial"/>
                <a:cs typeface="Arial"/>
              </a:defRPr>
            </a:defPPr>
            <a:lvl1pPr algn="r">
              <a:defRPr sz="1125" b="0">
                <a:solidFill>
                  <a:srgbClr val="627166"/>
                </a:solidFill>
                <a:latin typeface="Arial"/>
                <a:ea typeface="Arial"/>
                <a:cs typeface="Arial"/>
              </a:defRPr>
            </a:lvl1pPr>
            <a:lvl2pPr algn="r">
              <a:defRPr sz="1125" b="0">
                <a:solidFill>
                  <a:srgbClr val="627166"/>
                </a:solidFill>
                <a:latin typeface="Arial"/>
                <a:ea typeface="Arial"/>
                <a:cs typeface="Arial"/>
              </a:defRPr>
            </a:lvl2pPr>
            <a:lvl3pPr algn="r">
              <a:defRPr sz="1125" b="0">
                <a:solidFill>
                  <a:srgbClr val="627166"/>
                </a:solidFill>
                <a:latin typeface="Arial"/>
                <a:ea typeface="Arial"/>
                <a:cs typeface="Arial"/>
              </a:defRPr>
            </a:lvl3pPr>
            <a:lvl4pPr algn="r">
              <a:defRPr sz="1125" b="0">
                <a:solidFill>
                  <a:srgbClr val="627166"/>
                </a:solidFill>
                <a:latin typeface="Arial"/>
                <a:ea typeface="Arial"/>
                <a:cs typeface="Arial"/>
              </a:defRPr>
            </a:lvl4pPr>
            <a:lvl5pPr algn="r">
              <a:defRPr sz="1125" b="0">
                <a:solidFill>
                  <a:srgbClr val="627166"/>
                </a:solidFill>
                <a:latin typeface="Arial"/>
                <a:ea typeface="Arial"/>
                <a:cs typeface="Arial"/>
              </a:defRPr>
            </a:lvl5pPr>
            <a:lvl6pPr algn="r">
              <a:defRPr sz="1125" b="0">
                <a:solidFill>
                  <a:srgbClr val="627166"/>
                </a:solidFill>
                <a:latin typeface="Arial"/>
                <a:ea typeface="Arial"/>
                <a:cs typeface="Arial"/>
              </a:defRPr>
            </a:lvl6pPr>
            <a:lvl7pPr algn="r">
              <a:defRPr sz="1125" b="0">
                <a:solidFill>
                  <a:srgbClr val="627166"/>
                </a:solidFill>
                <a:latin typeface="Arial"/>
                <a:ea typeface="Arial"/>
                <a:cs typeface="Arial"/>
              </a:defRPr>
            </a:lvl7pPr>
            <a:lvl8pPr algn="r">
              <a:defRPr sz="1125" b="0">
                <a:solidFill>
                  <a:srgbClr val="627166"/>
                </a:solidFill>
                <a:latin typeface="Arial"/>
                <a:ea typeface="Arial"/>
                <a:cs typeface="Arial"/>
              </a:defRPr>
            </a:lvl8pPr>
            <a:lvl9pPr algn="r">
              <a:defRPr sz="1125" b="0">
                <a:solidFill>
                  <a:srgbClr val="627166"/>
                </a:solidFill>
                <a:latin typeface="Arial"/>
                <a:ea typeface="Arial"/>
                <a:cs typeface="Arial"/>
              </a:defRPr>
            </a:lvl9pPr>
          </a:lstStyle>
          <a:p>
            <a:pPr algn="r" rtl="1">
              <a:lnSpc>
                <a:spcPct val="100000"/>
              </a:lnSpc>
              <a:buNone/>
              <a:defRPr sz="1125" b="0">
                <a:solidFill>
                  <a:srgbClr val="627166"/>
                </a:solidFill>
                <a:latin typeface="Arial"/>
                <a:ea typeface="Arial"/>
                <a:cs typeface="Arial"/>
              </a:defRPr>
            </a:pPr>
            <a:r>
              <a:rPr sz="1125" b="0" lang="he-IL" altLang="en-US">
                <a:solidFill>
                  <a:srgbClr val="627166"/>
                </a:solidFill>
                <a:latin typeface="Arial"/>
                <a:ea typeface="Arial"/>
                <a:cs typeface="Arial"/>
              </a:rPr>
              <a:t>‏המשותף</a:t>
            </a:r>
          </a:p>
        </p:txBody>
      </p:sp>
      <p:sp>
        <p:nvSpPr>
          <p:cNvPr id="66" name="page">
            <a:extLst>
              <a:ext uri="{FF2B5EF4-FFF2-40B4-BE49-F238E27FC236}">
                <ns2:creationId id="{314B09F9-A7E5-4BDE-9371-C9A5F158C78D}"/>
              </a:ext>
            </a:extLst>
          </p:cNvPr>
          <p:cNvSpPr>
            <a:spLocks noGrp="1"/>
          </p:cNvSpPr>
          <p:nvPr/>
        </p:nvSpPr>
        <p:spPr>
          <a:xfrm>
            <a:off x="762000" y="6505575"/>
            <a:ext cx="2095500" cy="209550"/>
          </a:xfrm>
          <a:prstGeom prst="rect">
            <a:avLst/>
          </a:prstGeom>
          <a:noFill/>
          <a:ln w="0">
            <a:noFill/>
          </a:ln>
        </p:spPr>
        <p:txBody>
          <a:bodyPr wrap="none" lIns="0" tIns="0" rIns="0" bIns="0" anchor="t">
            <a:noAutofit/>
          </a:bodyPr>
          <a:lstStyle>
            <a:defPPr algn="l">
              <a:defRPr sz="1200" b="0">
                <a:solidFill>
                  <a:srgbClr val="627166"/>
                </a:solidFill>
                <a:latin typeface="Arial"/>
                <a:ea typeface="Arial"/>
                <a:cs typeface="Arial"/>
              </a:defRPr>
            </a:defPPr>
            <a:lvl1pPr algn="l">
              <a:defRPr sz="1200" b="0">
                <a:solidFill>
                  <a:srgbClr val="627166"/>
                </a:solidFill>
                <a:latin typeface="Arial"/>
                <a:ea typeface="Arial"/>
                <a:cs typeface="Arial"/>
              </a:defRPr>
            </a:lvl1pPr>
            <a:lvl2pPr algn="l">
              <a:defRPr sz="1200" b="0">
                <a:solidFill>
                  <a:srgbClr val="627166"/>
                </a:solidFill>
                <a:latin typeface="Arial"/>
                <a:ea typeface="Arial"/>
                <a:cs typeface="Arial"/>
              </a:defRPr>
            </a:lvl2pPr>
            <a:lvl3pPr algn="l">
              <a:defRPr sz="1200" b="0">
                <a:solidFill>
                  <a:srgbClr val="627166"/>
                </a:solidFill>
                <a:latin typeface="Arial"/>
                <a:ea typeface="Arial"/>
                <a:cs typeface="Arial"/>
              </a:defRPr>
            </a:lvl3pPr>
            <a:lvl4pPr algn="l">
              <a:defRPr sz="1200" b="0">
                <a:solidFill>
                  <a:srgbClr val="627166"/>
                </a:solidFill>
                <a:latin typeface="Arial"/>
                <a:ea typeface="Arial"/>
                <a:cs typeface="Arial"/>
              </a:defRPr>
            </a:lvl4pPr>
            <a:lvl5pPr algn="l">
              <a:defRPr sz="1200" b="0">
                <a:solidFill>
                  <a:srgbClr val="627166"/>
                </a:solidFill>
                <a:latin typeface="Arial"/>
                <a:ea typeface="Arial"/>
                <a:cs typeface="Arial"/>
              </a:defRPr>
            </a:lvl5pPr>
            <a:lvl6pPr algn="l">
              <a:defRPr sz="1200" b="0">
                <a:solidFill>
                  <a:srgbClr val="627166"/>
                </a:solidFill>
                <a:latin typeface="Arial"/>
                <a:ea typeface="Arial"/>
                <a:cs typeface="Arial"/>
              </a:defRPr>
            </a:lvl6pPr>
            <a:lvl7pPr algn="l">
              <a:defRPr sz="1200" b="0">
                <a:solidFill>
                  <a:srgbClr val="627166"/>
                </a:solidFill>
                <a:latin typeface="Arial"/>
                <a:ea typeface="Arial"/>
                <a:cs typeface="Arial"/>
              </a:defRPr>
            </a:lvl7pPr>
            <a:lvl8pPr algn="l">
              <a:defRPr sz="1200" b="0">
                <a:solidFill>
                  <a:srgbClr val="627166"/>
                </a:solidFill>
                <a:latin typeface="Arial"/>
                <a:ea typeface="Arial"/>
                <a:cs typeface="Arial"/>
              </a:defRPr>
            </a:lvl8pPr>
            <a:lvl9pPr algn="l">
              <a:defRPr sz="1200" b="0">
                <a:solidFill>
                  <a:srgbClr val="627166"/>
                </a:solidFill>
                <a:latin typeface="Arial"/>
                <a:ea typeface="Arial"/>
                <a:cs typeface="Arial"/>
              </a:defRPr>
            </a:lvl9pPr>
          </a:lstStyle>
          <a:p>
            <a:pPr algn="l">
              <a:lnSpc>
                <a:spcPct val="100000"/>
              </a:lnSpc>
              <a:buNone/>
              <a:defRPr sz="1200" b="0">
                <a:solidFill>
                  <a:srgbClr val="627166"/>
                </a:solidFill>
                <a:latin typeface="Arial"/>
                <a:ea typeface="Arial"/>
                <a:cs typeface="Arial"/>
              </a:defRPr>
            </a:pPr>
            <a:r>
              <a:rPr sz="1200" b="0">
                <a:solidFill>
                  <a:srgbClr val="627166"/>
                </a:solidFill>
                <a:latin typeface="Arial"/>
                <a:ea typeface="Arial"/>
                <a:cs typeface="Arial"/>
              </a:rPr>
              <a:t>35 / 35</a:t>
            </a:r>
          </a:p>
        </p:txBody>
      </p:sp>
      <p:sp>
        <p:nvSpPr>
          <p:cNvPr id="67" name="timing-word-0">
            <a:extLst>
              <a:ext uri="{FF2B5EF4-FFF2-40B4-BE49-F238E27FC236}">
                <ns2:creationId id="{4E111920-BFC0-42CC-96EC-C1F231CC5675}"/>
              </a:ext>
            </a:extLst>
          </p:cNvPr>
          <p:cNvSpPr>
            <a:spLocks noGrp="1"/>
          </p:cNvSpPr>
          <p:nvPr/>
        </p:nvSpPr>
        <p:spPr>
          <a:xfrm>
            <a:off x="11104721" y="6505575"/>
            <a:ext cx="344329"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‏נספח</a:t>
            </a:r>
          </a:p>
        </p:txBody>
      </p:sp>
      <p:sp>
        <p:nvSpPr>
          <p:cNvPr id="68" name="timing-word-1">
            <a:extLst>
              <a:ext uri="{FF2B5EF4-FFF2-40B4-BE49-F238E27FC236}">
                <ns2:creationId id="{3C8A447C-A0E5-45DC-BD97-072D9A9A43E6}"/>
              </a:ext>
            </a:extLst>
          </p:cNvPr>
          <p:cNvSpPr>
            <a:spLocks noGrp="1"/>
          </p:cNvSpPr>
          <p:nvPr/>
        </p:nvSpPr>
        <p:spPr>
          <a:xfrm>
            <a:off x="10788872" y="6505575"/>
            <a:ext cx="292513" cy="228600"/>
          </a:xfrm>
          <a:prstGeom prst="rect">
            <a:avLst/>
          </a:prstGeom>
          <a:noFill/>
          <a:ln w="0">
            <a:noFill/>
          </a:ln>
        </p:spPr>
        <p:txBody>
          <a:bodyPr wrap="none" lIns="0" tIns="0" rIns="0" bIns="0" anchor="t">
            <a:noAutofit/>
          </a:bodyPr>
          <a:lstStyle>
            <a:defPPr algn="r">
              <a:defRPr sz="1200" b="0">
                <a:solidFill>
                  <a:srgbClr val="627166"/>
                </a:solidFill>
                <a:latin typeface="Arial"/>
                <a:ea typeface="Arial"/>
                <a:cs typeface="Arial"/>
              </a:defRPr>
            </a:defPPr>
            <a:lvl1pPr algn="r">
              <a:defRPr sz="1200" b="0">
                <a:solidFill>
                  <a:srgbClr val="627166"/>
                </a:solidFill>
                <a:latin typeface="Arial"/>
                <a:ea typeface="Arial"/>
                <a:cs typeface="Arial"/>
              </a:defRPr>
            </a:lvl1pPr>
            <a:lvl2pPr algn="r">
              <a:defRPr sz="1200" b="0">
                <a:solidFill>
                  <a:srgbClr val="627166"/>
                </a:solidFill>
                <a:latin typeface="Arial"/>
                <a:ea typeface="Arial"/>
                <a:cs typeface="Arial"/>
              </a:defRPr>
            </a:lvl2pPr>
            <a:lvl3pPr algn="r">
              <a:defRPr sz="1200" b="0">
                <a:solidFill>
                  <a:srgbClr val="627166"/>
                </a:solidFill>
                <a:latin typeface="Arial"/>
                <a:ea typeface="Arial"/>
                <a:cs typeface="Arial"/>
              </a:defRPr>
            </a:lvl3pPr>
            <a:lvl4pPr algn="r">
              <a:defRPr sz="1200" b="0">
                <a:solidFill>
                  <a:srgbClr val="627166"/>
                </a:solidFill>
                <a:latin typeface="Arial"/>
                <a:ea typeface="Arial"/>
                <a:cs typeface="Arial"/>
              </a:defRPr>
            </a:lvl4pPr>
            <a:lvl5pPr algn="r">
              <a:defRPr sz="1200" b="0">
                <a:solidFill>
                  <a:srgbClr val="627166"/>
                </a:solidFill>
                <a:latin typeface="Arial"/>
                <a:ea typeface="Arial"/>
                <a:cs typeface="Arial"/>
              </a:defRPr>
            </a:lvl5pPr>
            <a:lvl6pPr algn="r">
              <a:defRPr sz="1200" b="0">
                <a:solidFill>
                  <a:srgbClr val="627166"/>
                </a:solidFill>
                <a:latin typeface="Arial"/>
                <a:ea typeface="Arial"/>
                <a:cs typeface="Arial"/>
              </a:defRPr>
            </a:lvl6pPr>
            <a:lvl7pPr algn="r">
              <a:defRPr sz="1200" b="0">
                <a:solidFill>
                  <a:srgbClr val="627166"/>
                </a:solidFill>
                <a:latin typeface="Arial"/>
                <a:ea typeface="Arial"/>
                <a:cs typeface="Arial"/>
              </a:defRPr>
            </a:lvl7pPr>
            <a:lvl8pPr algn="r">
              <a:defRPr sz="1200" b="0">
                <a:solidFill>
                  <a:srgbClr val="627166"/>
                </a:solidFill>
                <a:latin typeface="Arial"/>
                <a:ea typeface="Arial"/>
                <a:cs typeface="Arial"/>
              </a:defRPr>
            </a:lvl8pPr>
            <a:lvl9pPr algn="r">
              <a:defRPr sz="1200" b="0">
                <a:solidFill>
                  <a:srgbClr val="627166"/>
                </a:solidFill>
                <a:latin typeface="Arial"/>
                <a:ea typeface="Arial"/>
                <a:cs typeface="Arial"/>
              </a:defRPr>
            </a:lvl9pPr>
          </a:lstStyle>
          <a:p>
            <a:pPr algn="r" rtl="1">
              <a:lnSpc>
                <a:spcPct val="100000"/>
              </a:lnSpc>
              <a:buNone/>
              <a:defRPr sz="1200" b="0">
                <a:solidFill>
                  <a:srgbClr val="627166"/>
                </a:solidFill>
                <a:latin typeface="Arial"/>
                <a:ea typeface="Arial"/>
                <a:cs typeface="Arial"/>
              </a:defRPr>
            </a:pPr>
            <a:r>
              <a:rPr sz="1200" b="0" lang="he-IL" altLang="en-US">
                <a:solidFill>
                  <a:srgbClr val="627166"/>
                </a:solidFill>
                <a:latin typeface="Arial"/>
                <a:ea typeface="Arial"/>
                <a:cs typeface="Arial"/>
              </a:rPr>
              <a:t>‏לעיון</a:t>
            </a:r>
          </a:p>
        </p:txBody>
      </p:sp>
    </p:spTree>
    <p:extLst>
      <p:ext uri="{BB962C8B-B14F-4D97-AF65-F5344CB8AC3E}">
        <ns4:creationId val="1867463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2026-10-29T12:22:42.6230000Z</dcterms:created>
  <dcterms:modified xsi:type="dcterms:W3CDTF">2026-10-29T12:22:42.6230000Z</dcterms:modified>
</coreProperties>
</file>